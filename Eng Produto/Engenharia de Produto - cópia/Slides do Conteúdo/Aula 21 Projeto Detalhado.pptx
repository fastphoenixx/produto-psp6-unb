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handoutMasterIdLst>
    <p:handoutMasterId r:id="rId44"/>
  </p:handoutMasterIdLst>
  <p:sldIdLst>
    <p:sldId id="415" r:id="rId2"/>
    <p:sldId id="418" r:id="rId3"/>
    <p:sldId id="420" r:id="rId4"/>
    <p:sldId id="424" r:id="rId5"/>
    <p:sldId id="426" r:id="rId6"/>
    <p:sldId id="429" r:id="rId7"/>
    <p:sldId id="430" r:id="rId8"/>
    <p:sldId id="431" r:id="rId9"/>
    <p:sldId id="432" r:id="rId10"/>
    <p:sldId id="433" r:id="rId11"/>
    <p:sldId id="434" r:id="rId12"/>
    <p:sldId id="437" r:id="rId13"/>
    <p:sldId id="439" r:id="rId14"/>
    <p:sldId id="435" r:id="rId15"/>
    <p:sldId id="467" r:id="rId16"/>
    <p:sldId id="468" r:id="rId17"/>
    <p:sldId id="469" r:id="rId18"/>
    <p:sldId id="470" r:id="rId19"/>
    <p:sldId id="471" r:id="rId20"/>
    <p:sldId id="472" r:id="rId21"/>
    <p:sldId id="473" r:id="rId22"/>
    <p:sldId id="474" r:id="rId23"/>
    <p:sldId id="475" r:id="rId24"/>
    <p:sldId id="476" r:id="rId25"/>
    <p:sldId id="302" r:id="rId26"/>
    <p:sldId id="303" r:id="rId27"/>
    <p:sldId id="477" r:id="rId28"/>
    <p:sldId id="478" r:id="rId29"/>
    <p:sldId id="479" r:id="rId30"/>
    <p:sldId id="480" r:id="rId31"/>
    <p:sldId id="481" r:id="rId32"/>
    <p:sldId id="482" r:id="rId33"/>
    <p:sldId id="483" r:id="rId34"/>
    <p:sldId id="484" r:id="rId35"/>
    <p:sldId id="485" r:id="rId36"/>
    <p:sldId id="486" r:id="rId37"/>
    <p:sldId id="487" r:id="rId38"/>
    <p:sldId id="488" r:id="rId39"/>
    <p:sldId id="489" r:id="rId40"/>
    <p:sldId id="491" r:id="rId41"/>
    <p:sldId id="440" r:id="rId42"/>
  </p:sldIdLst>
  <p:sldSz cx="9144000" cy="6858000" type="screen4x3"/>
  <p:notesSz cx="6858000" cy="9144000"/>
  <p:defaultTextStyle>
    <a:defPPr>
      <a:defRPr lang="pt-BR"/>
    </a:defPPr>
    <a:lvl1pPr algn="l" rtl="0" eaLnBrk="0" fontAlgn="base" hangingPunct="0">
      <a:spcBef>
        <a:spcPct val="0"/>
      </a:spcBef>
      <a:spcAft>
        <a:spcPct val="0"/>
      </a:spcAft>
      <a:defRPr sz="20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0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0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0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0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0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0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0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0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9253F0-F8E0-5540-A1EF-FA8E6D3DC3C3}" v="10" dt="2021-04-28T16:39:44.2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588"/>
    <p:restoredTop sz="92634"/>
  </p:normalViewPr>
  <p:slideViewPr>
    <p:cSldViewPr snapToGrid="0">
      <p:cViewPr varScale="1">
        <p:scale>
          <a:sx n="85" d="100"/>
          <a:sy n="85" d="100"/>
        </p:scale>
        <p:origin x="2320" y="176"/>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100" d="100"/>
        <a:sy n="100" d="100"/>
      </p:scale>
      <p:origin x="0" y="1302"/>
    </p:cViewPr>
  </p:sorterViewPr>
  <p:gridSpacing cx="45005" cy="45005"/>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3" Type="http://schemas.openxmlformats.org/officeDocument/2006/relationships/customXml" Target="../customXml/item3.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52"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customXml" Target="../customXml/item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s>
</file>

<file path=ppt/_rels/viewProps.xml.rels><?xml version="1.0" encoding="UTF-8" standalone="yes"?>
<Relationships xmlns="http://schemas.openxmlformats.org/package/2006/relationships"><Relationship Id="rId1" Type="http://schemas.openxmlformats.org/officeDocument/2006/relationships/slide" Target="slides/slide2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a Cristina dos Santos" userId="01e9a9a72c0916e9" providerId="LiveId" clId="{199253F0-F8E0-5540-A1EF-FA8E6D3DC3C3}"/>
    <pc:docChg chg="undo custSel delSld modSld sldOrd">
      <pc:chgData name="Andrea Cristina dos Santos" userId="01e9a9a72c0916e9" providerId="LiveId" clId="{199253F0-F8E0-5540-A1EF-FA8E6D3DC3C3}" dt="2021-04-28T16:39:53.026" v="132" actId="478"/>
      <pc:docMkLst>
        <pc:docMk/>
      </pc:docMkLst>
      <pc:sldChg chg="del">
        <pc:chgData name="Andrea Cristina dos Santos" userId="01e9a9a72c0916e9" providerId="LiveId" clId="{199253F0-F8E0-5540-A1EF-FA8E6D3DC3C3}" dt="2021-04-28T16:36:56.402" v="106" actId="2696"/>
        <pc:sldMkLst>
          <pc:docMk/>
          <pc:sldMk cId="2832289423" sldId="256"/>
        </pc:sldMkLst>
      </pc:sldChg>
      <pc:sldChg chg="del ord">
        <pc:chgData name="Andrea Cristina dos Santos" userId="01e9a9a72c0916e9" providerId="LiveId" clId="{199253F0-F8E0-5540-A1EF-FA8E6D3DC3C3}" dt="2021-04-28T16:37:38.636" v="110" actId="2696"/>
        <pc:sldMkLst>
          <pc:docMk/>
          <pc:sldMk cId="440885350" sldId="298"/>
        </pc:sldMkLst>
      </pc:sldChg>
      <pc:sldChg chg="del">
        <pc:chgData name="Andrea Cristina dos Santos" userId="01e9a9a72c0916e9" providerId="LiveId" clId="{199253F0-F8E0-5540-A1EF-FA8E6D3DC3C3}" dt="2021-04-28T16:37:13.124" v="108" actId="2696"/>
        <pc:sldMkLst>
          <pc:docMk/>
          <pc:sldMk cId="3763368643" sldId="299"/>
        </pc:sldMkLst>
      </pc:sldChg>
      <pc:sldChg chg="del">
        <pc:chgData name="Andrea Cristina dos Santos" userId="01e9a9a72c0916e9" providerId="LiveId" clId="{199253F0-F8E0-5540-A1EF-FA8E6D3DC3C3}" dt="2021-04-28T16:38:23.775" v="113" actId="2696"/>
        <pc:sldMkLst>
          <pc:docMk/>
          <pc:sldMk cId="3928672431" sldId="300"/>
        </pc:sldMkLst>
      </pc:sldChg>
      <pc:sldChg chg="del">
        <pc:chgData name="Andrea Cristina dos Santos" userId="01e9a9a72c0916e9" providerId="LiveId" clId="{199253F0-F8E0-5540-A1EF-FA8E6D3DC3C3}" dt="2021-04-28T16:37:39.842" v="111" actId="2696"/>
        <pc:sldMkLst>
          <pc:docMk/>
          <pc:sldMk cId="1406066586" sldId="301"/>
        </pc:sldMkLst>
      </pc:sldChg>
      <pc:sldChg chg="ord">
        <pc:chgData name="Andrea Cristina dos Santos" userId="01e9a9a72c0916e9" providerId="LiveId" clId="{199253F0-F8E0-5540-A1EF-FA8E6D3DC3C3}" dt="2021-04-28T16:37:35.736" v="109" actId="20578"/>
        <pc:sldMkLst>
          <pc:docMk/>
          <pc:sldMk cId="2752386337" sldId="302"/>
        </pc:sldMkLst>
      </pc:sldChg>
      <pc:sldChg chg="ord">
        <pc:chgData name="Andrea Cristina dos Santos" userId="01e9a9a72c0916e9" providerId="LiveId" clId="{199253F0-F8E0-5540-A1EF-FA8E6D3DC3C3}" dt="2021-04-28T16:38:19.925" v="112" actId="20578"/>
        <pc:sldMkLst>
          <pc:docMk/>
          <pc:sldMk cId="2217787795" sldId="303"/>
        </pc:sldMkLst>
      </pc:sldChg>
      <pc:sldChg chg="del">
        <pc:chgData name="Andrea Cristina dos Santos" userId="01e9a9a72c0916e9" providerId="LiveId" clId="{199253F0-F8E0-5540-A1EF-FA8E6D3DC3C3}" dt="2021-04-28T16:38:31.925" v="122" actId="2696"/>
        <pc:sldMkLst>
          <pc:docMk/>
          <pc:sldMk cId="566001703" sldId="304"/>
        </pc:sldMkLst>
      </pc:sldChg>
      <pc:sldChg chg="del">
        <pc:chgData name="Andrea Cristina dos Santos" userId="01e9a9a72c0916e9" providerId="LiveId" clId="{199253F0-F8E0-5540-A1EF-FA8E6D3DC3C3}" dt="2021-04-28T16:37:01.734" v="107" actId="2696"/>
        <pc:sldMkLst>
          <pc:docMk/>
          <pc:sldMk cId="3575860861" sldId="305"/>
        </pc:sldMkLst>
      </pc:sldChg>
      <pc:sldChg chg="del">
        <pc:chgData name="Andrea Cristina dos Santos" userId="01e9a9a72c0916e9" providerId="LiveId" clId="{199253F0-F8E0-5540-A1EF-FA8E6D3DC3C3}" dt="2021-04-28T16:38:25.577" v="114" actId="2696"/>
        <pc:sldMkLst>
          <pc:docMk/>
          <pc:sldMk cId="2454124861" sldId="307"/>
        </pc:sldMkLst>
      </pc:sldChg>
      <pc:sldChg chg="del">
        <pc:chgData name="Andrea Cristina dos Santos" userId="01e9a9a72c0916e9" providerId="LiveId" clId="{199253F0-F8E0-5540-A1EF-FA8E6D3DC3C3}" dt="2021-04-28T16:38:26.186" v="115" actId="2696"/>
        <pc:sldMkLst>
          <pc:docMk/>
          <pc:sldMk cId="1292150326" sldId="308"/>
        </pc:sldMkLst>
      </pc:sldChg>
      <pc:sldChg chg="del">
        <pc:chgData name="Andrea Cristina dos Santos" userId="01e9a9a72c0916e9" providerId="LiveId" clId="{199253F0-F8E0-5540-A1EF-FA8E6D3DC3C3}" dt="2021-04-28T16:38:26.658" v="116" actId="2696"/>
        <pc:sldMkLst>
          <pc:docMk/>
          <pc:sldMk cId="3400217529" sldId="309"/>
        </pc:sldMkLst>
      </pc:sldChg>
      <pc:sldChg chg="del">
        <pc:chgData name="Andrea Cristina dos Santos" userId="01e9a9a72c0916e9" providerId="LiveId" clId="{199253F0-F8E0-5540-A1EF-FA8E6D3DC3C3}" dt="2021-04-28T16:38:27.160" v="117" actId="2696"/>
        <pc:sldMkLst>
          <pc:docMk/>
          <pc:sldMk cId="3342976324" sldId="310"/>
        </pc:sldMkLst>
      </pc:sldChg>
      <pc:sldChg chg="del">
        <pc:chgData name="Andrea Cristina dos Santos" userId="01e9a9a72c0916e9" providerId="LiveId" clId="{199253F0-F8E0-5540-A1EF-FA8E6D3DC3C3}" dt="2021-04-28T16:38:27.620" v="118" actId="2696"/>
        <pc:sldMkLst>
          <pc:docMk/>
          <pc:sldMk cId="3535384296" sldId="311"/>
        </pc:sldMkLst>
      </pc:sldChg>
      <pc:sldChg chg="del">
        <pc:chgData name="Andrea Cristina dos Santos" userId="01e9a9a72c0916e9" providerId="LiveId" clId="{199253F0-F8E0-5540-A1EF-FA8E6D3DC3C3}" dt="2021-04-28T16:38:28.087" v="119" actId="2696"/>
        <pc:sldMkLst>
          <pc:docMk/>
          <pc:sldMk cId="2236129021" sldId="312"/>
        </pc:sldMkLst>
      </pc:sldChg>
      <pc:sldChg chg="del">
        <pc:chgData name="Andrea Cristina dos Santos" userId="01e9a9a72c0916e9" providerId="LiveId" clId="{199253F0-F8E0-5540-A1EF-FA8E6D3DC3C3}" dt="2021-04-28T16:38:28.554" v="120" actId="2696"/>
        <pc:sldMkLst>
          <pc:docMk/>
          <pc:sldMk cId="1869905272" sldId="313"/>
        </pc:sldMkLst>
      </pc:sldChg>
      <pc:sldChg chg="del">
        <pc:chgData name="Andrea Cristina dos Santos" userId="01e9a9a72c0916e9" providerId="LiveId" clId="{199253F0-F8E0-5540-A1EF-FA8E6D3DC3C3}" dt="2021-04-28T16:38:29.316" v="121" actId="2696"/>
        <pc:sldMkLst>
          <pc:docMk/>
          <pc:sldMk cId="766576414" sldId="314"/>
        </pc:sldMkLst>
      </pc:sldChg>
      <pc:sldChg chg="del">
        <pc:chgData name="Andrea Cristina dos Santos" userId="01e9a9a72c0916e9" providerId="LiveId" clId="{199253F0-F8E0-5540-A1EF-FA8E6D3DC3C3}" dt="2021-04-28T16:38:32.989" v="123" actId="2696"/>
        <pc:sldMkLst>
          <pc:docMk/>
          <pc:sldMk cId="3060496500" sldId="315"/>
        </pc:sldMkLst>
      </pc:sldChg>
      <pc:sldChg chg="del">
        <pc:chgData name="Andrea Cristina dos Santos" userId="01e9a9a72c0916e9" providerId="LiveId" clId="{199253F0-F8E0-5540-A1EF-FA8E6D3DC3C3}" dt="2021-04-28T16:38:33.891" v="124" actId="2696"/>
        <pc:sldMkLst>
          <pc:docMk/>
          <pc:sldMk cId="4275062461" sldId="316"/>
        </pc:sldMkLst>
      </pc:sldChg>
      <pc:sldChg chg="del">
        <pc:chgData name="Andrea Cristina dos Santos" userId="01e9a9a72c0916e9" providerId="LiveId" clId="{199253F0-F8E0-5540-A1EF-FA8E6D3DC3C3}" dt="2021-04-28T16:38:34.718" v="125" actId="2696"/>
        <pc:sldMkLst>
          <pc:docMk/>
          <pc:sldMk cId="2564113983" sldId="323"/>
        </pc:sldMkLst>
      </pc:sldChg>
      <pc:sldChg chg="modSp mod">
        <pc:chgData name="Andrea Cristina dos Santos" userId="01e9a9a72c0916e9" providerId="LiveId" clId="{199253F0-F8E0-5540-A1EF-FA8E6D3DC3C3}" dt="2021-04-28T14:56:21.266" v="74" actId="20577"/>
        <pc:sldMkLst>
          <pc:docMk/>
          <pc:sldMk cId="0" sldId="415"/>
        </pc:sldMkLst>
        <pc:spChg chg="mod">
          <ac:chgData name="Andrea Cristina dos Santos" userId="01e9a9a72c0916e9" providerId="LiveId" clId="{199253F0-F8E0-5540-A1EF-FA8E6D3DC3C3}" dt="2021-04-28T14:56:21.266" v="74" actId="20577"/>
          <ac:spMkLst>
            <pc:docMk/>
            <pc:sldMk cId="0" sldId="415"/>
            <ac:spMk id="17410" creationId="{1BF3E6B5-B23E-F343-8FA4-5BD2D3BDE58D}"/>
          </ac:spMkLst>
        </pc:spChg>
      </pc:sldChg>
      <pc:sldChg chg="modSp mod">
        <pc:chgData name="Andrea Cristina dos Santos" userId="01e9a9a72c0916e9" providerId="LiveId" clId="{199253F0-F8E0-5540-A1EF-FA8E6D3DC3C3}" dt="2021-04-28T14:56:46.826" v="76" actId="14100"/>
        <pc:sldMkLst>
          <pc:docMk/>
          <pc:sldMk cId="0" sldId="420"/>
        </pc:sldMkLst>
        <pc:spChg chg="mod">
          <ac:chgData name="Andrea Cristina dos Santos" userId="01e9a9a72c0916e9" providerId="LiveId" clId="{199253F0-F8E0-5540-A1EF-FA8E6D3DC3C3}" dt="2021-04-28T14:56:41.661" v="75" actId="1076"/>
          <ac:spMkLst>
            <pc:docMk/>
            <pc:sldMk cId="0" sldId="420"/>
            <ac:spMk id="5" creationId="{091C2964-1EE8-6E4B-AA5C-D021C5896E49}"/>
          </ac:spMkLst>
        </pc:spChg>
        <pc:graphicFrameChg chg="mod">
          <ac:chgData name="Andrea Cristina dos Santos" userId="01e9a9a72c0916e9" providerId="LiveId" clId="{199253F0-F8E0-5540-A1EF-FA8E6D3DC3C3}" dt="2021-04-28T14:56:46.826" v="76" actId="14100"/>
          <ac:graphicFrameMkLst>
            <pc:docMk/>
            <pc:sldMk cId="0" sldId="420"/>
            <ac:graphicFrameMk id="20481" creationId="{016CAF54-E548-6E42-8A13-CCFF21B08D58}"/>
          </ac:graphicFrameMkLst>
        </pc:graphicFrameChg>
      </pc:sldChg>
      <pc:sldChg chg="modSp">
        <pc:chgData name="Andrea Cristina dos Santos" userId="01e9a9a72c0916e9" providerId="LiveId" clId="{199253F0-F8E0-5540-A1EF-FA8E6D3DC3C3}" dt="2021-04-28T14:56:59.584" v="77" actId="14100"/>
        <pc:sldMkLst>
          <pc:docMk/>
          <pc:sldMk cId="0" sldId="424"/>
        </pc:sldMkLst>
        <pc:spChg chg="mod">
          <ac:chgData name="Andrea Cristina dos Santos" userId="01e9a9a72c0916e9" providerId="LiveId" clId="{199253F0-F8E0-5540-A1EF-FA8E6D3DC3C3}" dt="2021-04-28T14:56:59.584" v="77" actId="14100"/>
          <ac:spMkLst>
            <pc:docMk/>
            <pc:sldMk cId="0" sldId="424"/>
            <ac:spMk id="21510" creationId="{E511C7FE-5EC4-FB4F-B895-1F846F0FFC60}"/>
          </ac:spMkLst>
        </pc:spChg>
        <pc:spChg chg="mod">
          <ac:chgData name="Andrea Cristina dos Santos" userId="01e9a9a72c0916e9" providerId="LiveId" clId="{199253F0-F8E0-5540-A1EF-FA8E6D3DC3C3}" dt="2021-04-28T14:56:59.584" v="77" actId="14100"/>
          <ac:spMkLst>
            <pc:docMk/>
            <pc:sldMk cId="0" sldId="424"/>
            <ac:spMk id="21511" creationId="{B4CC7819-1C78-A142-8E22-646773729B4A}"/>
          </ac:spMkLst>
        </pc:spChg>
        <pc:spChg chg="mod">
          <ac:chgData name="Andrea Cristina dos Santos" userId="01e9a9a72c0916e9" providerId="LiveId" clId="{199253F0-F8E0-5540-A1EF-FA8E6D3DC3C3}" dt="2021-04-28T14:56:59.584" v="77" actId="14100"/>
          <ac:spMkLst>
            <pc:docMk/>
            <pc:sldMk cId="0" sldId="424"/>
            <ac:spMk id="21512" creationId="{3E3AC145-A54C-624B-B7B1-313B855436E2}"/>
          </ac:spMkLst>
        </pc:spChg>
        <pc:spChg chg="mod">
          <ac:chgData name="Andrea Cristina dos Santos" userId="01e9a9a72c0916e9" providerId="LiveId" clId="{199253F0-F8E0-5540-A1EF-FA8E6D3DC3C3}" dt="2021-04-28T14:56:59.584" v="77" actId="14100"/>
          <ac:spMkLst>
            <pc:docMk/>
            <pc:sldMk cId="0" sldId="424"/>
            <ac:spMk id="21513" creationId="{4C1EB790-63DA-0A46-BDB3-6D6B5BB210DF}"/>
          </ac:spMkLst>
        </pc:spChg>
        <pc:spChg chg="mod">
          <ac:chgData name="Andrea Cristina dos Santos" userId="01e9a9a72c0916e9" providerId="LiveId" clId="{199253F0-F8E0-5540-A1EF-FA8E6D3DC3C3}" dt="2021-04-28T14:56:59.584" v="77" actId="14100"/>
          <ac:spMkLst>
            <pc:docMk/>
            <pc:sldMk cId="0" sldId="424"/>
            <ac:spMk id="21514" creationId="{B7DD81A2-A29C-8F42-8326-B12297E2CDB1}"/>
          </ac:spMkLst>
        </pc:spChg>
        <pc:spChg chg="mod">
          <ac:chgData name="Andrea Cristina dos Santos" userId="01e9a9a72c0916e9" providerId="LiveId" clId="{199253F0-F8E0-5540-A1EF-FA8E6D3DC3C3}" dt="2021-04-28T14:56:59.584" v="77" actId="14100"/>
          <ac:spMkLst>
            <pc:docMk/>
            <pc:sldMk cId="0" sldId="424"/>
            <ac:spMk id="21515" creationId="{36932846-B91C-BA4D-B533-725DB0994903}"/>
          </ac:spMkLst>
        </pc:spChg>
        <pc:spChg chg="mod">
          <ac:chgData name="Andrea Cristina dos Santos" userId="01e9a9a72c0916e9" providerId="LiveId" clId="{199253F0-F8E0-5540-A1EF-FA8E6D3DC3C3}" dt="2021-04-28T14:56:59.584" v="77" actId="14100"/>
          <ac:spMkLst>
            <pc:docMk/>
            <pc:sldMk cId="0" sldId="424"/>
            <ac:spMk id="21522" creationId="{DA07C844-3795-EB41-8D56-F76BD02E5229}"/>
          </ac:spMkLst>
        </pc:spChg>
        <pc:spChg chg="mod">
          <ac:chgData name="Andrea Cristina dos Santos" userId="01e9a9a72c0916e9" providerId="LiveId" clId="{199253F0-F8E0-5540-A1EF-FA8E6D3DC3C3}" dt="2021-04-28T14:56:59.584" v="77" actId="14100"/>
          <ac:spMkLst>
            <pc:docMk/>
            <pc:sldMk cId="0" sldId="424"/>
            <ac:spMk id="21523" creationId="{16BCE81F-A2E2-A64E-A182-8A8AD1BAD435}"/>
          </ac:spMkLst>
        </pc:spChg>
        <pc:spChg chg="mod">
          <ac:chgData name="Andrea Cristina dos Santos" userId="01e9a9a72c0916e9" providerId="LiveId" clId="{199253F0-F8E0-5540-A1EF-FA8E6D3DC3C3}" dt="2021-04-28T14:56:59.584" v="77" actId="14100"/>
          <ac:spMkLst>
            <pc:docMk/>
            <pc:sldMk cId="0" sldId="424"/>
            <ac:spMk id="21525" creationId="{B9FF8F23-82EC-FC49-A64B-C4EBD9202F83}"/>
          </ac:spMkLst>
        </pc:spChg>
        <pc:spChg chg="mod">
          <ac:chgData name="Andrea Cristina dos Santos" userId="01e9a9a72c0916e9" providerId="LiveId" clId="{199253F0-F8E0-5540-A1EF-FA8E6D3DC3C3}" dt="2021-04-28T14:56:59.584" v="77" actId="14100"/>
          <ac:spMkLst>
            <pc:docMk/>
            <pc:sldMk cId="0" sldId="424"/>
            <ac:spMk id="21526" creationId="{3E086C73-48F5-164D-AAEB-D6E060EB291F}"/>
          </ac:spMkLst>
        </pc:spChg>
        <pc:spChg chg="mod">
          <ac:chgData name="Andrea Cristina dos Santos" userId="01e9a9a72c0916e9" providerId="LiveId" clId="{199253F0-F8E0-5540-A1EF-FA8E6D3DC3C3}" dt="2021-04-28T14:56:59.584" v="77" actId="14100"/>
          <ac:spMkLst>
            <pc:docMk/>
            <pc:sldMk cId="0" sldId="424"/>
            <ac:spMk id="21527" creationId="{366916B5-1342-DC4D-B006-8B76084BCF74}"/>
          </ac:spMkLst>
        </pc:spChg>
        <pc:spChg chg="mod">
          <ac:chgData name="Andrea Cristina dos Santos" userId="01e9a9a72c0916e9" providerId="LiveId" clId="{199253F0-F8E0-5540-A1EF-FA8E6D3DC3C3}" dt="2021-04-28T14:56:59.584" v="77" actId="14100"/>
          <ac:spMkLst>
            <pc:docMk/>
            <pc:sldMk cId="0" sldId="424"/>
            <ac:spMk id="21528" creationId="{C24190AA-571A-034B-AB53-7C3C155EE834}"/>
          </ac:spMkLst>
        </pc:spChg>
        <pc:spChg chg="mod">
          <ac:chgData name="Andrea Cristina dos Santos" userId="01e9a9a72c0916e9" providerId="LiveId" clId="{199253F0-F8E0-5540-A1EF-FA8E6D3DC3C3}" dt="2021-04-28T14:56:59.584" v="77" actId="14100"/>
          <ac:spMkLst>
            <pc:docMk/>
            <pc:sldMk cId="0" sldId="424"/>
            <ac:spMk id="21529" creationId="{13341399-1D21-434E-BAB9-D956E1A94A2D}"/>
          </ac:spMkLst>
        </pc:spChg>
        <pc:spChg chg="mod">
          <ac:chgData name="Andrea Cristina dos Santos" userId="01e9a9a72c0916e9" providerId="LiveId" clId="{199253F0-F8E0-5540-A1EF-FA8E6D3DC3C3}" dt="2021-04-28T14:56:59.584" v="77" actId="14100"/>
          <ac:spMkLst>
            <pc:docMk/>
            <pc:sldMk cId="0" sldId="424"/>
            <ac:spMk id="21530" creationId="{AF3E6ACA-F8E2-9449-B5D9-9722F8EFA2D3}"/>
          </ac:spMkLst>
        </pc:spChg>
        <pc:spChg chg="mod">
          <ac:chgData name="Andrea Cristina dos Santos" userId="01e9a9a72c0916e9" providerId="LiveId" clId="{199253F0-F8E0-5540-A1EF-FA8E6D3DC3C3}" dt="2021-04-28T14:56:59.584" v="77" actId="14100"/>
          <ac:spMkLst>
            <pc:docMk/>
            <pc:sldMk cId="0" sldId="424"/>
            <ac:spMk id="21531" creationId="{03835781-D386-0643-9480-2F065737B89D}"/>
          </ac:spMkLst>
        </pc:spChg>
        <pc:spChg chg="mod">
          <ac:chgData name="Andrea Cristina dos Santos" userId="01e9a9a72c0916e9" providerId="LiveId" clId="{199253F0-F8E0-5540-A1EF-FA8E6D3DC3C3}" dt="2021-04-28T14:56:59.584" v="77" actId="14100"/>
          <ac:spMkLst>
            <pc:docMk/>
            <pc:sldMk cId="0" sldId="424"/>
            <ac:spMk id="21532" creationId="{E9661095-14D8-784C-8700-F9C5B09BE91B}"/>
          </ac:spMkLst>
        </pc:spChg>
        <pc:spChg chg="mod">
          <ac:chgData name="Andrea Cristina dos Santos" userId="01e9a9a72c0916e9" providerId="LiveId" clId="{199253F0-F8E0-5540-A1EF-FA8E6D3DC3C3}" dt="2021-04-28T14:56:59.584" v="77" actId="14100"/>
          <ac:spMkLst>
            <pc:docMk/>
            <pc:sldMk cId="0" sldId="424"/>
            <ac:spMk id="21533" creationId="{2F909D0D-6E7C-6F4C-92FA-92383228D945}"/>
          </ac:spMkLst>
        </pc:spChg>
        <pc:spChg chg="mod">
          <ac:chgData name="Andrea Cristina dos Santos" userId="01e9a9a72c0916e9" providerId="LiveId" clId="{199253F0-F8E0-5540-A1EF-FA8E6D3DC3C3}" dt="2021-04-28T14:56:59.584" v="77" actId="14100"/>
          <ac:spMkLst>
            <pc:docMk/>
            <pc:sldMk cId="0" sldId="424"/>
            <ac:spMk id="21534" creationId="{FC5D1F58-8E0D-154C-8211-DFA284934BC7}"/>
          </ac:spMkLst>
        </pc:spChg>
        <pc:spChg chg="mod">
          <ac:chgData name="Andrea Cristina dos Santos" userId="01e9a9a72c0916e9" providerId="LiveId" clId="{199253F0-F8E0-5540-A1EF-FA8E6D3DC3C3}" dt="2021-04-28T14:56:59.584" v="77" actId="14100"/>
          <ac:spMkLst>
            <pc:docMk/>
            <pc:sldMk cId="0" sldId="424"/>
            <ac:spMk id="21536" creationId="{543E6253-F025-F94E-87BB-93662F22F971}"/>
          </ac:spMkLst>
        </pc:spChg>
        <pc:spChg chg="mod">
          <ac:chgData name="Andrea Cristina dos Santos" userId="01e9a9a72c0916e9" providerId="LiveId" clId="{199253F0-F8E0-5540-A1EF-FA8E6D3DC3C3}" dt="2021-04-28T14:56:59.584" v="77" actId="14100"/>
          <ac:spMkLst>
            <pc:docMk/>
            <pc:sldMk cId="0" sldId="424"/>
            <ac:spMk id="21537" creationId="{47C60C61-5BB7-DD49-9877-15B0DE8CB5BE}"/>
          </ac:spMkLst>
        </pc:spChg>
        <pc:spChg chg="mod">
          <ac:chgData name="Andrea Cristina dos Santos" userId="01e9a9a72c0916e9" providerId="LiveId" clId="{199253F0-F8E0-5540-A1EF-FA8E6D3DC3C3}" dt="2021-04-28T14:56:59.584" v="77" actId="14100"/>
          <ac:spMkLst>
            <pc:docMk/>
            <pc:sldMk cId="0" sldId="424"/>
            <ac:spMk id="21538" creationId="{F2ABDDD0-CF18-3D49-922A-03CDF8D2669F}"/>
          </ac:spMkLst>
        </pc:spChg>
        <pc:spChg chg="mod">
          <ac:chgData name="Andrea Cristina dos Santos" userId="01e9a9a72c0916e9" providerId="LiveId" clId="{199253F0-F8E0-5540-A1EF-FA8E6D3DC3C3}" dt="2021-04-28T14:56:59.584" v="77" actId="14100"/>
          <ac:spMkLst>
            <pc:docMk/>
            <pc:sldMk cId="0" sldId="424"/>
            <ac:spMk id="21539" creationId="{731BCCDD-C464-E040-BFC3-18A69F5A0E97}"/>
          </ac:spMkLst>
        </pc:spChg>
        <pc:spChg chg="mod">
          <ac:chgData name="Andrea Cristina dos Santos" userId="01e9a9a72c0916e9" providerId="LiveId" clId="{199253F0-F8E0-5540-A1EF-FA8E6D3DC3C3}" dt="2021-04-28T14:56:59.584" v="77" actId="14100"/>
          <ac:spMkLst>
            <pc:docMk/>
            <pc:sldMk cId="0" sldId="424"/>
            <ac:spMk id="21541" creationId="{44C9137E-586F-F642-8CC3-7CF97FD6DC1B}"/>
          </ac:spMkLst>
        </pc:spChg>
        <pc:spChg chg="mod">
          <ac:chgData name="Andrea Cristina dos Santos" userId="01e9a9a72c0916e9" providerId="LiveId" clId="{199253F0-F8E0-5540-A1EF-FA8E6D3DC3C3}" dt="2021-04-28T14:56:59.584" v="77" actId="14100"/>
          <ac:spMkLst>
            <pc:docMk/>
            <pc:sldMk cId="0" sldId="424"/>
            <ac:spMk id="21542" creationId="{C1515A83-5DAF-744D-BC41-451F8694708E}"/>
          </ac:spMkLst>
        </pc:spChg>
        <pc:spChg chg="mod">
          <ac:chgData name="Andrea Cristina dos Santos" userId="01e9a9a72c0916e9" providerId="LiveId" clId="{199253F0-F8E0-5540-A1EF-FA8E6D3DC3C3}" dt="2021-04-28T14:56:59.584" v="77" actId="14100"/>
          <ac:spMkLst>
            <pc:docMk/>
            <pc:sldMk cId="0" sldId="424"/>
            <ac:spMk id="21543" creationId="{0C5A2758-20F2-9948-95C3-2F2E7638BA44}"/>
          </ac:spMkLst>
        </pc:spChg>
        <pc:spChg chg="mod">
          <ac:chgData name="Andrea Cristina dos Santos" userId="01e9a9a72c0916e9" providerId="LiveId" clId="{199253F0-F8E0-5540-A1EF-FA8E6D3DC3C3}" dt="2021-04-28T14:56:59.584" v="77" actId="14100"/>
          <ac:spMkLst>
            <pc:docMk/>
            <pc:sldMk cId="0" sldId="424"/>
            <ac:spMk id="21544" creationId="{305EB45A-AB17-D748-A42E-79CBB998212D}"/>
          </ac:spMkLst>
        </pc:spChg>
        <pc:spChg chg="mod">
          <ac:chgData name="Andrea Cristina dos Santos" userId="01e9a9a72c0916e9" providerId="LiveId" clId="{199253F0-F8E0-5540-A1EF-FA8E6D3DC3C3}" dt="2021-04-28T14:56:59.584" v="77" actId="14100"/>
          <ac:spMkLst>
            <pc:docMk/>
            <pc:sldMk cId="0" sldId="424"/>
            <ac:spMk id="21546" creationId="{8539B477-9C21-BD4E-B836-5FD64BEF306F}"/>
          </ac:spMkLst>
        </pc:spChg>
        <pc:spChg chg="mod">
          <ac:chgData name="Andrea Cristina dos Santos" userId="01e9a9a72c0916e9" providerId="LiveId" clId="{199253F0-F8E0-5540-A1EF-FA8E6D3DC3C3}" dt="2021-04-28T14:56:59.584" v="77" actId="14100"/>
          <ac:spMkLst>
            <pc:docMk/>
            <pc:sldMk cId="0" sldId="424"/>
            <ac:spMk id="21548" creationId="{5ED4238F-AFAC-D341-A6F6-7E93BC21DD05}"/>
          </ac:spMkLst>
        </pc:spChg>
        <pc:spChg chg="mod">
          <ac:chgData name="Andrea Cristina dos Santos" userId="01e9a9a72c0916e9" providerId="LiveId" clId="{199253F0-F8E0-5540-A1EF-FA8E6D3DC3C3}" dt="2021-04-28T14:56:59.584" v="77" actId="14100"/>
          <ac:spMkLst>
            <pc:docMk/>
            <pc:sldMk cId="0" sldId="424"/>
            <ac:spMk id="21549" creationId="{6833C6E0-CCF0-D34A-BFF9-8C39207DE8CF}"/>
          </ac:spMkLst>
        </pc:spChg>
        <pc:spChg chg="mod">
          <ac:chgData name="Andrea Cristina dos Santos" userId="01e9a9a72c0916e9" providerId="LiveId" clId="{199253F0-F8E0-5540-A1EF-FA8E6D3DC3C3}" dt="2021-04-28T14:56:59.584" v="77" actId="14100"/>
          <ac:spMkLst>
            <pc:docMk/>
            <pc:sldMk cId="0" sldId="424"/>
            <ac:spMk id="21550" creationId="{602AE1E0-D4FF-CA4C-983F-CD2B470F3226}"/>
          </ac:spMkLst>
        </pc:spChg>
        <pc:spChg chg="mod">
          <ac:chgData name="Andrea Cristina dos Santos" userId="01e9a9a72c0916e9" providerId="LiveId" clId="{199253F0-F8E0-5540-A1EF-FA8E6D3DC3C3}" dt="2021-04-28T14:56:59.584" v="77" actId="14100"/>
          <ac:spMkLst>
            <pc:docMk/>
            <pc:sldMk cId="0" sldId="424"/>
            <ac:spMk id="21553" creationId="{3720C437-FEFC-F14E-AC74-EBFDEDC2176B}"/>
          </ac:spMkLst>
        </pc:spChg>
        <pc:spChg chg="mod">
          <ac:chgData name="Andrea Cristina dos Santos" userId="01e9a9a72c0916e9" providerId="LiveId" clId="{199253F0-F8E0-5540-A1EF-FA8E6D3DC3C3}" dt="2021-04-28T14:56:59.584" v="77" actId="14100"/>
          <ac:spMkLst>
            <pc:docMk/>
            <pc:sldMk cId="0" sldId="424"/>
            <ac:spMk id="21554" creationId="{31C4366C-E0B0-6F45-A381-1E8AAA1E9522}"/>
          </ac:spMkLst>
        </pc:spChg>
        <pc:spChg chg="mod">
          <ac:chgData name="Andrea Cristina dos Santos" userId="01e9a9a72c0916e9" providerId="LiveId" clId="{199253F0-F8E0-5540-A1EF-FA8E6D3DC3C3}" dt="2021-04-28T14:56:59.584" v="77" actId="14100"/>
          <ac:spMkLst>
            <pc:docMk/>
            <pc:sldMk cId="0" sldId="424"/>
            <ac:spMk id="21555" creationId="{6FC21BAD-6835-374F-ABFC-633B02D8FDE5}"/>
          </ac:spMkLst>
        </pc:spChg>
        <pc:spChg chg="mod">
          <ac:chgData name="Andrea Cristina dos Santos" userId="01e9a9a72c0916e9" providerId="LiveId" clId="{199253F0-F8E0-5540-A1EF-FA8E6D3DC3C3}" dt="2021-04-28T14:56:59.584" v="77" actId="14100"/>
          <ac:spMkLst>
            <pc:docMk/>
            <pc:sldMk cId="0" sldId="424"/>
            <ac:spMk id="21556" creationId="{FE0D3B68-F112-134D-A86E-8FDAC532C59D}"/>
          </ac:spMkLst>
        </pc:spChg>
        <pc:spChg chg="mod">
          <ac:chgData name="Andrea Cristina dos Santos" userId="01e9a9a72c0916e9" providerId="LiveId" clId="{199253F0-F8E0-5540-A1EF-FA8E6D3DC3C3}" dt="2021-04-28T14:56:59.584" v="77" actId="14100"/>
          <ac:spMkLst>
            <pc:docMk/>
            <pc:sldMk cId="0" sldId="424"/>
            <ac:spMk id="21557" creationId="{D662595A-FEFA-1648-8CF8-126F51EA23CD}"/>
          </ac:spMkLst>
        </pc:spChg>
        <pc:spChg chg="mod">
          <ac:chgData name="Andrea Cristina dos Santos" userId="01e9a9a72c0916e9" providerId="LiveId" clId="{199253F0-F8E0-5540-A1EF-FA8E6D3DC3C3}" dt="2021-04-28T14:56:59.584" v="77" actId="14100"/>
          <ac:spMkLst>
            <pc:docMk/>
            <pc:sldMk cId="0" sldId="424"/>
            <ac:spMk id="21558" creationId="{30700317-8D21-BB47-A820-94FC10F9430D}"/>
          </ac:spMkLst>
        </pc:spChg>
        <pc:grpChg chg="mod">
          <ac:chgData name="Andrea Cristina dos Santos" userId="01e9a9a72c0916e9" providerId="LiveId" clId="{199253F0-F8E0-5540-A1EF-FA8E6D3DC3C3}" dt="2021-04-28T14:56:59.584" v="77" actId="14100"/>
          <ac:grpSpMkLst>
            <pc:docMk/>
            <pc:sldMk cId="0" sldId="424"/>
            <ac:grpSpMk id="2" creationId="{F29055D9-A339-5F42-BD89-82AFFE6E680E}"/>
          </ac:grpSpMkLst>
        </pc:grpChg>
        <pc:grpChg chg="mod">
          <ac:chgData name="Andrea Cristina dos Santos" userId="01e9a9a72c0916e9" providerId="LiveId" clId="{199253F0-F8E0-5540-A1EF-FA8E6D3DC3C3}" dt="2021-04-28T14:56:59.584" v="77" actId="14100"/>
          <ac:grpSpMkLst>
            <pc:docMk/>
            <pc:sldMk cId="0" sldId="424"/>
            <ac:grpSpMk id="21508" creationId="{200473BF-1FE4-7946-999F-3801CEFAFE1A}"/>
          </ac:grpSpMkLst>
        </pc:grpChg>
        <pc:grpChg chg="mod">
          <ac:chgData name="Andrea Cristina dos Santos" userId="01e9a9a72c0916e9" providerId="LiveId" clId="{199253F0-F8E0-5540-A1EF-FA8E6D3DC3C3}" dt="2021-04-28T14:56:59.584" v="77" actId="14100"/>
          <ac:grpSpMkLst>
            <pc:docMk/>
            <pc:sldMk cId="0" sldId="424"/>
            <ac:grpSpMk id="21509" creationId="{0C974AB9-D12A-204E-B87A-BE5E73D35B46}"/>
          </ac:grpSpMkLst>
        </pc:grpChg>
        <pc:grpChg chg="mod">
          <ac:chgData name="Andrea Cristina dos Santos" userId="01e9a9a72c0916e9" providerId="LiveId" clId="{199253F0-F8E0-5540-A1EF-FA8E6D3DC3C3}" dt="2021-04-28T14:56:59.584" v="77" actId="14100"/>
          <ac:grpSpMkLst>
            <pc:docMk/>
            <pc:sldMk cId="0" sldId="424"/>
            <ac:grpSpMk id="21516" creationId="{5E6A6A36-6F22-604D-BB73-637037C048F0}"/>
          </ac:grpSpMkLst>
        </pc:grpChg>
        <pc:grpChg chg="mod">
          <ac:chgData name="Andrea Cristina dos Santos" userId="01e9a9a72c0916e9" providerId="LiveId" clId="{199253F0-F8E0-5540-A1EF-FA8E6D3DC3C3}" dt="2021-04-28T14:56:59.584" v="77" actId="14100"/>
          <ac:grpSpMkLst>
            <pc:docMk/>
            <pc:sldMk cId="0" sldId="424"/>
            <ac:grpSpMk id="21517" creationId="{1FF21821-E7E0-B847-9025-6F3551A91882}"/>
          </ac:grpSpMkLst>
        </pc:grpChg>
        <pc:grpChg chg="mod">
          <ac:chgData name="Andrea Cristina dos Santos" userId="01e9a9a72c0916e9" providerId="LiveId" clId="{199253F0-F8E0-5540-A1EF-FA8E6D3DC3C3}" dt="2021-04-28T14:56:59.584" v="77" actId="14100"/>
          <ac:grpSpMkLst>
            <pc:docMk/>
            <pc:sldMk cId="0" sldId="424"/>
            <ac:grpSpMk id="21518" creationId="{29AFCD8B-F04D-F54B-A2B4-1FE8B9913E0E}"/>
          </ac:grpSpMkLst>
        </pc:grpChg>
        <pc:grpChg chg="mod">
          <ac:chgData name="Andrea Cristina dos Santos" userId="01e9a9a72c0916e9" providerId="LiveId" clId="{199253F0-F8E0-5540-A1EF-FA8E6D3DC3C3}" dt="2021-04-28T14:56:59.584" v="77" actId="14100"/>
          <ac:grpSpMkLst>
            <pc:docMk/>
            <pc:sldMk cId="0" sldId="424"/>
            <ac:grpSpMk id="21519" creationId="{25BA6BA8-FA81-7948-A393-579CB4E2AF14}"/>
          </ac:grpSpMkLst>
        </pc:grpChg>
        <pc:grpChg chg="mod">
          <ac:chgData name="Andrea Cristina dos Santos" userId="01e9a9a72c0916e9" providerId="LiveId" clId="{199253F0-F8E0-5540-A1EF-FA8E6D3DC3C3}" dt="2021-04-28T14:56:59.584" v="77" actId="14100"/>
          <ac:grpSpMkLst>
            <pc:docMk/>
            <pc:sldMk cId="0" sldId="424"/>
            <ac:grpSpMk id="21520" creationId="{BEA5858E-A427-1A41-9213-71A7E5A93D57}"/>
          </ac:grpSpMkLst>
        </pc:grpChg>
        <pc:grpChg chg="mod">
          <ac:chgData name="Andrea Cristina dos Santos" userId="01e9a9a72c0916e9" providerId="LiveId" clId="{199253F0-F8E0-5540-A1EF-FA8E6D3DC3C3}" dt="2021-04-28T14:56:59.584" v="77" actId="14100"/>
          <ac:grpSpMkLst>
            <pc:docMk/>
            <pc:sldMk cId="0" sldId="424"/>
            <ac:grpSpMk id="21521" creationId="{1C8CF3FD-C093-D14C-939B-D78E374004DA}"/>
          </ac:grpSpMkLst>
        </pc:grpChg>
        <pc:grpChg chg="mod">
          <ac:chgData name="Andrea Cristina dos Santos" userId="01e9a9a72c0916e9" providerId="LiveId" clId="{199253F0-F8E0-5540-A1EF-FA8E6D3DC3C3}" dt="2021-04-28T14:56:59.584" v="77" actId="14100"/>
          <ac:grpSpMkLst>
            <pc:docMk/>
            <pc:sldMk cId="0" sldId="424"/>
            <ac:grpSpMk id="21524" creationId="{7AB753FA-7DB2-8C41-AA58-0F6934CE084B}"/>
          </ac:grpSpMkLst>
        </pc:grpChg>
        <pc:grpChg chg="mod">
          <ac:chgData name="Andrea Cristina dos Santos" userId="01e9a9a72c0916e9" providerId="LiveId" clId="{199253F0-F8E0-5540-A1EF-FA8E6D3DC3C3}" dt="2021-04-28T14:56:59.584" v="77" actId="14100"/>
          <ac:grpSpMkLst>
            <pc:docMk/>
            <pc:sldMk cId="0" sldId="424"/>
            <ac:grpSpMk id="21535" creationId="{717B97A9-C535-D54F-9827-6C39B38FA602}"/>
          </ac:grpSpMkLst>
        </pc:grpChg>
        <pc:grpChg chg="mod">
          <ac:chgData name="Andrea Cristina dos Santos" userId="01e9a9a72c0916e9" providerId="LiveId" clId="{199253F0-F8E0-5540-A1EF-FA8E6D3DC3C3}" dt="2021-04-28T14:56:59.584" v="77" actId="14100"/>
          <ac:grpSpMkLst>
            <pc:docMk/>
            <pc:sldMk cId="0" sldId="424"/>
            <ac:grpSpMk id="21540" creationId="{6C43170A-D628-7B49-88E9-30417ABEB9A7}"/>
          </ac:grpSpMkLst>
        </pc:grpChg>
        <pc:grpChg chg="mod">
          <ac:chgData name="Andrea Cristina dos Santos" userId="01e9a9a72c0916e9" providerId="LiveId" clId="{199253F0-F8E0-5540-A1EF-FA8E6D3DC3C3}" dt="2021-04-28T14:56:59.584" v="77" actId="14100"/>
          <ac:grpSpMkLst>
            <pc:docMk/>
            <pc:sldMk cId="0" sldId="424"/>
            <ac:grpSpMk id="21545" creationId="{A3B084E1-8F79-834F-95A3-D9CE1C093F3E}"/>
          </ac:grpSpMkLst>
        </pc:grpChg>
        <pc:grpChg chg="mod">
          <ac:chgData name="Andrea Cristina dos Santos" userId="01e9a9a72c0916e9" providerId="LiveId" clId="{199253F0-F8E0-5540-A1EF-FA8E6D3DC3C3}" dt="2021-04-28T14:56:59.584" v="77" actId="14100"/>
          <ac:grpSpMkLst>
            <pc:docMk/>
            <pc:sldMk cId="0" sldId="424"/>
            <ac:grpSpMk id="21547" creationId="{F796C13A-ED2E-EE49-AE8A-6F9E53FA0CF0}"/>
          </ac:grpSpMkLst>
        </pc:grpChg>
        <pc:grpChg chg="mod">
          <ac:chgData name="Andrea Cristina dos Santos" userId="01e9a9a72c0916e9" providerId="LiveId" clId="{199253F0-F8E0-5540-A1EF-FA8E6D3DC3C3}" dt="2021-04-28T14:56:59.584" v="77" actId="14100"/>
          <ac:grpSpMkLst>
            <pc:docMk/>
            <pc:sldMk cId="0" sldId="424"/>
            <ac:grpSpMk id="21551" creationId="{5659924B-9054-634C-8961-87631B34427C}"/>
          </ac:grpSpMkLst>
        </pc:grpChg>
        <pc:grpChg chg="mod">
          <ac:chgData name="Andrea Cristina dos Santos" userId="01e9a9a72c0916e9" providerId="LiveId" clId="{199253F0-F8E0-5540-A1EF-FA8E6D3DC3C3}" dt="2021-04-28T14:56:59.584" v="77" actId="14100"/>
          <ac:grpSpMkLst>
            <pc:docMk/>
            <pc:sldMk cId="0" sldId="424"/>
            <ac:grpSpMk id="21552" creationId="{FF1BCBEB-8075-FF46-9711-91BA130E2915}"/>
          </ac:grpSpMkLst>
        </pc:grpChg>
      </pc:sldChg>
      <pc:sldChg chg="modSp mod">
        <pc:chgData name="Andrea Cristina dos Santos" userId="01e9a9a72c0916e9" providerId="LiveId" clId="{199253F0-F8E0-5540-A1EF-FA8E6D3DC3C3}" dt="2021-04-28T14:57:29.597" v="79" actId="5793"/>
        <pc:sldMkLst>
          <pc:docMk/>
          <pc:sldMk cId="0" sldId="430"/>
        </pc:sldMkLst>
        <pc:spChg chg="mod">
          <ac:chgData name="Andrea Cristina dos Santos" userId="01e9a9a72c0916e9" providerId="LiveId" clId="{199253F0-F8E0-5540-A1EF-FA8E6D3DC3C3}" dt="2021-04-28T14:57:29.597" v="79" actId="5793"/>
          <ac:spMkLst>
            <pc:docMk/>
            <pc:sldMk cId="0" sldId="430"/>
            <ac:spMk id="24578" creationId="{9DD4838C-5F82-BA48-AF3C-4AB29AC0AB30}"/>
          </ac:spMkLst>
        </pc:spChg>
      </pc:sldChg>
      <pc:sldChg chg="addSp modSp mod">
        <pc:chgData name="Andrea Cristina dos Santos" userId="01e9a9a72c0916e9" providerId="LiveId" clId="{199253F0-F8E0-5540-A1EF-FA8E6D3DC3C3}" dt="2021-04-28T15:00:21.570" v="101" actId="14100"/>
        <pc:sldMkLst>
          <pc:docMk/>
          <pc:sldMk cId="0" sldId="435"/>
        </pc:sldMkLst>
        <pc:spChg chg="add mod">
          <ac:chgData name="Andrea Cristina dos Santos" userId="01e9a9a72c0916e9" providerId="LiveId" clId="{199253F0-F8E0-5540-A1EF-FA8E6D3DC3C3}" dt="2021-04-28T15:00:06.480" v="99" actId="207"/>
          <ac:spMkLst>
            <pc:docMk/>
            <pc:sldMk cId="0" sldId="435"/>
            <ac:spMk id="2" creationId="{9EFE7096-7E87-034B-928A-B4D22E66C59E}"/>
          </ac:spMkLst>
        </pc:spChg>
        <pc:spChg chg="mod">
          <ac:chgData name="Andrea Cristina dos Santos" userId="01e9a9a72c0916e9" providerId="LiveId" clId="{199253F0-F8E0-5540-A1EF-FA8E6D3DC3C3}" dt="2021-04-28T15:00:21.570" v="101" actId="14100"/>
          <ac:spMkLst>
            <pc:docMk/>
            <pc:sldMk cId="0" sldId="435"/>
            <ac:spMk id="33799" creationId="{C635AFF3-71F6-5044-AE66-D439586D0441}"/>
          </ac:spMkLst>
        </pc:spChg>
        <pc:spChg chg="mod">
          <ac:chgData name="Andrea Cristina dos Santos" userId="01e9a9a72c0916e9" providerId="LiveId" clId="{199253F0-F8E0-5540-A1EF-FA8E6D3DC3C3}" dt="2021-04-28T15:00:21.570" v="101" actId="14100"/>
          <ac:spMkLst>
            <pc:docMk/>
            <pc:sldMk cId="0" sldId="435"/>
            <ac:spMk id="33800" creationId="{F470281B-DA1E-3D45-8E2C-64D22BFE8AE7}"/>
          </ac:spMkLst>
        </pc:spChg>
        <pc:spChg chg="mod">
          <ac:chgData name="Andrea Cristina dos Santos" userId="01e9a9a72c0916e9" providerId="LiveId" clId="{199253F0-F8E0-5540-A1EF-FA8E6D3DC3C3}" dt="2021-04-28T15:00:21.570" v="101" actId="14100"/>
          <ac:spMkLst>
            <pc:docMk/>
            <pc:sldMk cId="0" sldId="435"/>
            <ac:spMk id="33801" creationId="{E7C8E967-3625-2448-AA40-959B86A6D59C}"/>
          </ac:spMkLst>
        </pc:spChg>
        <pc:spChg chg="mod">
          <ac:chgData name="Andrea Cristina dos Santos" userId="01e9a9a72c0916e9" providerId="LiveId" clId="{199253F0-F8E0-5540-A1EF-FA8E6D3DC3C3}" dt="2021-04-28T15:00:21.570" v="101" actId="14100"/>
          <ac:spMkLst>
            <pc:docMk/>
            <pc:sldMk cId="0" sldId="435"/>
            <ac:spMk id="33802" creationId="{9CF08C6C-0CC2-E543-AE25-84C3FF6BC722}"/>
          </ac:spMkLst>
        </pc:spChg>
        <pc:spChg chg="mod">
          <ac:chgData name="Andrea Cristina dos Santos" userId="01e9a9a72c0916e9" providerId="LiveId" clId="{199253F0-F8E0-5540-A1EF-FA8E6D3DC3C3}" dt="2021-04-28T15:00:21.570" v="101" actId="14100"/>
          <ac:spMkLst>
            <pc:docMk/>
            <pc:sldMk cId="0" sldId="435"/>
            <ac:spMk id="33803" creationId="{20444A4A-B748-3D44-93E3-632E06D4212B}"/>
          </ac:spMkLst>
        </pc:spChg>
        <pc:spChg chg="mod">
          <ac:chgData name="Andrea Cristina dos Santos" userId="01e9a9a72c0916e9" providerId="LiveId" clId="{199253F0-F8E0-5540-A1EF-FA8E6D3DC3C3}" dt="2021-04-28T15:00:21.570" v="101" actId="14100"/>
          <ac:spMkLst>
            <pc:docMk/>
            <pc:sldMk cId="0" sldId="435"/>
            <ac:spMk id="33804" creationId="{83E66297-DE47-6346-99DA-15B203C4CA70}"/>
          </ac:spMkLst>
        </pc:spChg>
        <pc:spChg chg="mod">
          <ac:chgData name="Andrea Cristina dos Santos" userId="01e9a9a72c0916e9" providerId="LiveId" clId="{199253F0-F8E0-5540-A1EF-FA8E6D3DC3C3}" dt="2021-04-28T15:00:21.570" v="101" actId="14100"/>
          <ac:spMkLst>
            <pc:docMk/>
            <pc:sldMk cId="0" sldId="435"/>
            <ac:spMk id="33811" creationId="{C45371A8-61FA-714E-9C80-E8DF3A0E3600}"/>
          </ac:spMkLst>
        </pc:spChg>
        <pc:spChg chg="mod">
          <ac:chgData name="Andrea Cristina dos Santos" userId="01e9a9a72c0916e9" providerId="LiveId" clId="{199253F0-F8E0-5540-A1EF-FA8E6D3DC3C3}" dt="2021-04-28T15:00:21.570" v="101" actId="14100"/>
          <ac:spMkLst>
            <pc:docMk/>
            <pc:sldMk cId="0" sldId="435"/>
            <ac:spMk id="33812" creationId="{314B47FC-5EBB-EF48-9ED1-6B6A42507BC2}"/>
          </ac:spMkLst>
        </pc:spChg>
        <pc:spChg chg="mod">
          <ac:chgData name="Andrea Cristina dos Santos" userId="01e9a9a72c0916e9" providerId="LiveId" clId="{199253F0-F8E0-5540-A1EF-FA8E6D3DC3C3}" dt="2021-04-28T15:00:21.570" v="101" actId="14100"/>
          <ac:spMkLst>
            <pc:docMk/>
            <pc:sldMk cId="0" sldId="435"/>
            <ac:spMk id="33814" creationId="{3EE4B272-73AA-F242-8301-C8C96A077A50}"/>
          </ac:spMkLst>
        </pc:spChg>
        <pc:spChg chg="mod">
          <ac:chgData name="Andrea Cristina dos Santos" userId="01e9a9a72c0916e9" providerId="LiveId" clId="{199253F0-F8E0-5540-A1EF-FA8E6D3DC3C3}" dt="2021-04-28T15:00:21.570" v="101" actId="14100"/>
          <ac:spMkLst>
            <pc:docMk/>
            <pc:sldMk cId="0" sldId="435"/>
            <ac:spMk id="33815" creationId="{82949C68-B7E1-2A49-BBE8-B984A0417BD7}"/>
          </ac:spMkLst>
        </pc:spChg>
        <pc:spChg chg="mod">
          <ac:chgData name="Andrea Cristina dos Santos" userId="01e9a9a72c0916e9" providerId="LiveId" clId="{199253F0-F8E0-5540-A1EF-FA8E6D3DC3C3}" dt="2021-04-28T15:00:21.570" v="101" actId="14100"/>
          <ac:spMkLst>
            <pc:docMk/>
            <pc:sldMk cId="0" sldId="435"/>
            <ac:spMk id="33816" creationId="{55D10056-00F5-3247-875D-8166B909FB73}"/>
          </ac:spMkLst>
        </pc:spChg>
        <pc:spChg chg="mod">
          <ac:chgData name="Andrea Cristina dos Santos" userId="01e9a9a72c0916e9" providerId="LiveId" clId="{199253F0-F8E0-5540-A1EF-FA8E6D3DC3C3}" dt="2021-04-28T15:00:21.570" v="101" actId="14100"/>
          <ac:spMkLst>
            <pc:docMk/>
            <pc:sldMk cId="0" sldId="435"/>
            <ac:spMk id="33817" creationId="{37026017-CED1-C845-AB96-4BEB063132B9}"/>
          </ac:spMkLst>
        </pc:spChg>
        <pc:spChg chg="mod">
          <ac:chgData name="Andrea Cristina dos Santos" userId="01e9a9a72c0916e9" providerId="LiveId" clId="{199253F0-F8E0-5540-A1EF-FA8E6D3DC3C3}" dt="2021-04-28T15:00:21.570" v="101" actId="14100"/>
          <ac:spMkLst>
            <pc:docMk/>
            <pc:sldMk cId="0" sldId="435"/>
            <ac:spMk id="33818" creationId="{CB0F8218-82CE-BB49-B14D-63B3C0DF6521}"/>
          </ac:spMkLst>
        </pc:spChg>
        <pc:spChg chg="mod">
          <ac:chgData name="Andrea Cristina dos Santos" userId="01e9a9a72c0916e9" providerId="LiveId" clId="{199253F0-F8E0-5540-A1EF-FA8E6D3DC3C3}" dt="2021-04-28T15:00:21.570" v="101" actId="14100"/>
          <ac:spMkLst>
            <pc:docMk/>
            <pc:sldMk cId="0" sldId="435"/>
            <ac:spMk id="33819" creationId="{86F40CF4-F071-CD48-AA86-19E8013A7120}"/>
          </ac:spMkLst>
        </pc:spChg>
        <pc:spChg chg="mod">
          <ac:chgData name="Andrea Cristina dos Santos" userId="01e9a9a72c0916e9" providerId="LiveId" clId="{199253F0-F8E0-5540-A1EF-FA8E6D3DC3C3}" dt="2021-04-28T15:00:21.570" v="101" actId="14100"/>
          <ac:spMkLst>
            <pc:docMk/>
            <pc:sldMk cId="0" sldId="435"/>
            <ac:spMk id="33820" creationId="{2670F781-9C81-0D4F-8F2D-661EDA5A5F7D}"/>
          </ac:spMkLst>
        </pc:spChg>
        <pc:spChg chg="mod">
          <ac:chgData name="Andrea Cristina dos Santos" userId="01e9a9a72c0916e9" providerId="LiveId" clId="{199253F0-F8E0-5540-A1EF-FA8E6D3DC3C3}" dt="2021-04-28T15:00:21.570" v="101" actId="14100"/>
          <ac:spMkLst>
            <pc:docMk/>
            <pc:sldMk cId="0" sldId="435"/>
            <ac:spMk id="33821" creationId="{D9658386-D6C7-8B41-A0FF-7B053C351617}"/>
          </ac:spMkLst>
        </pc:spChg>
        <pc:spChg chg="mod">
          <ac:chgData name="Andrea Cristina dos Santos" userId="01e9a9a72c0916e9" providerId="LiveId" clId="{199253F0-F8E0-5540-A1EF-FA8E6D3DC3C3}" dt="2021-04-28T15:00:21.570" v="101" actId="14100"/>
          <ac:spMkLst>
            <pc:docMk/>
            <pc:sldMk cId="0" sldId="435"/>
            <ac:spMk id="33822" creationId="{DAD08657-CAA5-3A4B-AA28-8278583C0EA3}"/>
          </ac:spMkLst>
        </pc:spChg>
        <pc:spChg chg="mod">
          <ac:chgData name="Andrea Cristina dos Santos" userId="01e9a9a72c0916e9" providerId="LiveId" clId="{199253F0-F8E0-5540-A1EF-FA8E6D3DC3C3}" dt="2021-04-28T15:00:21.570" v="101" actId="14100"/>
          <ac:spMkLst>
            <pc:docMk/>
            <pc:sldMk cId="0" sldId="435"/>
            <ac:spMk id="33823" creationId="{B19BF23B-6F0B-C944-B40C-973842496FDA}"/>
          </ac:spMkLst>
        </pc:spChg>
        <pc:spChg chg="mod">
          <ac:chgData name="Andrea Cristina dos Santos" userId="01e9a9a72c0916e9" providerId="LiveId" clId="{199253F0-F8E0-5540-A1EF-FA8E6D3DC3C3}" dt="2021-04-28T15:00:21.570" v="101" actId="14100"/>
          <ac:spMkLst>
            <pc:docMk/>
            <pc:sldMk cId="0" sldId="435"/>
            <ac:spMk id="33825" creationId="{FAC9322B-5C81-CE4C-A7E5-6B594957250F}"/>
          </ac:spMkLst>
        </pc:spChg>
        <pc:spChg chg="mod">
          <ac:chgData name="Andrea Cristina dos Santos" userId="01e9a9a72c0916e9" providerId="LiveId" clId="{199253F0-F8E0-5540-A1EF-FA8E6D3DC3C3}" dt="2021-04-28T15:00:21.570" v="101" actId="14100"/>
          <ac:spMkLst>
            <pc:docMk/>
            <pc:sldMk cId="0" sldId="435"/>
            <ac:spMk id="33826" creationId="{BF753B1C-DC0E-4749-90CA-DF7B7F283FB3}"/>
          </ac:spMkLst>
        </pc:spChg>
        <pc:spChg chg="mod">
          <ac:chgData name="Andrea Cristina dos Santos" userId="01e9a9a72c0916e9" providerId="LiveId" clId="{199253F0-F8E0-5540-A1EF-FA8E6D3DC3C3}" dt="2021-04-28T15:00:21.570" v="101" actId="14100"/>
          <ac:spMkLst>
            <pc:docMk/>
            <pc:sldMk cId="0" sldId="435"/>
            <ac:spMk id="33827" creationId="{A814D2C3-D1E9-3D4A-8EFC-140462DFABC4}"/>
          </ac:spMkLst>
        </pc:spChg>
        <pc:spChg chg="mod">
          <ac:chgData name="Andrea Cristina dos Santos" userId="01e9a9a72c0916e9" providerId="LiveId" clId="{199253F0-F8E0-5540-A1EF-FA8E6D3DC3C3}" dt="2021-04-28T15:00:21.570" v="101" actId="14100"/>
          <ac:spMkLst>
            <pc:docMk/>
            <pc:sldMk cId="0" sldId="435"/>
            <ac:spMk id="33828" creationId="{ACA17CE1-EB1D-7042-A833-B3A0DDE2ECFF}"/>
          </ac:spMkLst>
        </pc:spChg>
        <pc:spChg chg="mod">
          <ac:chgData name="Andrea Cristina dos Santos" userId="01e9a9a72c0916e9" providerId="LiveId" clId="{199253F0-F8E0-5540-A1EF-FA8E6D3DC3C3}" dt="2021-04-28T15:00:21.570" v="101" actId="14100"/>
          <ac:spMkLst>
            <pc:docMk/>
            <pc:sldMk cId="0" sldId="435"/>
            <ac:spMk id="33830" creationId="{EDC009BA-D4A5-E940-A43E-1548C5CC8EDE}"/>
          </ac:spMkLst>
        </pc:spChg>
        <pc:spChg chg="mod">
          <ac:chgData name="Andrea Cristina dos Santos" userId="01e9a9a72c0916e9" providerId="LiveId" clId="{199253F0-F8E0-5540-A1EF-FA8E6D3DC3C3}" dt="2021-04-28T15:00:21.570" v="101" actId="14100"/>
          <ac:spMkLst>
            <pc:docMk/>
            <pc:sldMk cId="0" sldId="435"/>
            <ac:spMk id="33831" creationId="{309F5C30-ED3C-2E45-89E4-82AF9F95AEBE}"/>
          </ac:spMkLst>
        </pc:spChg>
        <pc:spChg chg="mod">
          <ac:chgData name="Andrea Cristina dos Santos" userId="01e9a9a72c0916e9" providerId="LiveId" clId="{199253F0-F8E0-5540-A1EF-FA8E6D3DC3C3}" dt="2021-04-28T15:00:21.570" v="101" actId="14100"/>
          <ac:spMkLst>
            <pc:docMk/>
            <pc:sldMk cId="0" sldId="435"/>
            <ac:spMk id="33832" creationId="{F4A85B52-2CC3-5341-81F5-C0EA2A8F8A5B}"/>
          </ac:spMkLst>
        </pc:spChg>
        <pc:spChg chg="mod">
          <ac:chgData name="Andrea Cristina dos Santos" userId="01e9a9a72c0916e9" providerId="LiveId" clId="{199253F0-F8E0-5540-A1EF-FA8E6D3DC3C3}" dt="2021-04-28T15:00:21.570" v="101" actId="14100"/>
          <ac:spMkLst>
            <pc:docMk/>
            <pc:sldMk cId="0" sldId="435"/>
            <ac:spMk id="33833" creationId="{A4E01C8A-B0A9-7749-911A-B4928F356DC6}"/>
          </ac:spMkLst>
        </pc:spChg>
        <pc:spChg chg="mod">
          <ac:chgData name="Andrea Cristina dos Santos" userId="01e9a9a72c0916e9" providerId="LiveId" clId="{199253F0-F8E0-5540-A1EF-FA8E6D3DC3C3}" dt="2021-04-28T15:00:21.570" v="101" actId="14100"/>
          <ac:spMkLst>
            <pc:docMk/>
            <pc:sldMk cId="0" sldId="435"/>
            <ac:spMk id="33835" creationId="{D90F6595-C783-7247-AEDB-C1EBF77727DB}"/>
          </ac:spMkLst>
        </pc:spChg>
        <pc:spChg chg="mod">
          <ac:chgData name="Andrea Cristina dos Santos" userId="01e9a9a72c0916e9" providerId="LiveId" clId="{199253F0-F8E0-5540-A1EF-FA8E6D3DC3C3}" dt="2021-04-28T15:00:21.570" v="101" actId="14100"/>
          <ac:spMkLst>
            <pc:docMk/>
            <pc:sldMk cId="0" sldId="435"/>
            <ac:spMk id="33837" creationId="{C1A9C34D-2751-0749-BEE7-0613CD2F97A4}"/>
          </ac:spMkLst>
        </pc:spChg>
        <pc:spChg chg="mod">
          <ac:chgData name="Andrea Cristina dos Santos" userId="01e9a9a72c0916e9" providerId="LiveId" clId="{199253F0-F8E0-5540-A1EF-FA8E6D3DC3C3}" dt="2021-04-28T15:00:21.570" v="101" actId="14100"/>
          <ac:spMkLst>
            <pc:docMk/>
            <pc:sldMk cId="0" sldId="435"/>
            <ac:spMk id="33838" creationId="{9A92A820-78DF-E84D-8A58-1C6F899FB52E}"/>
          </ac:spMkLst>
        </pc:spChg>
        <pc:spChg chg="mod">
          <ac:chgData name="Andrea Cristina dos Santos" userId="01e9a9a72c0916e9" providerId="LiveId" clId="{199253F0-F8E0-5540-A1EF-FA8E6D3DC3C3}" dt="2021-04-28T15:00:21.570" v="101" actId="14100"/>
          <ac:spMkLst>
            <pc:docMk/>
            <pc:sldMk cId="0" sldId="435"/>
            <ac:spMk id="33839" creationId="{763EBE70-CAB2-2B48-ABFD-588A85CC6D65}"/>
          </ac:spMkLst>
        </pc:spChg>
        <pc:spChg chg="mod">
          <ac:chgData name="Andrea Cristina dos Santos" userId="01e9a9a72c0916e9" providerId="LiveId" clId="{199253F0-F8E0-5540-A1EF-FA8E6D3DC3C3}" dt="2021-04-28T15:00:21.570" v="101" actId="14100"/>
          <ac:spMkLst>
            <pc:docMk/>
            <pc:sldMk cId="0" sldId="435"/>
            <ac:spMk id="33842" creationId="{D77DDE2C-664B-8D42-90BF-F314A19D5A8B}"/>
          </ac:spMkLst>
        </pc:spChg>
        <pc:spChg chg="mod">
          <ac:chgData name="Andrea Cristina dos Santos" userId="01e9a9a72c0916e9" providerId="LiveId" clId="{199253F0-F8E0-5540-A1EF-FA8E6D3DC3C3}" dt="2021-04-28T15:00:21.570" v="101" actId="14100"/>
          <ac:spMkLst>
            <pc:docMk/>
            <pc:sldMk cId="0" sldId="435"/>
            <ac:spMk id="33843" creationId="{FF989D84-567B-4642-9D3D-D0EECA01F8F1}"/>
          </ac:spMkLst>
        </pc:spChg>
        <pc:spChg chg="mod">
          <ac:chgData name="Andrea Cristina dos Santos" userId="01e9a9a72c0916e9" providerId="LiveId" clId="{199253F0-F8E0-5540-A1EF-FA8E6D3DC3C3}" dt="2021-04-28T15:00:21.570" v="101" actId="14100"/>
          <ac:spMkLst>
            <pc:docMk/>
            <pc:sldMk cId="0" sldId="435"/>
            <ac:spMk id="33844" creationId="{B3934DE8-960E-3A43-B274-53A0282EF5E8}"/>
          </ac:spMkLst>
        </pc:spChg>
        <pc:spChg chg="mod">
          <ac:chgData name="Andrea Cristina dos Santos" userId="01e9a9a72c0916e9" providerId="LiveId" clId="{199253F0-F8E0-5540-A1EF-FA8E6D3DC3C3}" dt="2021-04-28T15:00:21.570" v="101" actId="14100"/>
          <ac:spMkLst>
            <pc:docMk/>
            <pc:sldMk cId="0" sldId="435"/>
            <ac:spMk id="33845" creationId="{D153E63D-C5F9-C643-9D73-F51F133B778B}"/>
          </ac:spMkLst>
        </pc:spChg>
        <pc:spChg chg="mod">
          <ac:chgData name="Andrea Cristina dos Santos" userId="01e9a9a72c0916e9" providerId="LiveId" clId="{199253F0-F8E0-5540-A1EF-FA8E6D3DC3C3}" dt="2021-04-28T15:00:21.570" v="101" actId="14100"/>
          <ac:spMkLst>
            <pc:docMk/>
            <pc:sldMk cId="0" sldId="435"/>
            <ac:spMk id="33846" creationId="{F29C5145-55EF-AC40-ABB1-F08B711DE07B}"/>
          </ac:spMkLst>
        </pc:spChg>
        <pc:spChg chg="mod">
          <ac:chgData name="Andrea Cristina dos Santos" userId="01e9a9a72c0916e9" providerId="LiveId" clId="{199253F0-F8E0-5540-A1EF-FA8E6D3DC3C3}" dt="2021-04-28T15:00:21.570" v="101" actId="14100"/>
          <ac:spMkLst>
            <pc:docMk/>
            <pc:sldMk cId="0" sldId="435"/>
            <ac:spMk id="33847" creationId="{ED436CA0-6708-EA44-A1D7-57FB8A2819F7}"/>
          </ac:spMkLst>
        </pc:spChg>
        <pc:grpChg chg="mod">
          <ac:chgData name="Andrea Cristina dos Santos" userId="01e9a9a72c0916e9" providerId="LiveId" clId="{199253F0-F8E0-5540-A1EF-FA8E6D3DC3C3}" dt="2021-04-28T15:00:21.570" v="101" actId="14100"/>
          <ac:grpSpMkLst>
            <pc:docMk/>
            <pc:sldMk cId="0" sldId="435"/>
            <ac:grpSpMk id="28" creationId="{3C16DEA9-FB34-7748-A357-4A7A66C90F3D}"/>
          </ac:grpSpMkLst>
        </pc:grpChg>
        <pc:grpChg chg="mod">
          <ac:chgData name="Andrea Cristina dos Santos" userId="01e9a9a72c0916e9" providerId="LiveId" clId="{199253F0-F8E0-5540-A1EF-FA8E6D3DC3C3}" dt="2021-04-28T15:00:21.570" v="101" actId="14100"/>
          <ac:grpSpMkLst>
            <pc:docMk/>
            <pc:sldMk cId="0" sldId="435"/>
            <ac:grpSpMk id="33797" creationId="{E4AA774B-46BE-3448-A0A4-8E47B3409B4C}"/>
          </ac:grpSpMkLst>
        </pc:grpChg>
        <pc:grpChg chg="mod">
          <ac:chgData name="Andrea Cristina dos Santos" userId="01e9a9a72c0916e9" providerId="LiveId" clId="{199253F0-F8E0-5540-A1EF-FA8E6D3DC3C3}" dt="2021-04-28T15:00:21.570" v="101" actId="14100"/>
          <ac:grpSpMkLst>
            <pc:docMk/>
            <pc:sldMk cId="0" sldId="435"/>
            <ac:grpSpMk id="33798" creationId="{68AB0083-5F83-B44C-938D-B43414198929}"/>
          </ac:grpSpMkLst>
        </pc:grpChg>
        <pc:grpChg chg="mod">
          <ac:chgData name="Andrea Cristina dos Santos" userId="01e9a9a72c0916e9" providerId="LiveId" clId="{199253F0-F8E0-5540-A1EF-FA8E6D3DC3C3}" dt="2021-04-28T15:00:21.570" v="101" actId="14100"/>
          <ac:grpSpMkLst>
            <pc:docMk/>
            <pc:sldMk cId="0" sldId="435"/>
            <ac:grpSpMk id="33805" creationId="{F3FD4548-5F4A-9A4A-83D1-E77CF2D81DF4}"/>
          </ac:grpSpMkLst>
        </pc:grpChg>
        <pc:grpChg chg="mod">
          <ac:chgData name="Andrea Cristina dos Santos" userId="01e9a9a72c0916e9" providerId="LiveId" clId="{199253F0-F8E0-5540-A1EF-FA8E6D3DC3C3}" dt="2021-04-28T15:00:21.570" v="101" actId="14100"/>
          <ac:grpSpMkLst>
            <pc:docMk/>
            <pc:sldMk cId="0" sldId="435"/>
            <ac:grpSpMk id="33806" creationId="{2BEBEB8C-1030-994D-80E0-8A05CFBADF9D}"/>
          </ac:grpSpMkLst>
        </pc:grpChg>
        <pc:grpChg chg="mod">
          <ac:chgData name="Andrea Cristina dos Santos" userId="01e9a9a72c0916e9" providerId="LiveId" clId="{199253F0-F8E0-5540-A1EF-FA8E6D3DC3C3}" dt="2021-04-28T15:00:21.570" v="101" actId="14100"/>
          <ac:grpSpMkLst>
            <pc:docMk/>
            <pc:sldMk cId="0" sldId="435"/>
            <ac:grpSpMk id="33807" creationId="{B6698B26-F036-254B-A9E2-079A8242283A}"/>
          </ac:grpSpMkLst>
        </pc:grpChg>
        <pc:grpChg chg="mod">
          <ac:chgData name="Andrea Cristina dos Santos" userId="01e9a9a72c0916e9" providerId="LiveId" clId="{199253F0-F8E0-5540-A1EF-FA8E6D3DC3C3}" dt="2021-04-28T15:00:21.570" v="101" actId="14100"/>
          <ac:grpSpMkLst>
            <pc:docMk/>
            <pc:sldMk cId="0" sldId="435"/>
            <ac:grpSpMk id="33808" creationId="{39682E7B-2FC8-3F49-8959-886F66E5D239}"/>
          </ac:grpSpMkLst>
        </pc:grpChg>
        <pc:grpChg chg="mod">
          <ac:chgData name="Andrea Cristina dos Santos" userId="01e9a9a72c0916e9" providerId="LiveId" clId="{199253F0-F8E0-5540-A1EF-FA8E6D3DC3C3}" dt="2021-04-28T15:00:21.570" v="101" actId="14100"/>
          <ac:grpSpMkLst>
            <pc:docMk/>
            <pc:sldMk cId="0" sldId="435"/>
            <ac:grpSpMk id="33809" creationId="{25787DFF-902A-D445-81EA-78F6DDFFFA47}"/>
          </ac:grpSpMkLst>
        </pc:grpChg>
        <pc:grpChg chg="mod">
          <ac:chgData name="Andrea Cristina dos Santos" userId="01e9a9a72c0916e9" providerId="LiveId" clId="{199253F0-F8E0-5540-A1EF-FA8E6D3DC3C3}" dt="2021-04-28T15:00:21.570" v="101" actId="14100"/>
          <ac:grpSpMkLst>
            <pc:docMk/>
            <pc:sldMk cId="0" sldId="435"/>
            <ac:grpSpMk id="33810" creationId="{F11293DF-58DF-6F4A-A580-48D063EDDBB9}"/>
          </ac:grpSpMkLst>
        </pc:grpChg>
        <pc:grpChg chg="mod">
          <ac:chgData name="Andrea Cristina dos Santos" userId="01e9a9a72c0916e9" providerId="LiveId" clId="{199253F0-F8E0-5540-A1EF-FA8E6D3DC3C3}" dt="2021-04-28T15:00:21.570" v="101" actId="14100"/>
          <ac:grpSpMkLst>
            <pc:docMk/>
            <pc:sldMk cId="0" sldId="435"/>
            <ac:grpSpMk id="33813" creationId="{262E7E14-5103-0049-B5C9-5A82FE9E572D}"/>
          </ac:grpSpMkLst>
        </pc:grpChg>
        <pc:grpChg chg="mod">
          <ac:chgData name="Andrea Cristina dos Santos" userId="01e9a9a72c0916e9" providerId="LiveId" clId="{199253F0-F8E0-5540-A1EF-FA8E6D3DC3C3}" dt="2021-04-28T15:00:21.570" v="101" actId="14100"/>
          <ac:grpSpMkLst>
            <pc:docMk/>
            <pc:sldMk cId="0" sldId="435"/>
            <ac:grpSpMk id="33824" creationId="{9D59075E-CF7D-924C-AD9E-EE73342FF9D9}"/>
          </ac:grpSpMkLst>
        </pc:grpChg>
        <pc:grpChg chg="mod">
          <ac:chgData name="Andrea Cristina dos Santos" userId="01e9a9a72c0916e9" providerId="LiveId" clId="{199253F0-F8E0-5540-A1EF-FA8E6D3DC3C3}" dt="2021-04-28T15:00:21.570" v="101" actId="14100"/>
          <ac:grpSpMkLst>
            <pc:docMk/>
            <pc:sldMk cId="0" sldId="435"/>
            <ac:grpSpMk id="33829" creationId="{FEC5FD0D-E484-4D4B-815A-564DC81167D9}"/>
          </ac:grpSpMkLst>
        </pc:grpChg>
        <pc:grpChg chg="mod">
          <ac:chgData name="Andrea Cristina dos Santos" userId="01e9a9a72c0916e9" providerId="LiveId" clId="{199253F0-F8E0-5540-A1EF-FA8E6D3DC3C3}" dt="2021-04-28T15:00:21.570" v="101" actId="14100"/>
          <ac:grpSpMkLst>
            <pc:docMk/>
            <pc:sldMk cId="0" sldId="435"/>
            <ac:grpSpMk id="33834" creationId="{870071D4-C0AC-0D4E-AB4F-69EA70F4F872}"/>
          </ac:grpSpMkLst>
        </pc:grpChg>
        <pc:grpChg chg="mod">
          <ac:chgData name="Andrea Cristina dos Santos" userId="01e9a9a72c0916e9" providerId="LiveId" clId="{199253F0-F8E0-5540-A1EF-FA8E6D3DC3C3}" dt="2021-04-28T15:00:21.570" v="101" actId="14100"/>
          <ac:grpSpMkLst>
            <pc:docMk/>
            <pc:sldMk cId="0" sldId="435"/>
            <ac:grpSpMk id="33836" creationId="{8E93462A-20A6-F740-A7F9-8D42C9A0179E}"/>
          </ac:grpSpMkLst>
        </pc:grpChg>
        <pc:grpChg chg="mod">
          <ac:chgData name="Andrea Cristina dos Santos" userId="01e9a9a72c0916e9" providerId="LiveId" clId="{199253F0-F8E0-5540-A1EF-FA8E6D3DC3C3}" dt="2021-04-28T15:00:21.570" v="101" actId="14100"/>
          <ac:grpSpMkLst>
            <pc:docMk/>
            <pc:sldMk cId="0" sldId="435"/>
            <ac:grpSpMk id="33840" creationId="{614A7520-9577-024C-929C-1C62C900936A}"/>
          </ac:grpSpMkLst>
        </pc:grpChg>
        <pc:grpChg chg="mod">
          <ac:chgData name="Andrea Cristina dos Santos" userId="01e9a9a72c0916e9" providerId="LiveId" clId="{199253F0-F8E0-5540-A1EF-FA8E6D3DC3C3}" dt="2021-04-28T15:00:21.570" v="101" actId="14100"/>
          <ac:grpSpMkLst>
            <pc:docMk/>
            <pc:sldMk cId="0" sldId="435"/>
            <ac:grpSpMk id="33841" creationId="{CFD96237-0A3E-C347-8861-CB8C95DEA82C}"/>
          </ac:grpSpMkLst>
        </pc:grpChg>
      </pc:sldChg>
      <pc:sldChg chg="modSp mod">
        <pc:chgData name="Andrea Cristina dos Santos" userId="01e9a9a72c0916e9" providerId="LiveId" clId="{199253F0-F8E0-5540-A1EF-FA8E6D3DC3C3}" dt="2021-04-28T15:01:05.418" v="104" actId="14100"/>
        <pc:sldMkLst>
          <pc:docMk/>
          <pc:sldMk cId="0" sldId="468"/>
        </pc:sldMkLst>
        <pc:spChg chg="mod">
          <ac:chgData name="Andrea Cristina dos Santos" userId="01e9a9a72c0916e9" providerId="LiveId" clId="{199253F0-F8E0-5540-A1EF-FA8E6D3DC3C3}" dt="2021-04-28T15:01:05.418" v="104" actId="14100"/>
          <ac:spMkLst>
            <pc:docMk/>
            <pc:sldMk cId="0" sldId="468"/>
            <ac:spMk id="37890" creationId="{D920C66F-DD58-914A-B9A3-9804F309F985}"/>
          </ac:spMkLst>
        </pc:spChg>
      </pc:sldChg>
      <pc:sldChg chg="modSp mod">
        <pc:chgData name="Andrea Cristina dos Santos" userId="01e9a9a72c0916e9" providerId="LiveId" clId="{199253F0-F8E0-5540-A1EF-FA8E6D3DC3C3}" dt="2021-04-28T16:39:05.468" v="127" actId="5793"/>
        <pc:sldMkLst>
          <pc:docMk/>
          <pc:sldMk cId="0" sldId="477"/>
        </pc:sldMkLst>
        <pc:spChg chg="mod">
          <ac:chgData name="Andrea Cristina dos Santos" userId="01e9a9a72c0916e9" providerId="LiveId" clId="{199253F0-F8E0-5540-A1EF-FA8E6D3DC3C3}" dt="2021-04-28T16:39:05.468" v="127" actId="5793"/>
          <ac:spMkLst>
            <pc:docMk/>
            <pc:sldMk cId="0" sldId="477"/>
            <ac:spMk id="56322" creationId="{283C3C1D-2CF5-FC4D-B976-C2596D33D639}"/>
          </ac:spMkLst>
        </pc:spChg>
      </pc:sldChg>
      <pc:sldChg chg="delSp modSp mod">
        <pc:chgData name="Andrea Cristina dos Santos" userId="01e9a9a72c0916e9" providerId="LiveId" clId="{199253F0-F8E0-5540-A1EF-FA8E6D3DC3C3}" dt="2021-04-28T16:39:53.026" v="132" actId="478"/>
        <pc:sldMkLst>
          <pc:docMk/>
          <pc:sldMk cId="0" sldId="481"/>
        </pc:sldMkLst>
        <pc:spChg chg="del">
          <ac:chgData name="Andrea Cristina dos Santos" userId="01e9a9a72c0916e9" providerId="LiveId" clId="{199253F0-F8E0-5540-A1EF-FA8E6D3DC3C3}" dt="2021-04-28T16:39:53.026" v="132" actId="478"/>
          <ac:spMkLst>
            <pc:docMk/>
            <pc:sldMk cId="0" sldId="481"/>
            <ac:spMk id="63499" creationId="{3AFBBAC2-F166-F240-B11D-174637B0D5E0}"/>
          </ac:spMkLst>
        </pc:spChg>
        <pc:spChg chg="del">
          <ac:chgData name="Andrea Cristina dos Santos" userId="01e9a9a72c0916e9" providerId="LiveId" clId="{199253F0-F8E0-5540-A1EF-FA8E6D3DC3C3}" dt="2021-04-28T16:39:49.122" v="131" actId="478"/>
          <ac:spMkLst>
            <pc:docMk/>
            <pc:sldMk cId="0" sldId="481"/>
            <ac:spMk id="63500" creationId="{99A72E99-5FFB-024B-8FC7-60407B82032A}"/>
          </ac:spMkLst>
        </pc:spChg>
        <pc:spChg chg="mod">
          <ac:chgData name="Andrea Cristina dos Santos" userId="01e9a9a72c0916e9" providerId="LiveId" clId="{199253F0-F8E0-5540-A1EF-FA8E6D3DC3C3}" dt="2021-04-28T16:39:44.222" v="130" actId="167"/>
          <ac:spMkLst>
            <pc:docMk/>
            <pc:sldMk cId="0" sldId="481"/>
            <ac:spMk id="63501" creationId="{FD290F9F-46C6-0448-B5DB-2B9D132A5BA7}"/>
          </ac:spMkLst>
        </pc:spChg>
        <pc:spChg chg="mod">
          <ac:chgData name="Andrea Cristina dos Santos" userId="01e9a9a72c0916e9" providerId="LiveId" clId="{199253F0-F8E0-5540-A1EF-FA8E6D3DC3C3}" dt="2021-04-28T16:39:28.059" v="128" actId="14100"/>
          <ac:spMkLst>
            <pc:docMk/>
            <pc:sldMk cId="0" sldId="481"/>
            <ac:spMk id="63504" creationId="{4B0CBDB3-54F4-1142-9A94-9FE355D7CE2A}"/>
          </ac:spMkLst>
        </pc:spChg>
        <pc:cxnChg chg="mod">
          <ac:chgData name="Andrea Cristina dos Santos" userId="01e9a9a72c0916e9" providerId="LiveId" clId="{199253F0-F8E0-5540-A1EF-FA8E6D3DC3C3}" dt="2021-04-28T16:39:49.122" v="131" actId="478"/>
          <ac:cxnSpMkLst>
            <pc:docMk/>
            <pc:sldMk cId="0" sldId="481"/>
            <ac:cxnSpMk id="63497" creationId="{D6609DB4-CDD3-9F45-BB18-ABC4D3CC5A19}"/>
          </ac:cxnSpMkLst>
        </pc:cxnChg>
        <pc:cxnChg chg="mod">
          <ac:chgData name="Andrea Cristina dos Santos" userId="01e9a9a72c0916e9" providerId="LiveId" clId="{199253F0-F8E0-5540-A1EF-FA8E6D3DC3C3}" dt="2021-04-28T16:39:53.026" v="132" actId="478"/>
          <ac:cxnSpMkLst>
            <pc:docMk/>
            <pc:sldMk cId="0" sldId="481"/>
            <ac:cxnSpMk id="63498" creationId="{6B79A19B-7481-1547-9469-91D9A6E5C389}"/>
          </ac:cxnSpMkLst>
        </pc:cxnChg>
        <pc:cxnChg chg="mod">
          <ac:chgData name="Andrea Cristina dos Santos" userId="01e9a9a72c0916e9" providerId="LiveId" clId="{199253F0-F8E0-5540-A1EF-FA8E6D3DC3C3}" dt="2021-04-28T16:39:37.606" v="129" actId="167"/>
          <ac:cxnSpMkLst>
            <pc:docMk/>
            <pc:sldMk cId="0" sldId="481"/>
            <ac:cxnSpMk id="63511" creationId="{47ECAFD4-E1E5-9E4C-8DEC-D450A9C68B77}"/>
          </ac:cxnSpMkLst>
        </pc:cxnChg>
        <pc:cxnChg chg="mod">
          <ac:chgData name="Andrea Cristina dos Santos" userId="01e9a9a72c0916e9" providerId="LiveId" clId="{199253F0-F8E0-5540-A1EF-FA8E6D3DC3C3}" dt="2021-04-28T16:39:28.059" v="128" actId="14100"/>
          <ac:cxnSpMkLst>
            <pc:docMk/>
            <pc:sldMk cId="0" sldId="481"/>
            <ac:cxnSpMk id="63512" creationId="{A4137893-7EB0-474E-924B-2B05081F52B1}"/>
          </ac:cxnSpMkLst>
        </pc:cxnChg>
        <pc:cxnChg chg="mod">
          <ac:chgData name="Andrea Cristina dos Santos" userId="01e9a9a72c0916e9" providerId="LiveId" clId="{199253F0-F8E0-5540-A1EF-FA8E6D3DC3C3}" dt="2021-04-28T16:39:28.059" v="128" actId="14100"/>
          <ac:cxnSpMkLst>
            <pc:docMk/>
            <pc:sldMk cId="0" sldId="481"/>
            <ac:cxnSpMk id="63513" creationId="{75CD635B-9D1A-4D45-A8CB-DF8EF92ECBDA}"/>
          </ac:cxnSpMkLst>
        </pc:cxnChg>
        <pc:cxnChg chg="mod">
          <ac:chgData name="Andrea Cristina dos Santos" userId="01e9a9a72c0916e9" providerId="LiveId" clId="{199253F0-F8E0-5540-A1EF-FA8E6D3DC3C3}" dt="2021-04-28T16:39:28.059" v="128" actId="14100"/>
          <ac:cxnSpMkLst>
            <pc:docMk/>
            <pc:sldMk cId="0" sldId="481"/>
            <ac:cxnSpMk id="63514" creationId="{57ED447C-4D0E-884D-8EBD-977CD5178C57}"/>
          </ac:cxnSpMkLst>
        </pc:cxnChg>
      </pc:sld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5.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2864106C-6F1D-3440-AE73-D1D370D97E4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spcBef>
                <a:spcPct val="50000"/>
              </a:spcBef>
              <a:defRPr sz="1200" smtClean="0">
                <a:latin typeface="Arial" charset="0"/>
                <a:ea typeface="ＭＳ Ｐゴシック" charset="-128"/>
              </a:defRPr>
            </a:lvl1pPr>
          </a:lstStyle>
          <a:p>
            <a:pPr>
              <a:defRPr/>
            </a:pPr>
            <a:endParaRPr lang="pt-BR"/>
          </a:p>
        </p:txBody>
      </p:sp>
      <p:sp>
        <p:nvSpPr>
          <p:cNvPr id="3" name="Espaço Reservado para Data 2">
            <a:extLst>
              <a:ext uri="{FF2B5EF4-FFF2-40B4-BE49-F238E27FC236}">
                <a16:creationId xmlns:a16="http://schemas.microsoft.com/office/drawing/2014/main" id="{3D360F2B-F523-C543-8FBE-0FAFB8520CB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hangingPunct="1">
              <a:spcBef>
                <a:spcPct val="50000"/>
              </a:spcBef>
              <a:defRPr sz="1200" smtClean="0">
                <a:latin typeface="Arial" charset="0"/>
                <a:ea typeface="ＭＳ Ｐゴシック" charset="-128"/>
              </a:defRPr>
            </a:lvl1pPr>
          </a:lstStyle>
          <a:p>
            <a:pPr>
              <a:defRPr/>
            </a:pPr>
            <a:fld id="{01E58F28-A139-AD40-B06F-AF9386AE7A49}" type="datetimeFigureOut">
              <a:rPr lang="pt-BR"/>
              <a:pPr>
                <a:defRPr/>
              </a:pPr>
              <a:t>28/04/2021</a:t>
            </a:fld>
            <a:endParaRPr lang="pt-BR"/>
          </a:p>
        </p:txBody>
      </p:sp>
      <p:sp>
        <p:nvSpPr>
          <p:cNvPr id="4" name="Espaço Reservado para Rodapé 3">
            <a:extLst>
              <a:ext uri="{FF2B5EF4-FFF2-40B4-BE49-F238E27FC236}">
                <a16:creationId xmlns:a16="http://schemas.microsoft.com/office/drawing/2014/main" id="{810F6837-494E-9F43-8441-A04E191E778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hangingPunct="1">
              <a:spcBef>
                <a:spcPct val="50000"/>
              </a:spcBef>
              <a:defRPr sz="1200" smtClean="0">
                <a:latin typeface="Arial" charset="0"/>
                <a:ea typeface="ＭＳ Ｐゴシック" charset="-128"/>
              </a:defRPr>
            </a:lvl1pPr>
          </a:lstStyle>
          <a:p>
            <a:pPr>
              <a:defRPr/>
            </a:pPr>
            <a:endParaRPr lang="pt-BR"/>
          </a:p>
        </p:txBody>
      </p:sp>
      <p:sp>
        <p:nvSpPr>
          <p:cNvPr id="5" name="Espaço Reservado para Número de Slide 4">
            <a:extLst>
              <a:ext uri="{FF2B5EF4-FFF2-40B4-BE49-F238E27FC236}">
                <a16:creationId xmlns:a16="http://schemas.microsoft.com/office/drawing/2014/main" id="{21C9E120-60BD-2D47-9E3A-1319DA35E85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eaLnBrk="1" hangingPunct="1">
              <a:spcBef>
                <a:spcPct val="50000"/>
              </a:spcBef>
              <a:defRPr sz="1200" smtClean="0">
                <a:latin typeface="Arial" charset="0"/>
                <a:ea typeface="ＭＳ Ｐゴシック" charset="-128"/>
              </a:defRPr>
            </a:lvl1pPr>
          </a:lstStyle>
          <a:p>
            <a:pPr>
              <a:defRPr/>
            </a:pPr>
            <a:fld id="{1649E487-E730-C441-AA6B-BDF3DF97D37F}" type="slidenum">
              <a:rPr lang="pt-BR"/>
              <a:pPr>
                <a:defRPr/>
              </a:pPr>
              <a:t>‹nº›</a:t>
            </a:fld>
            <a:endParaRPr lang="pt-B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61D7CC5C-6B1D-E442-8FC6-32D8E0F366E0}"/>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spcBef>
                <a:spcPct val="0"/>
              </a:spcBef>
              <a:defRPr sz="1200">
                <a:latin typeface="Arial" charset="0"/>
                <a:ea typeface="+mn-ea"/>
              </a:defRPr>
            </a:lvl1pPr>
          </a:lstStyle>
          <a:p>
            <a:pPr>
              <a:defRPr/>
            </a:pPr>
            <a:endParaRPr lang="pt-BR"/>
          </a:p>
        </p:txBody>
      </p:sp>
      <p:sp>
        <p:nvSpPr>
          <p:cNvPr id="30723" name="Rectangle 3">
            <a:extLst>
              <a:ext uri="{FF2B5EF4-FFF2-40B4-BE49-F238E27FC236}">
                <a16:creationId xmlns:a16="http://schemas.microsoft.com/office/drawing/2014/main" id="{EF0BEFA1-DB36-9246-9FC6-46F1305C8F87}"/>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spcBef>
                <a:spcPct val="0"/>
              </a:spcBef>
              <a:defRPr sz="1200">
                <a:latin typeface="Arial" charset="0"/>
                <a:ea typeface="+mn-ea"/>
              </a:defRPr>
            </a:lvl1pPr>
          </a:lstStyle>
          <a:p>
            <a:pPr>
              <a:defRPr/>
            </a:pPr>
            <a:endParaRPr lang="pt-BR"/>
          </a:p>
        </p:txBody>
      </p:sp>
      <p:sp>
        <p:nvSpPr>
          <p:cNvPr id="16388" name="Rectangle 4">
            <a:extLst>
              <a:ext uri="{FF2B5EF4-FFF2-40B4-BE49-F238E27FC236}">
                <a16:creationId xmlns:a16="http://schemas.microsoft.com/office/drawing/2014/main" id="{8099C10B-5769-F34F-85FB-59E057B157C9}"/>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5" name="Rectangle 5">
            <a:extLst>
              <a:ext uri="{FF2B5EF4-FFF2-40B4-BE49-F238E27FC236}">
                <a16:creationId xmlns:a16="http://schemas.microsoft.com/office/drawing/2014/main" id="{8D566D03-2C9D-E845-8622-7A21BEE03A9B}"/>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pt-BR" altLang="x-none" noProof="0"/>
              <a:t>Clique para editar os estilos do texto mestre</a:t>
            </a:r>
          </a:p>
          <a:p>
            <a:pPr lvl="1"/>
            <a:r>
              <a:rPr lang="pt-BR" altLang="x-none" noProof="0"/>
              <a:t>Segundo nível</a:t>
            </a:r>
          </a:p>
          <a:p>
            <a:pPr lvl="2"/>
            <a:r>
              <a:rPr lang="pt-BR" altLang="x-none" noProof="0"/>
              <a:t>Terceiro nível</a:t>
            </a:r>
          </a:p>
          <a:p>
            <a:pPr lvl="3"/>
            <a:r>
              <a:rPr lang="pt-BR" altLang="x-none" noProof="0"/>
              <a:t>Quarto nível</a:t>
            </a:r>
          </a:p>
          <a:p>
            <a:pPr lvl="4"/>
            <a:r>
              <a:rPr lang="pt-BR" altLang="x-none" noProof="0"/>
              <a:t>Quinto nível</a:t>
            </a:r>
          </a:p>
        </p:txBody>
      </p:sp>
      <p:sp>
        <p:nvSpPr>
          <p:cNvPr id="30726" name="Rectangle 6">
            <a:extLst>
              <a:ext uri="{FF2B5EF4-FFF2-40B4-BE49-F238E27FC236}">
                <a16:creationId xmlns:a16="http://schemas.microsoft.com/office/drawing/2014/main" id="{647F674B-7926-BC4F-91BC-B24A0C16D9FD}"/>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spcBef>
                <a:spcPct val="0"/>
              </a:spcBef>
              <a:defRPr sz="1200">
                <a:latin typeface="Arial" charset="0"/>
                <a:ea typeface="+mn-ea"/>
              </a:defRPr>
            </a:lvl1pPr>
          </a:lstStyle>
          <a:p>
            <a:pPr>
              <a:defRPr/>
            </a:pPr>
            <a:endParaRPr lang="pt-BR"/>
          </a:p>
        </p:txBody>
      </p:sp>
      <p:sp>
        <p:nvSpPr>
          <p:cNvPr id="30727" name="Rectangle 7">
            <a:extLst>
              <a:ext uri="{FF2B5EF4-FFF2-40B4-BE49-F238E27FC236}">
                <a16:creationId xmlns:a16="http://schemas.microsoft.com/office/drawing/2014/main" id="{F4BF31A5-5F70-3646-AFFE-D484C022ADDA}"/>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spcBef>
                <a:spcPct val="0"/>
              </a:spcBef>
              <a:defRPr sz="1200" smtClean="0">
                <a:latin typeface="Arial" charset="0"/>
                <a:ea typeface="ＭＳ Ｐゴシック" charset="-128"/>
              </a:defRPr>
            </a:lvl1pPr>
          </a:lstStyle>
          <a:p>
            <a:pPr>
              <a:defRPr/>
            </a:pPr>
            <a:fld id="{66ADF651-3D28-C44F-9434-EEDE7BD57498}" type="slidenum">
              <a:rPr lang="pt-BR" altLang="x-none"/>
              <a:pPr>
                <a:defRPr/>
              </a:pPr>
              <a:t>‹nº›</a:t>
            </a:fld>
            <a:endParaRPr lang="pt-BR" altLang="x-none"/>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mn-cs"/>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a:extLst>
              <a:ext uri="{FF2B5EF4-FFF2-40B4-BE49-F238E27FC236}">
                <a16:creationId xmlns:a16="http://schemas.microsoft.com/office/drawing/2014/main" id="{7697BFB3-0D60-B24D-ABC5-AA5F7E7C194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8C545181-D101-CB4C-83D3-0AE2C0C14876}" type="slidenum">
              <a:rPr lang="pt-BR" altLang="pt-BR"/>
              <a:pPr>
                <a:spcBef>
                  <a:spcPct val="0"/>
                </a:spcBef>
              </a:pPr>
              <a:t>2</a:t>
            </a:fld>
            <a:endParaRPr lang="pt-BR" altLang="pt-BR"/>
          </a:p>
        </p:txBody>
      </p:sp>
      <p:sp>
        <p:nvSpPr>
          <p:cNvPr id="19458" name="Rectangle 2">
            <a:extLst>
              <a:ext uri="{FF2B5EF4-FFF2-40B4-BE49-F238E27FC236}">
                <a16:creationId xmlns:a16="http://schemas.microsoft.com/office/drawing/2014/main" id="{EEEF6B82-CC93-E344-B2C2-0020307D46FE}"/>
              </a:ext>
            </a:extLst>
          </p:cNvPr>
          <p:cNvSpPr>
            <a:spLocks noGrp="1" noRot="1" noChangeAspect="1" noChangeArrowheads="1" noTextEdit="1"/>
          </p:cNvSpPr>
          <p:nvPr>
            <p:ph type="sldImg"/>
          </p:nvPr>
        </p:nvSpPr>
        <p:spPr>
          <a:ln/>
        </p:spPr>
      </p:sp>
      <p:sp>
        <p:nvSpPr>
          <p:cNvPr id="19459" name="Rectangle 3">
            <a:extLst>
              <a:ext uri="{FF2B5EF4-FFF2-40B4-BE49-F238E27FC236}">
                <a16:creationId xmlns:a16="http://schemas.microsoft.com/office/drawing/2014/main" id="{D1DA67D4-D986-0243-B66F-3C623132D62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Espaço Reservado para Imagem de Slide 1">
            <a:extLst>
              <a:ext uri="{FF2B5EF4-FFF2-40B4-BE49-F238E27FC236}">
                <a16:creationId xmlns:a16="http://schemas.microsoft.com/office/drawing/2014/main" id="{00E83951-6EB6-A64E-B1FB-41BC56DD843B}"/>
              </a:ext>
            </a:extLst>
          </p:cNvPr>
          <p:cNvSpPr>
            <a:spLocks noGrp="1" noRot="1" noChangeAspect="1" noTextEdit="1"/>
          </p:cNvSpPr>
          <p:nvPr>
            <p:ph type="sldImg"/>
          </p:nvPr>
        </p:nvSpPr>
        <p:spPr>
          <a:ln/>
        </p:spPr>
      </p:sp>
      <p:sp>
        <p:nvSpPr>
          <p:cNvPr id="25602" name="Espaço Reservado para Anotações 2">
            <a:extLst>
              <a:ext uri="{FF2B5EF4-FFF2-40B4-BE49-F238E27FC236}">
                <a16:creationId xmlns:a16="http://schemas.microsoft.com/office/drawing/2014/main" id="{6286700D-B337-564A-A126-AE978EAA9E7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pt-BR">
              <a:latin typeface="Arial" panose="020B0604020202020204" pitchFamily="34" charset="0"/>
              <a:ea typeface="ＭＳ Ｐゴシック" panose="020B0600070205080204" pitchFamily="34" charset="-128"/>
            </a:endParaRPr>
          </a:p>
        </p:txBody>
      </p:sp>
      <p:sp>
        <p:nvSpPr>
          <p:cNvPr id="25603" name="Espaço Reservado para Número de Slide 3">
            <a:extLst>
              <a:ext uri="{FF2B5EF4-FFF2-40B4-BE49-F238E27FC236}">
                <a16:creationId xmlns:a16="http://schemas.microsoft.com/office/drawing/2014/main" id="{894AB29F-EB99-2749-A355-034CEA7844A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DEEE0965-AA6B-B842-83E7-914AA168F7E7}" type="slidenum">
              <a:rPr lang="pt-BR" altLang="pt-BR"/>
              <a:pPr>
                <a:spcBef>
                  <a:spcPct val="0"/>
                </a:spcBef>
              </a:pPr>
              <a:t>7</a:t>
            </a:fld>
            <a:endParaRPr lang="pt-BR" altLang="pt-B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2311C4DD-27E6-0946-AB92-6514FFD61E6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EC6A5123-E986-0D49-BCDB-FC722D3CB289}" type="slidenum">
              <a:rPr lang="pt-BR" altLang="pt-BR"/>
              <a:pPr>
                <a:spcBef>
                  <a:spcPct val="0"/>
                </a:spcBef>
              </a:pPr>
              <a:t>13</a:t>
            </a:fld>
            <a:endParaRPr lang="pt-BR" altLang="pt-BR"/>
          </a:p>
        </p:txBody>
      </p:sp>
      <p:sp>
        <p:nvSpPr>
          <p:cNvPr id="32770" name="Rectangle 2">
            <a:extLst>
              <a:ext uri="{FF2B5EF4-FFF2-40B4-BE49-F238E27FC236}">
                <a16:creationId xmlns:a16="http://schemas.microsoft.com/office/drawing/2014/main" id="{48170F89-21CF-EF46-AC65-54EF18948E9F}"/>
              </a:ext>
            </a:extLst>
          </p:cNvPr>
          <p:cNvSpPr>
            <a:spLocks noGrp="1" noRot="1" noChangeAspect="1" noChangeArrowheads="1" noTextEdit="1"/>
          </p:cNvSpPr>
          <p:nvPr>
            <p:ph type="sldImg"/>
          </p:nvPr>
        </p:nvSpPr>
        <p:spPr>
          <a:xfrm>
            <a:off x="1192213" y="706438"/>
            <a:ext cx="4519612" cy="3389312"/>
          </a:xfrm>
          <a:ln/>
        </p:spPr>
      </p:sp>
      <p:sp>
        <p:nvSpPr>
          <p:cNvPr id="32771" name="Rectangle 3">
            <a:extLst>
              <a:ext uri="{FF2B5EF4-FFF2-40B4-BE49-F238E27FC236}">
                <a16:creationId xmlns:a16="http://schemas.microsoft.com/office/drawing/2014/main" id="{201BB805-4C5B-3140-A7CD-CBE253CAB5D7}"/>
              </a:ext>
            </a:extLst>
          </p:cNvPr>
          <p:cNvSpPr>
            <a:spLocks noGrp="1" noChangeArrowheads="1"/>
          </p:cNvSpPr>
          <p:nvPr>
            <p:ph type="body" idx="1"/>
          </p:nvPr>
        </p:nvSpPr>
        <p:spPr>
          <a:xfrm>
            <a:off x="941388" y="4378325"/>
            <a:ext cx="5019675" cy="40957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pt-BR" altLang="pt-BR" dirty="0">
                <a:latin typeface="Arial" panose="020B0604020202020204" pitchFamily="34" charset="0"/>
                <a:ea typeface="ＭＳ Ｐゴシック" panose="020B0600070205080204" pitchFamily="34" charset="-128"/>
              </a:rPr>
              <a:t>Este slide está mais complicado. Os termos dos resultados não estão tão coerentes. O Daniel fez uma proposta de definição dos termos dentro da fase sob a responsabilidade dele. Como falei, deveríamos começar com a definição dos termos resultantes das fases (como proposta do Toledo em 2002).</a:t>
            </a:r>
          </a:p>
          <a:p>
            <a:r>
              <a:rPr lang="pt-BR" altLang="pt-BR" dirty="0">
                <a:latin typeface="Arial" panose="020B0604020202020204" pitchFamily="34" charset="0"/>
                <a:ea typeface="ＭＳ Ｐゴシック" panose="020B0600070205080204" pitchFamily="34" charset="-128"/>
              </a:rPr>
              <a:t>Coloquem aqui as criticas de vocês.. </a:t>
            </a:r>
          </a:p>
          <a:p>
            <a:endParaRPr lang="pt-BR" altLang="pt-BR" dirty="0">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1F331524-AFD6-C140-8D24-C43368C17EB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34DD00AE-F734-C749-8DB2-6988B353817E}" type="slidenum">
              <a:rPr lang="pt-BR" altLang="pt-BR"/>
              <a:pPr>
                <a:spcBef>
                  <a:spcPct val="0"/>
                </a:spcBef>
              </a:pPr>
              <a:t>14</a:t>
            </a:fld>
            <a:endParaRPr lang="pt-BR" altLang="pt-BR"/>
          </a:p>
        </p:txBody>
      </p:sp>
      <p:sp>
        <p:nvSpPr>
          <p:cNvPr id="34818" name="Rectangle 2">
            <a:extLst>
              <a:ext uri="{FF2B5EF4-FFF2-40B4-BE49-F238E27FC236}">
                <a16:creationId xmlns:a16="http://schemas.microsoft.com/office/drawing/2014/main" id="{E7BC219A-C9E7-DF43-BF33-67D2865095FE}"/>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10A49690-C8E1-9944-A43C-603E33D22AC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pt-BR">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D9A92950-66C2-6A40-90FD-DD3F1445B8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5DAF093B-E1AD-064E-A23E-F4A075A96332}" type="slidenum">
              <a:rPr lang="pt-BR" altLang="pt-BR"/>
              <a:pPr>
                <a:spcBef>
                  <a:spcPct val="0"/>
                </a:spcBef>
              </a:pPr>
              <a:t>15</a:t>
            </a:fld>
            <a:endParaRPr lang="pt-BR" altLang="pt-BR"/>
          </a:p>
        </p:txBody>
      </p:sp>
      <p:sp>
        <p:nvSpPr>
          <p:cNvPr id="36866" name="Rectangle 2">
            <a:extLst>
              <a:ext uri="{FF2B5EF4-FFF2-40B4-BE49-F238E27FC236}">
                <a16:creationId xmlns:a16="http://schemas.microsoft.com/office/drawing/2014/main" id="{AF0DB655-7986-BD40-9979-6B82016B385F}"/>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id="{03203243-17B4-BA47-A24B-E57D1D0F07E0}"/>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70EBC2C2-A12D-EB4F-B6B9-D41FA40C75E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65189D36-581E-C245-88EB-68F42117B776}" type="slidenum">
              <a:rPr lang="pt-BR" altLang="pt-BR"/>
              <a:pPr>
                <a:spcBef>
                  <a:spcPct val="0"/>
                </a:spcBef>
              </a:pPr>
              <a:t>16</a:t>
            </a:fld>
            <a:endParaRPr lang="pt-BR" altLang="pt-BR"/>
          </a:p>
        </p:txBody>
      </p:sp>
      <p:sp>
        <p:nvSpPr>
          <p:cNvPr id="38914" name="Rectangle 2">
            <a:extLst>
              <a:ext uri="{FF2B5EF4-FFF2-40B4-BE49-F238E27FC236}">
                <a16:creationId xmlns:a16="http://schemas.microsoft.com/office/drawing/2014/main" id="{C25FEE44-27D3-9246-9F32-8F1E5AAE1BCD}"/>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AE222DFA-648B-9543-957F-763E8315103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68434E6A-4D96-1548-866A-6086E900885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FC4F2C8B-B958-F849-918B-A31B1C0546CB}" type="slidenum">
              <a:rPr lang="pt-BR" altLang="pt-BR"/>
              <a:pPr>
                <a:spcBef>
                  <a:spcPct val="0"/>
                </a:spcBef>
              </a:pPr>
              <a:t>17</a:t>
            </a:fld>
            <a:endParaRPr lang="pt-BR" altLang="pt-BR"/>
          </a:p>
        </p:txBody>
      </p:sp>
      <p:sp>
        <p:nvSpPr>
          <p:cNvPr id="40962" name="Rectangle 2">
            <a:extLst>
              <a:ext uri="{FF2B5EF4-FFF2-40B4-BE49-F238E27FC236}">
                <a16:creationId xmlns:a16="http://schemas.microsoft.com/office/drawing/2014/main" id="{0B7E50ED-AA72-7449-9FE7-0B9CD33C7CC0}"/>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F7FD2B3C-B0F5-C649-9E72-805203B0B57F}"/>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ECD12220-BC99-CE4A-BCBA-EBECAB7F7C7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BF61ECC9-FE8A-F24C-A23F-DD421DF9A1CB}" type="slidenum">
              <a:rPr lang="pt-BR" altLang="pt-BR"/>
              <a:pPr>
                <a:spcBef>
                  <a:spcPct val="0"/>
                </a:spcBef>
              </a:pPr>
              <a:t>18</a:t>
            </a:fld>
            <a:endParaRPr lang="pt-BR" altLang="pt-BR"/>
          </a:p>
        </p:txBody>
      </p:sp>
      <p:sp>
        <p:nvSpPr>
          <p:cNvPr id="43010" name="Rectangle 2">
            <a:extLst>
              <a:ext uri="{FF2B5EF4-FFF2-40B4-BE49-F238E27FC236}">
                <a16:creationId xmlns:a16="http://schemas.microsoft.com/office/drawing/2014/main" id="{5F7C9567-8EBE-4949-B69E-400BD65695B8}"/>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B4F410F8-8137-784F-ADF6-3C8CA547A810}"/>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215F96FF-7A24-DD42-88BC-D87B85290E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D6DB2BEE-FA05-464D-9751-2DFB26EB7ED0}" type="slidenum">
              <a:rPr lang="pt-BR" altLang="pt-BR"/>
              <a:pPr>
                <a:spcBef>
                  <a:spcPct val="0"/>
                </a:spcBef>
              </a:pPr>
              <a:t>19</a:t>
            </a:fld>
            <a:endParaRPr lang="pt-BR" altLang="pt-BR"/>
          </a:p>
        </p:txBody>
      </p:sp>
      <p:sp>
        <p:nvSpPr>
          <p:cNvPr id="45058" name="Rectangle 2">
            <a:extLst>
              <a:ext uri="{FF2B5EF4-FFF2-40B4-BE49-F238E27FC236}">
                <a16:creationId xmlns:a16="http://schemas.microsoft.com/office/drawing/2014/main" id="{39C8B3BA-0BBD-8A48-B88F-99E0ABF859C6}"/>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D9DD5014-1CEC-7D48-ACBD-2CAFB5970C3D}"/>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D19CF628-2AE2-3E44-9B8C-E138C3701C5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123DFEB7-4A77-8842-A329-6B113123FC23}" type="slidenum">
              <a:rPr lang="pt-BR" altLang="pt-BR"/>
              <a:pPr>
                <a:spcBef>
                  <a:spcPct val="0"/>
                </a:spcBef>
              </a:pPr>
              <a:t>20</a:t>
            </a:fld>
            <a:endParaRPr lang="pt-BR" altLang="pt-BR"/>
          </a:p>
        </p:txBody>
      </p:sp>
      <p:sp>
        <p:nvSpPr>
          <p:cNvPr id="47106" name="Rectangle 2">
            <a:extLst>
              <a:ext uri="{FF2B5EF4-FFF2-40B4-BE49-F238E27FC236}">
                <a16:creationId xmlns:a16="http://schemas.microsoft.com/office/drawing/2014/main" id="{B2A82292-8CA6-BC47-958D-F04908F180EF}"/>
              </a:ext>
            </a:extLst>
          </p:cNvPr>
          <p:cNvSpPr>
            <a:spLocks noGrp="1" noRot="1" noChangeAspect="1" noChangeArrowheads="1" noTextEdit="1"/>
          </p:cNvSpPr>
          <p:nvPr>
            <p:ph type="sldImg"/>
          </p:nvPr>
        </p:nvSpPr>
        <p:spPr>
          <a:ln/>
        </p:spPr>
      </p:sp>
      <p:sp>
        <p:nvSpPr>
          <p:cNvPr id="47107" name="Rectangle 3">
            <a:extLst>
              <a:ext uri="{FF2B5EF4-FFF2-40B4-BE49-F238E27FC236}">
                <a16:creationId xmlns:a16="http://schemas.microsoft.com/office/drawing/2014/main" id="{6E5913E8-FD1C-0C41-AEEE-0F77765847D7}"/>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7555AEE4-B1ED-2F45-ADD6-07E22EB1738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01D20762-4BC2-EF48-B17E-E4C5DF1631F0}" type="slidenum">
              <a:rPr lang="pt-BR" altLang="pt-BR"/>
              <a:pPr>
                <a:spcBef>
                  <a:spcPct val="0"/>
                </a:spcBef>
              </a:pPr>
              <a:t>21</a:t>
            </a:fld>
            <a:endParaRPr lang="pt-BR" altLang="pt-BR"/>
          </a:p>
        </p:txBody>
      </p:sp>
      <p:sp>
        <p:nvSpPr>
          <p:cNvPr id="49154" name="Rectangle 2">
            <a:extLst>
              <a:ext uri="{FF2B5EF4-FFF2-40B4-BE49-F238E27FC236}">
                <a16:creationId xmlns:a16="http://schemas.microsoft.com/office/drawing/2014/main" id="{974C275F-7A6C-1546-98AF-BAC6EBF0E5EF}"/>
              </a:ext>
            </a:extLst>
          </p:cNvPr>
          <p:cNvSpPr>
            <a:spLocks noGrp="1" noRot="1" noChangeAspect="1" noChangeArrowheads="1" noTextEdit="1"/>
          </p:cNvSpPr>
          <p:nvPr>
            <p:ph type="sldImg"/>
          </p:nvPr>
        </p:nvSpPr>
        <p:spPr>
          <a:ln/>
        </p:spPr>
      </p:sp>
      <p:sp>
        <p:nvSpPr>
          <p:cNvPr id="49155" name="Rectangle 3">
            <a:extLst>
              <a:ext uri="{FF2B5EF4-FFF2-40B4-BE49-F238E27FC236}">
                <a16:creationId xmlns:a16="http://schemas.microsoft.com/office/drawing/2014/main" id="{89CDD4CC-06BD-AF4E-B219-8E98F2EC294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EA45970C-544C-9749-8569-F14326CF26C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81E73428-3FC6-0D4A-B7E8-DA637F91C5C2}" type="slidenum">
              <a:rPr lang="pt-BR" altLang="pt-BR"/>
              <a:pPr>
                <a:spcBef>
                  <a:spcPct val="0"/>
                </a:spcBef>
              </a:pPr>
              <a:t>22</a:t>
            </a:fld>
            <a:endParaRPr lang="pt-BR" altLang="pt-BR"/>
          </a:p>
        </p:txBody>
      </p:sp>
      <p:sp>
        <p:nvSpPr>
          <p:cNvPr id="51202" name="Rectangle 2">
            <a:extLst>
              <a:ext uri="{FF2B5EF4-FFF2-40B4-BE49-F238E27FC236}">
                <a16:creationId xmlns:a16="http://schemas.microsoft.com/office/drawing/2014/main" id="{502F6C09-927E-9B4F-B091-04C006BDF271}"/>
              </a:ext>
            </a:extLst>
          </p:cNvPr>
          <p:cNvSpPr>
            <a:spLocks noGrp="1" noRot="1" noChangeAspect="1" noChangeArrowheads="1" noTextEdit="1"/>
          </p:cNvSpPr>
          <p:nvPr>
            <p:ph type="sldImg"/>
          </p:nvPr>
        </p:nvSpPr>
        <p:spPr>
          <a:ln/>
        </p:spPr>
      </p:sp>
      <p:sp>
        <p:nvSpPr>
          <p:cNvPr id="51203" name="Rectangle 3">
            <a:extLst>
              <a:ext uri="{FF2B5EF4-FFF2-40B4-BE49-F238E27FC236}">
                <a16:creationId xmlns:a16="http://schemas.microsoft.com/office/drawing/2014/main" id="{366E27B7-DC60-744C-8939-6DCB2F7AD0C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A6839227-306F-154E-9455-65A8413D9B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B466EE6F-D6E4-9848-80DE-0BBB36C7FF1C}" type="slidenum">
              <a:rPr lang="pt-BR" altLang="pt-BR"/>
              <a:pPr>
                <a:spcBef>
                  <a:spcPct val="0"/>
                </a:spcBef>
              </a:pPr>
              <a:t>23</a:t>
            </a:fld>
            <a:endParaRPr lang="pt-BR" altLang="pt-BR"/>
          </a:p>
        </p:txBody>
      </p:sp>
      <p:sp>
        <p:nvSpPr>
          <p:cNvPr id="53250" name="Rectangle 2">
            <a:extLst>
              <a:ext uri="{FF2B5EF4-FFF2-40B4-BE49-F238E27FC236}">
                <a16:creationId xmlns:a16="http://schemas.microsoft.com/office/drawing/2014/main" id="{008B1C55-FDB0-6849-8556-3680A5267EF3}"/>
              </a:ext>
            </a:extLst>
          </p:cNvPr>
          <p:cNvSpPr>
            <a:spLocks noGrp="1" noRot="1" noChangeAspect="1" noChangeArrowheads="1" noTextEdit="1"/>
          </p:cNvSpPr>
          <p:nvPr>
            <p:ph type="sldImg"/>
          </p:nvPr>
        </p:nvSpPr>
        <p:spPr>
          <a:ln/>
        </p:spPr>
      </p:sp>
      <p:sp>
        <p:nvSpPr>
          <p:cNvPr id="53251" name="Rectangle 3">
            <a:extLst>
              <a:ext uri="{FF2B5EF4-FFF2-40B4-BE49-F238E27FC236}">
                <a16:creationId xmlns:a16="http://schemas.microsoft.com/office/drawing/2014/main" id="{34B847F6-AF15-B541-9672-6FBA70B9963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30695F61-C31B-8C47-9298-F3F201C9E85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B5254E5C-E558-0D44-8CBC-385E6A3C79EB}" type="slidenum">
              <a:rPr lang="pt-BR" altLang="pt-BR"/>
              <a:pPr>
                <a:spcBef>
                  <a:spcPct val="0"/>
                </a:spcBef>
              </a:pPr>
              <a:t>24</a:t>
            </a:fld>
            <a:endParaRPr lang="pt-BR" altLang="pt-BR"/>
          </a:p>
        </p:txBody>
      </p:sp>
      <p:sp>
        <p:nvSpPr>
          <p:cNvPr id="55298" name="Rectangle 2">
            <a:extLst>
              <a:ext uri="{FF2B5EF4-FFF2-40B4-BE49-F238E27FC236}">
                <a16:creationId xmlns:a16="http://schemas.microsoft.com/office/drawing/2014/main" id="{4B6023EE-698C-EA4A-8788-B69912D15575}"/>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23A6164E-B585-704B-96BB-0F8D783D3293}"/>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AA753981-804E-1246-ADEF-45E2BD11449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B7767BED-79BD-2E40-887C-70C1139E2191}" type="slidenum">
              <a:rPr lang="pt-BR" altLang="pt-BR"/>
              <a:pPr>
                <a:spcBef>
                  <a:spcPct val="0"/>
                </a:spcBef>
              </a:pPr>
              <a:t>27</a:t>
            </a:fld>
            <a:endParaRPr lang="pt-BR" altLang="pt-BR"/>
          </a:p>
        </p:txBody>
      </p:sp>
      <p:sp>
        <p:nvSpPr>
          <p:cNvPr id="57346" name="Rectangle 2">
            <a:extLst>
              <a:ext uri="{FF2B5EF4-FFF2-40B4-BE49-F238E27FC236}">
                <a16:creationId xmlns:a16="http://schemas.microsoft.com/office/drawing/2014/main" id="{3F8AD208-D268-9C40-AF7A-1FBA43FDBE05}"/>
              </a:ext>
            </a:extLst>
          </p:cNvPr>
          <p:cNvSpPr>
            <a:spLocks noGrp="1" noRot="1" noChangeAspect="1" noChangeArrowheads="1" noTextEdit="1"/>
          </p:cNvSpPr>
          <p:nvPr>
            <p:ph type="sldImg"/>
          </p:nvPr>
        </p:nvSpPr>
        <p:spPr>
          <a:ln/>
        </p:spPr>
      </p:sp>
      <p:sp>
        <p:nvSpPr>
          <p:cNvPr id="57347" name="Rectangle 3">
            <a:extLst>
              <a:ext uri="{FF2B5EF4-FFF2-40B4-BE49-F238E27FC236}">
                <a16:creationId xmlns:a16="http://schemas.microsoft.com/office/drawing/2014/main" id="{BFF60D77-B6FF-8E48-B0BB-6532CD2CD14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a:extLst>
              <a:ext uri="{FF2B5EF4-FFF2-40B4-BE49-F238E27FC236}">
                <a16:creationId xmlns:a16="http://schemas.microsoft.com/office/drawing/2014/main" id="{FD9632B4-E86C-5941-9DAF-9D2D0D4EA00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B73B26C7-3C2A-CC4C-84BE-A3B1BABC1CB5}" type="slidenum">
              <a:rPr lang="pt-BR" altLang="pt-BR"/>
              <a:pPr>
                <a:spcBef>
                  <a:spcPct val="0"/>
                </a:spcBef>
              </a:pPr>
              <a:t>29</a:t>
            </a:fld>
            <a:endParaRPr lang="pt-BR" altLang="pt-BR"/>
          </a:p>
        </p:txBody>
      </p:sp>
      <p:sp>
        <p:nvSpPr>
          <p:cNvPr id="60418" name="Rectangle 2">
            <a:extLst>
              <a:ext uri="{FF2B5EF4-FFF2-40B4-BE49-F238E27FC236}">
                <a16:creationId xmlns:a16="http://schemas.microsoft.com/office/drawing/2014/main" id="{289A4D28-0DBE-3E49-A6BF-2878322AE1CE}"/>
              </a:ext>
            </a:extLst>
          </p:cNvPr>
          <p:cNvSpPr>
            <a:spLocks noGrp="1" noRot="1" noChangeAspect="1" noChangeArrowheads="1" noTextEdit="1"/>
          </p:cNvSpPr>
          <p:nvPr>
            <p:ph type="sldImg"/>
          </p:nvPr>
        </p:nvSpPr>
        <p:spPr>
          <a:ln/>
        </p:spPr>
      </p:sp>
      <p:sp>
        <p:nvSpPr>
          <p:cNvPr id="60419" name="Rectangle 3">
            <a:extLst>
              <a:ext uri="{FF2B5EF4-FFF2-40B4-BE49-F238E27FC236}">
                <a16:creationId xmlns:a16="http://schemas.microsoft.com/office/drawing/2014/main" id="{4D749A4C-B128-8142-BDEB-9AEA971E647B}"/>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a:extLst>
              <a:ext uri="{FF2B5EF4-FFF2-40B4-BE49-F238E27FC236}">
                <a16:creationId xmlns:a16="http://schemas.microsoft.com/office/drawing/2014/main" id="{D5EC72EF-3E36-FA47-8AEB-A303F23805B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C78A5E2C-F483-6741-B4B9-92CDD1C02FF2}" type="slidenum">
              <a:rPr lang="pt-BR" altLang="pt-BR"/>
              <a:pPr>
                <a:spcBef>
                  <a:spcPct val="0"/>
                </a:spcBef>
              </a:pPr>
              <a:t>30</a:t>
            </a:fld>
            <a:endParaRPr lang="pt-BR" altLang="pt-BR"/>
          </a:p>
        </p:txBody>
      </p:sp>
      <p:sp>
        <p:nvSpPr>
          <p:cNvPr id="62466" name="Rectangle 2">
            <a:extLst>
              <a:ext uri="{FF2B5EF4-FFF2-40B4-BE49-F238E27FC236}">
                <a16:creationId xmlns:a16="http://schemas.microsoft.com/office/drawing/2014/main" id="{D04D2FE3-4781-9549-8971-6E158B5B148A}"/>
              </a:ext>
            </a:extLst>
          </p:cNvPr>
          <p:cNvSpPr>
            <a:spLocks noGrp="1" noRot="1" noChangeAspect="1" noChangeArrowheads="1" noTextEdit="1"/>
          </p:cNvSpPr>
          <p:nvPr>
            <p:ph type="sldImg"/>
          </p:nvPr>
        </p:nvSpPr>
        <p:spPr>
          <a:ln/>
        </p:spPr>
      </p:sp>
      <p:sp>
        <p:nvSpPr>
          <p:cNvPr id="62467" name="Rectangle 3">
            <a:extLst>
              <a:ext uri="{FF2B5EF4-FFF2-40B4-BE49-F238E27FC236}">
                <a16:creationId xmlns:a16="http://schemas.microsoft.com/office/drawing/2014/main" id="{96DAEAE1-828B-9B49-8717-FAD7D4AFB6F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a:extLst>
              <a:ext uri="{FF2B5EF4-FFF2-40B4-BE49-F238E27FC236}">
                <a16:creationId xmlns:a16="http://schemas.microsoft.com/office/drawing/2014/main" id="{D9167EAC-2EA9-B040-AAF5-A93703255D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C70C24BA-1E33-E348-95A7-88C4246DF8C1}" type="slidenum">
              <a:rPr lang="pt-BR" altLang="pt-BR"/>
              <a:pPr>
                <a:spcBef>
                  <a:spcPct val="0"/>
                </a:spcBef>
              </a:pPr>
              <a:t>31</a:t>
            </a:fld>
            <a:endParaRPr lang="pt-BR" altLang="pt-BR"/>
          </a:p>
        </p:txBody>
      </p:sp>
      <p:sp>
        <p:nvSpPr>
          <p:cNvPr id="64514" name="Rectangle 2">
            <a:extLst>
              <a:ext uri="{FF2B5EF4-FFF2-40B4-BE49-F238E27FC236}">
                <a16:creationId xmlns:a16="http://schemas.microsoft.com/office/drawing/2014/main" id="{70E76D02-B847-DB4D-B6B5-B929DFC61E7F}"/>
              </a:ext>
            </a:extLst>
          </p:cNvPr>
          <p:cNvSpPr>
            <a:spLocks noGrp="1" noRot="1" noChangeAspect="1" noChangeArrowheads="1" noTextEdit="1"/>
          </p:cNvSpPr>
          <p:nvPr>
            <p:ph type="sldImg"/>
          </p:nvPr>
        </p:nvSpPr>
        <p:spPr>
          <a:xfrm>
            <a:off x="1192213" y="706438"/>
            <a:ext cx="4519612" cy="3389312"/>
          </a:xfrm>
          <a:ln/>
        </p:spPr>
      </p:sp>
      <p:sp>
        <p:nvSpPr>
          <p:cNvPr id="64515" name="Rectangle 3">
            <a:extLst>
              <a:ext uri="{FF2B5EF4-FFF2-40B4-BE49-F238E27FC236}">
                <a16:creationId xmlns:a16="http://schemas.microsoft.com/office/drawing/2014/main" id="{A4097227-67F4-3248-9D29-BC58D2C8B17E}"/>
              </a:ext>
            </a:extLst>
          </p:cNvPr>
          <p:cNvSpPr>
            <a:spLocks noGrp="1" noChangeArrowheads="1"/>
          </p:cNvSpPr>
          <p:nvPr>
            <p:ph type="body" idx="1"/>
          </p:nvPr>
        </p:nvSpPr>
        <p:spPr>
          <a:xfrm>
            <a:off x="941388" y="4378325"/>
            <a:ext cx="5019675" cy="40957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a:extLst>
              <a:ext uri="{FF2B5EF4-FFF2-40B4-BE49-F238E27FC236}">
                <a16:creationId xmlns:a16="http://schemas.microsoft.com/office/drawing/2014/main" id="{FD8FAB71-80A7-3047-AE84-2C89F051A25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BF090C02-E739-E049-810B-7CC5D95CAEB6}" type="slidenum">
              <a:rPr lang="pt-BR" altLang="pt-BR">
                <a:solidFill>
                  <a:srgbClr val="000000"/>
                </a:solidFill>
              </a:rPr>
              <a:pPr>
                <a:spcBef>
                  <a:spcPct val="0"/>
                </a:spcBef>
              </a:pPr>
              <a:t>32</a:t>
            </a:fld>
            <a:endParaRPr lang="pt-BR" altLang="pt-BR">
              <a:solidFill>
                <a:srgbClr val="000000"/>
              </a:solidFill>
            </a:endParaRPr>
          </a:p>
        </p:txBody>
      </p:sp>
      <p:sp>
        <p:nvSpPr>
          <p:cNvPr id="66562" name="Rectangle 2">
            <a:extLst>
              <a:ext uri="{FF2B5EF4-FFF2-40B4-BE49-F238E27FC236}">
                <a16:creationId xmlns:a16="http://schemas.microsoft.com/office/drawing/2014/main" id="{3E7E3FB4-F0BF-6D4F-B647-AB218D1BD77C}"/>
              </a:ext>
            </a:extLst>
          </p:cNvPr>
          <p:cNvSpPr>
            <a:spLocks noGrp="1" noRot="1" noChangeAspect="1" noChangeArrowheads="1" noTextEdit="1"/>
          </p:cNvSpPr>
          <p:nvPr>
            <p:ph type="sldImg"/>
          </p:nvPr>
        </p:nvSpPr>
        <p:spPr>
          <a:xfrm>
            <a:off x="1192213" y="706438"/>
            <a:ext cx="4519612" cy="3389312"/>
          </a:xfrm>
          <a:ln/>
        </p:spPr>
      </p:sp>
      <p:sp>
        <p:nvSpPr>
          <p:cNvPr id="66563" name="Rectangle 3">
            <a:extLst>
              <a:ext uri="{FF2B5EF4-FFF2-40B4-BE49-F238E27FC236}">
                <a16:creationId xmlns:a16="http://schemas.microsoft.com/office/drawing/2014/main" id="{73E04EA0-C870-824E-9C9C-10F41C2C0EC8}"/>
              </a:ext>
            </a:extLst>
          </p:cNvPr>
          <p:cNvSpPr>
            <a:spLocks noGrp="1" noChangeArrowheads="1"/>
          </p:cNvSpPr>
          <p:nvPr>
            <p:ph type="body" idx="1"/>
          </p:nvPr>
        </p:nvSpPr>
        <p:spPr>
          <a:xfrm>
            <a:off x="941388" y="4378325"/>
            <a:ext cx="5019675" cy="40957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pt-BR" altLang="pt-BR">
                <a:latin typeface="Arial" panose="020B0604020202020204" pitchFamily="34" charset="0"/>
                <a:ea typeface="ＭＳ Ｐゴシック" panose="020B0600070205080204" pitchFamily="34" charset="-128"/>
              </a:rPr>
              <a:t>Relembrar com este slide que já temos vários acordos com fornecedores, quando chegamos na fase de projeto detalhado. Que não vai ser aqui que vamos fechar acordos com os nossos primeiros fornecedores. E sim, que vamos aqui finalizar acordos com os demais fornecedores e ainda comprar os componentes commodities e também aqueles que podem produzir (um tipo de fornecedor de serviços) os nossos componentes a um custo mais baixo do que somos capazes de fazer (atividade </a:t>
            </a:r>
            <a:r>
              <a:rPr lang="ja-JP" altLang="pt-BR">
                <a:latin typeface="Arial" panose="020B0604020202020204" pitchFamily="34" charset="0"/>
                <a:ea typeface="ＭＳ Ｐゴシック" panose="020B0600070205080204" pitchFamily="34" charset="-128"/>
              </a:rPr>
              <a:t>“</a:t>
            </a:r>
            <a:r>
              <a:rPr lang="pt-BR" altLang="ja-JP">
                <a:latin typeface="Arial" panose="020B0604020202020204" pitchFamily="34" charset="0"/>
                <a:ea typeface="ＭＳ Ｐゴシック" panose="020B0600070205080204" pitchFamily="34" charset="-128"/>
              </a:rPr>
              <a:t>decidir fazer ou comprar</a:t>
            </a:r>
            <a:r>
              <a:rPr lang="ja-JP" altLang="pt-BR">
                <a:latin typeface="Arial" panose="020B0604020202020204" pitchFamily="34" charset="0"/>
                <a:ea typeface="ＭＳ Ｐゴシック" panose="020B0600070205080204" pitchFamily="34" charset="-128"/>
              </a:rPr>
              <a:t>”</a:t>
            </a:r>
            <a:r>
              <a:rPr lang="pt-BR" altLang="ja-JP">
                <a:latin typeface="Arial" panose="020B0604020202020204" pitchFamily="34" charset="0"/>
                <a:ea typeface="ＭＳ Ｐゴシック" panose="020B0600070205080204" pitchFamily="34" charset="-128"/>
              </a:rPr>
              <a:t> – make or buy).</a:t>
            </a:r>
            <a:endParaRPr lang="pt-BR" altLang="pt-BR">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a:extLst>
              <a:ext uri="{FF2B5EF4-FFF2-40B4-BE49-F238E27FC236}">
                <a16:creationId xmlns:a16="http://schemas.microsoft.com/office/drawing/2014/main" id="{4C68D550-244B-5D48-A308-68872C543D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AC217CF3-A119-8B4F-9B41-2030D295D59E}" type="slidenum">
              <a:rPr lang="pt-BR" altLang="pt-BR">
                <a:solidFill>
                  <a:srgbClr val="000000"/>
                </a:solidFill>
              </a:rPr>
              <a:pPr>
                <a:spcBef>
                  <a:spcPct val="0"/>
                </a:spcBef>
              </a:pPr>
              <a:t>33</a:t>
            </a:fld>
            <a:endParaRPr lang="pt-BR" altLang="pt-BR">
              <a:solidFill>
                <a:srgbClr val="000000"/>
              </a:solidFill>
            </a:endParaRPr>
          </a:p>
        </p:txBody>
      </p:sp>
      <p:sp>
        <p:nvSpPr>
          <p:cNvPr id="68610" name="Rectangle 2">
            <a:extLst>
              <a:ext uri="{FF2B5EF4-FFF2-40B4-BE49-F238E27FC236}">
                <a16:creationId xmlns:a16="http://schemas.microsoft.com/office/drawing/2014/main" id="{B264F95F-A6B9-494F-8C63-EFD83649BD1A}"/>
              </a:ext>
            </a:extLst>
          </p:cNvPr>
          <p:cNvSpPr>
            <a:spLocks noGrp="1" noRot="1" noChangeAspect="1" noChangeArrowheads="1" noTextEdit="1"/>
          </p:cNvSpPr>
          <p:nvPr>
            <p:ph type="sldImg"/>
          </p:nvPr>
        </p:nvSpPr>
        <p:spPr>
          <a:ln/>
        </p:spPr>
      </p:sp>
      <p:sp>
        <p:nvSpPr>
          <p:cNvPr id="68611" name="Rectangle 3">
            <a:extLst>
              <a:ext uri="{FF2B5EF4-FFF2-40B4-BE49-F238E27FC236}">
                <a16:creationId xmlns:a16="http://schemas.microsoft.com/office/drawing/2014/main" id="{BB664108-C2BC-4D40-B230-21CAD3D869C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9410FA0D-3A52-8C42-B4C0-F96D55EE785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27823E9D-2BDE-0242-AC94-82117CE28C03}" type="slidenum">
              <a:rPr lang="pt-BR" altLang="pt-BR">
                <a:solidFill>
                  <a:srgbClr val="000000"/>
                </a:solidFill>
              </a:rPr>
              <a:pPr>
                <a:spcBef>
                  <a:spcPct val="0"/>
                </a:spcBef>
              </a:pPr>
              <a:t>34</a:t>
            </a:fld>
            <a:endParaRPr lang="pt-BR" altLang="pt-BR">
              <a:solidFill>
                <a:srgbClr val="000000"/>
              </a:solidFill>
            </a:endParaRPr>
          </a:p>
        </p:txBody>
      </p:sp>
      <p:sp>
        <p:nvSpPr>
          <p:cNvPr id="70658" name="Rectangle 2">
            <a:extLst>
              <a:ext uri="{FF2B5EF4-FFF2-40B4-BE49-F238E27FC236}">
                <a16:creationId xmlns:a16="http://schemas.microsoft.com/office/drawing/2014/main" id="{754547E0-603E-6640-8EFF-77844F650E54}"/>
              </a:ext>
            </a:extLst>
          </p:cNvPr>
          <p:cNvSpPr>
            <a:spLocks noGrp="1" noRot="1" noChangeAspect="1" noChangeArrowheads="1" noTextEdit="1"/>
          </p:cNvSpPr>
          <p:nvPr>
            <p:ph type="sldImg"/>
          </p:nvPr>
        </p:nvSpPr>
        <p:spPr>
          <a:xfrm>
            <a:off x="1192213" y="706438"/>
            <a:ext cx="4519612" cy="3389312"/>
          </a:xfrm>
          <a:ln/>
        </p:spPr>
      </p:sp>
      <p:sp>
        <p:nvSpPr>
          <p:cNvPr id="70659" name="Rectangle 3">
            <a:extLst>
              <a:ext uri="{FF2B5EF4-FFF2-40B4-BE49-F238E27FC236}">
                <a16:creationId xmlns:a16="http://schemas.microsoft.com/office/drawing/2014/main" id="{BB3E0503-6698-574D-A5EE-93B6E509089C}"/>
              </a:ext>
            </a:extLst>
          </p:cNvPr>
          <p:cNvSpPr>
            <a:spLocks noGrp="1" noChangeArrowheads="1"/>
          </p:cNvSpPr>
          <p:nvPr>
            <p:ph type="body" idx="1"/>
          </p:nvPr>
        </p:nvSpPr>
        <p:spPr>
          <a:xfrm>
            <a:off x="941388" y="4378325"/>
            <a:ext cx="5019675" cy="40957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pt-BR" altLang="pt-BR">
                <a:latin typeface="Arial" panose="020B0604020202020204" pitchFamily="34" charset="0"/>
                <a:ea typeface="ＭＳ Ｐゴシック" panose="020B0600070205080204" pitchFamily="34" charset="-128"/>
              </a:rPr>
              <a:t>Explicar a lógica com base no livro, tópico 8.3.1</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7">
            <a:extLst>
              <a:ext uri="{FF2B5EF4-FFF2-40B4-BE49-F238E27FC236}">
                <a16:creationId xmlns:a16="http://schemas.microsoft.com/office/drawing/2014/main" id="{B7130EAB-2065-414F-8C49-14EE4D4515D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981E94E0-3426-3F41-BB9C-048AB302BB7F}" type="slidenum">
              <a:rPr lang="pt-BR" altLang="pt-BR">
                <a:solidFill>
                  <a:srgbClr val="000000"/>
                </a:solidFill>
              </a:rPr>
              <a:pPr>
                <a:spcBef>
                  <a:spcPct val="0"/>
                </a:spcBef>
              </a:pPr>
              <a:t>35</a:t>
            </a:fld>
            <a:endParaRPr lang="pt-BR" altLang="pt-BR">
              <a:solidFill>
                <a:srgbClr val="000000"/>
              </a:solidFill>
            </a:endParaRPr>
          </a:p>
        </p:txBody>
      </p:sp>
      <p:sp>
        <p:nvSpPr>
          <p:cNvPr id="72706" name="Rectangle 2">
            <a:extLst>
              <a:ext uri="{FF2B5EF4-FFF2-40B4-BE49-F238E27FC236}">
                <a16:creationId xmlns:a16="http://schemas.microsoft.com/office/drawing/2014/main" id="{E6224226-C58E-CD42-A9CA-86BBF83BAB02}"/>
              </a:ext>
            </a:extLst>
          </p:cNvPr>
          <p:cNvSpPr>
            <a:spLocks noGrp="1" noRot="1" noChangeAspect="1" noChangeArrowheads="1" noTextEdit="1"/>
          </p:cNvSpPr>
          <p:nvPr>
            <p:ph type="sldImg"/>
          </p:nvPr>
        </p:nvSpPr>
        <p:spPr>
          <a:ln/>
        </p:spPr>
      </p:sp>
      <p:sp>
        <p:nvSpPr>
          <p:cNvPr id="72707" name="Rectangle 3">
            <a:extLst>
              <a:ext uri="{FF2B5EF4-FFF2-40B4-BE49-F238E27FC236}">
                <a16:creationId xmlns:a16="http://schemas.microsoft.com/office/drawing/2014/main" id="{0810B281-CFC3-174D-8FEE-A0DF8A50F123}"/>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pt-BR" altLang="pt-BR">
                <a:latin typeface="Arial" panose="020B0604020202020204" pitchFamily="34" charset="0"/>
                <a:ea typeface="ＭＳ Ｐゴシック" panose="020B0600070205080204" pitchFamily="34" charset="-128"/>
              </a:rPr>
              <a:t>Comentar com os alunos que durante a apresentação deste capítulo (nesta apresentação) iremos utilizar um exemplo de um torno no processo de detalhamento. E para este exemplo, indicar que várias informações do torno já foram obtidas na fase de projeto conceitual. Ou seja, já existe uma plataforma e o exemplo trata de um projeto derivativo (variante).</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7">
            <a:extLst>
              <a:ext uri="{FF2B5EF4-FFF2-40B4-BE49-F238E27FC236}">
                <a16:creationId xmlns:a16="http://schemas.microsoft.com/office/drawing/2014/main" id="{7FA6B1BC-3766-0B41-B0A3-C4042CB2982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F3E395A2-7C3B-2C49-B801-6A3FBB7A14D8}" type="slidenum">
              <a:rPr lang="pt-BR" altLang="pt-BR">
                <a:solidFill>
                  <a:srgbClr val="000000"/>
                </a:solidFill>
              </a:rPr>
              <a:pPr>
                <a:spcBef>
                  <a:spcPct val="0"/>
                </a:spcBef>
              </a:pPr>
              <a:t>36</a:t>
            </a:fld>
            <a:endParaRPr lang="pt-BR" altLang="pt-BR">
              <a:solidFill>
                <a:srgbClr val="000000"/>
              </a:solidFill>
            </a:endParaRPr>
          </a:p>
        </p:txBody>
      </p:sp>
      <p:sp>
        <p:nvSpPr>
          <p:cNvPr id="74754" name="Rectangle 2">
            <a:extLst>
              <a:ext uri="{FF2B5EF4-FFF2-40B4-BE49-F238E27FC236}">
                <a16:creationId xmlns:a16="http://schemas.microsoft.com/office/drawing/2014/main" id="{D3B01FF7-5E37-454C-A033-1A372E4ADB59}"/>
              </a:ext>
            </a:extLst>
          </p:cNvPr>
          <p:cNvSpPr>
            <a:spLocks noGrp="1" noRot="1" noChangeAspect="1" noChangeArrowheads="1" noTextEdit="1"/>
          </p:cNvSpPr>
          <p:nvPr>
            <p:ph type="sldImg"/>
          </p:nvPr>
        </p:nvSpPr>
        <p:spPr>
          <a:xfrm>
            <a:off x="1192213" y="706438"/>
            <a:ext cx="4519612" cy="3389312"/>
          </a:xfrm>
          <a:ln/>
        </p:spPr>
      </p:sp>
      <p:sp>
        <p:nvSpPr>
          <p:cNvPr id="74755" name="Rectangle 3">
            <a:extLst>
              <a:ext uri="{FF2B5EF4-FFF2-40B4-BE49-F238E27FC236}">
                <a16:creationId xmlns:a16="http://schemas.microsoft.com/office/drawing/2014/main" id="{5DDD44E3-B553-DA47-9793-8FB64793EAB1}"/>
              </a:ext>
            </a:extLst>
          </p:cNvPr>
          <p:cNvSpPr>
            <a:spLocks noGrp="1" noChangeArrowheads="1"/>
          </p:cNvSpPr>
          <p:nvPr>
            <p:ph type="body" idx="1"/>
          </p:nvPr>
        </p:nvSpPr>
        <p:spPr>
          <a:xfrm>
            <a:off x="941388" y="4378325"/>
            <a:ext cx="5019675" cy="40957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pt-BR" altLang="pt-BR">
                <a:latin typeface="Arial" panose="020B0604020202020204" pitchFamily="34" charset="0"/>
                <a:ea typeface="ＭＳ Ｐゴシック" panose="020B0600070205080204" pitchFamily="34" charset="-128"/>
              </a:rPr>
              <a:t>Realizar a discussão da página 315</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7">
            <a:extLst>
              <a:ext uri="{FF2B5EF4-FFF2-40B4-BE49-F238E27FC236}">
                <a16:creationId xmlns:a16="http://schemas.microsoft.com/office/drawing/2014/main" id="{1178E460-0039-4748-AF51-7FBB9876651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E6FC4D63-4837-534B-B482-C2AFAEDE6347}" type="slidenum">
              <a:rPr lang="pt-BR" altLang="pt-BR">
                <a:solidFill>
                  <a:srgbClr val="000000"/>
                </a:solidFill>
              </a:rPr>
              <a:pPr>
                <a:spcBef>
                  <a:spcPct val="0"/>
                </a:spcBef>
              </a:pPr>
              <a:t>37</a:t>
            </a:fld>
            <a:endParaRPr lang="pt-BR" altLang="pt-BR">
              <a:solidFill>
                <a:srgbClr val="000000"/>
              </a:solidFill>
            </a:endParaRPr>
          </a:p>
        </p:txBody>
      </p:sp>
      <p:sp>
        <p:nvSpPr>
          <p:cNvPr id="76802" name="Rectangle 2">
            <a:extLst>
              <a:ext uri="{FF2B5EF4-FFF2-40B4-BE49-F238E27FC236}">
                <a16:creationId xmlns:a16="http://schemas.microsoft.com/office/drawing/2014/main" id="{BAD43340-CDB5-844F-8750-648844276895}"/>
              </a:ext>
            </a:extLst>
          </p:cNvPr>
          <p:cNvSpPr>
            <a:spLocks noGrp="1" noRot="1" noChangeAspect="1" noChangeArrowheads="1" noTextEdit="1"/>
          </p:cNvSpPr>
          <p:nvPr>
            <p:ph type="sldImg"/>
          </p:nvPr>
        </p:nvSpPr>
        <p:spPr>
          <a:ln/>
        </p:spPr>
      </p:sp>
      <p:sp>
        <p:nvSpPr>
          <p:cNvPr id="76803" name="Rectangle 3">
            <a:extLst>
              <a:ext uri="{FF2B5EF4-FFF2-40B4-BE49-F238E27FC236}">
                <a16:creationId xmlns:a16="http://schemas.microsoft.com/office/drawing/2014/main" id="{ED7CF372-15F3-E44A-928D-D4B2A5A73833}"/>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7">
            <a:extLst>
              <a:ext uri="{FF2B5EF4-FFF2-40B4-BE49-F238E27FC236}">
                <a16:creationId xmlns:a16="http://schemas.microsoft.com/office/drawing/2014/main" id="{D82955DC-FE85-3543-8274-F76E766A0E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1047D58F-1CE0-9147-A3D2-BAAC66AF85DC}" type="slidenum">
              <a:rPr lang="pt-BR" altLang="pt-BR">
                <a:solidFill>
                  <a:srgbClr val="000000"/>
                </a:solidFill>
              </a:rPr>
              <a:pPr>
                <a:spcBef>
                  <a:spcPct val="0"/>
                </a:spcBef>
              </a:pPr>
              <a:t>38</a:t>
            </a:fld>
            <a:endParaRPr lang="pt-BR" altLang="pt-BR">
              <a:solidFill>
                <a:srgbClr val="000000"/>
              </a:solidFill>
            </a:endParaRPr>
          </a:p>
        </p:txBody>
      </p:sp>
      <p:sp>
        <p:nvSpPr>
          <p:cNvPr id="78850" name="Rectangle 2">
            <a:extLst>
              <a:ext uri="{FF2B5EF4-FFF2-40B4-BE49-F238E27FC236}">
                <a16:creationId xmlns:a16="http://schemas.microsoft.com/office/drawing/2014/main" id="{7C490D76-AC68-9B49-866F-1BD8DB986596}"/>
              </a:ext>
            </a:extLst>
          </p:cNvPr>
          <p:cNvSpPr>
            <a:spLocks noGrp="1" noRot="1" noChangeAspect="1" noChangeArrowheads="1" noTextEdit="1"/>
          </p:cNvSpPr>
          <p:nvPr>
            <p:ph type="sldImg"/>
          </p:nvPr>
        </p:nvSpPr>
        <p:spPr>
          <a:ln/>
        </p:spPr>
      </p:sp>
      <p:sp>
        <p:nvSpPr>
          <p:cNvPr id="78851" name="Rectangle 3">
            <a:extLst>
              <a:ext uri="{FF2B5EF4-FFF2-40B4-BE49-F238E27FC236}">
                <a16:creationId xmlns:a16="http://schemas.microsoft.com/office/drawing/2014/main" id="{00E53E86-3B44-ED4B-B0E7-38E57F45611E}"/>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7">
            <a:extLst>
              <a:ext uri="{FF2B5EF4-FFF2-40B4-BE49-F238E27FC236}">
                <a16:creationId xmlns:a16="http://schemas.microsoft.com/office/drawing/2014/main" id="{65CD4A6F-617E-234E-8CE9-10B4AF305AE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B9DD1C8E-0DE0-D741-B4C5-6F772B0966C6}" type="slidenum">
              <a:rPr lang="pt-BR" altLang="pt-BR">
                <a:solidFill>
                  <a:srgbClr val="000000"/>
                </a:solidFill>
              </a:rPr>
              <a:pPr>
                <a:spcBef>
                  <a:spcPct val="0"/>
                </a:spcBef>
              </a:pPr>
              <a:t>39</a:t>
            </a:fld>
            <a:endParaRPr lang="pt-BR" altLang="pt-BR">
              <a:solidFill>
                <a:srgbClr val="000000"/>
              </a:solidFill>
            </a:endParaRPr>
          </a:p>
        </p:txBody>
      </p:sp>
      <p:sp>
        <p:nvSpPr>
          <p:cNvPr id="80898" name="Rectangle 2">
            <a:extLst>
              <a:ext uri="{FF2B5EF4-FFF2-40B4-BE49-F238E27FC236}">
                <a16:creationId xmlns:a16="http://schemas.microsoft.com/office/drawing/2014/main" id="{85E3D310-5DB9-4546-953C-80DA7A692C99}"/>
              </a:ext>
            </a:extLst>
          </p:cNvPr>
          <p:cNvSpPr>
            <a:spLocks noGrp="1" noRot="1" noChangeAspect="1" noChangeArrowheads="1" noTextEdit="1"/>
          </p:cNvSpPr>
          <p:nvPr>
            <p:ph type="sldImg"/>
          </p:nvPr>
        </p:nvSpPr>
        <p:spPr>
          <a:xfrm>
            <a:off x="1192213" y="706438"/>
            <a:ext cx="4519612" cy="3389312"/>
          </a:xfrm>
          <a:ln/>
        </p:spPr>
      </p:sp>
      <p:sp>
        <p:nvSpPr>
          <p:cNvPr id="80899" name="Rectangle 3">
            <a:extLst>
              <a:ext uri="{FF2B5EF4-FFF2-40B4-BE49-F238E27FC236}">
                <a16:creationId xmlns:a16="http://schemas.microsoft.com/office/drawing/2014/main" id="{67F729EA-220E-8643-9627-CCC252F2DEB9}"/>
              </a:ext>
            </a:extLst>
          </p:cNvPr>
          <p:cNvSpPr>
            <a:spLocks noGrp="1" noChangeArrowheads="1"/>
          </p:cNvSpPr>
          <p:nvPr>
            <p:ph type="body" idx="1"/>
          </p:nvPr>
        </p:nvSpPr>
        <p:spPr>
          <a:xfrm>
            <a:off x="941388" y="4378325"/>
            <a:ext cx="5019675" cy="40957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a:extLst>
              <a:ext uri="{FF2B5EF4-FFF2-40B4-BE49-F238E27FC236}">
                <a16:creationId xmlns:a16="http://schemas.microsoft.com/office/drawing/2014/main" id="{8A5AFCF9-508B-DE48-AEED-C16D91EF9DF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9BB5A63A-CD6A-C746-B130-AD1B07E87249}" type="slidenum">
              <a:rPr lang="pt-BR" altLang="pt-BR"/>
              <a:pPr>
                <a:spcBef>
                  <a:spcPct val="0"/>
                </a:spcBef>
              </a:pPr>
              <a:t>41</a:t>
            </a:fld>
            <a:endParaRPr lang="pt-BR" altLang="pt-BR"/>
          </a:p>
        </p:txBody>
      </p:sp>
      <p:sp>
        <p:nvSpPr>
          <p:cNvPr id="83970" name="Rectangle 2">
            <a:extLst>
              <a:ext uri="{FF2B5EF4-FFF2-40B4-BE49-F238E27FC236}">
                <a16:creationId xmlns:a16="http://schemas.microsoft.com/office/drawing/2014/main" id="{E75B727C-73CC-F041-874B-B122E144959C}"/>
              </a:ext>
            </a:extLst>
          </p:cNvPr>
          <p:cNvSpPr>
            <a:spLocks noGrp="1" noRot="1" noChangeAspect="1" noChangeArrowheads="1" noTextEdit="1"/>
          </p:cNvSpPr>
          <p:nvPr>
            <p:ph type="sldImg"/>
          </p:nvPr>
        </p:nvSpPr>
        <p:spPr>
          <a:ln/>
        </p:spPr>
      </p:sp>
      <p:sp>
        <p:nvSpPr>
          <p:cNvPr id="83971" name="Rectangle 3">
            <a:extLst>
              <a:ext uri="{FF2B5EF4-FFF2-40B4-BE49-F238E27FC236}">
                <a16:creationId xmlns:a16="http://schemas.microsoft.com/office/drawing/2014/main" id="{98E69C71-0206-4943-B509-5C325440DA4B}"/>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a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pt-BR"/>
              <a:t>Clique para editar o estilo do título mestre</a:t>
            </a:r>
          </a:p>
        </p:txBody>
      </p:sp>
      <p:sp>
        <p:nvSpPr>
          <p:cNvPr id="3" name="Subtítulo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pt-BR"/>
              <a:t>Clique para editar o estilo do subtítulo mestre</a:t>
            </a:r>
          </a:p>
        </p:txBody>
      </p:sp>
      <p:sp>
        <p:nvSpPr>
          <p:cNvPr id="4" name="Rectangle 4">
            <a:extLst>
              <a:ext uri="{FF2B5EF4-FFF2-40B4-BE49-F238E27FC236}">
                <a16:creationId xmlns:a16="http://schemas.microsoft.com/office/drawing/2014/main" id="{D7AFE288-8B5C-3F42-8DD8-50E4DB727F21}"/>
              </a:ext>
            </a:extLst>
          </p:cNvPr>
          <p:cNvSpPr>
            <a:spLocks noGrp="1" noChangeArrowheads="1"/>
          </p:cNvSpPr>
          <p:nvPr>
            <p:ph type="dt" sz="half" idx="10"/>
          </p:nvPr>
        </p:nvSpPr>
        <p:spPr>
          <a:ln/>
        </p:spPr>
        <p:txBody>
          <a:bodyPr/>
          <a:lstStyle>
            <a:lvl1pPr>
              <a:defRPr/>
            </a:lvl1pPr>
          </a:lstStyle>
          <a:p>
            <a:pPr>
              <a:defRPr/>
            </a:pPr>
            <a:endParaRPr lang="pt-BR"/>
          </a:p>
        </p:txBody>
      </p:sp>
      <p:sp>
        <p:nvSpPr>
          <p:cNvPr id="5" name="Rectangle 5">
            <a:extLst>
              <a:ext uri="{FF2B5EF4-FFF2-40B4-BE49-F238E27FC236}">
                <a16:creationId xmlns:a16="http://schemas.microsoft.com/office/drawing/2014/main" id="{74CF99B8-D6F3-5046-8A61-066AD70528DC}"/>
              </a:ext>
            </a:extLst>
          </p:cNvPr>
          <p:cNvSpPr>
            <a:spLocks noGrp="1" noChangeArrowheads="1"/>
          </p:cNvSpPr>
          <p:nvPr>
            <p:ph type="ftr" sz="quarter" idx="11"/>
          </p:nvPr>
        </p:nvSpPr>
        <p:spPr>
          <a:ln/>
        </p:spPr>
        <p:txBody>
          <a:bodyPr/>
          <a:lstStyle>
            <a:lvl1pPr>
              <a:defRPr/>
            </a:lvl1pPr>
          </a:lstStyle>
          <a:p>
            <a:pPr>
              <a:defRPr/>
            </a:pPr>
            <a:endParaRPr lang="pt-BR"/>
          </a:p>
        </p:txBody>
      </p:sp>
      <p:sp>
        <p:nvSpPr>
          <p:cNvPr id="6" name="Rectangle 6">
            <a:extLst>
              <a:ext uri="{FF2B5EF4-FFF2-40B4-BE49-F238E27FC236}">
                <a16:creationId xmlns:a16="http://schemas.microsoft.com/office/drawing/2014/main" id="{EF6A2665-160B-1F4B-A152-9B17A67F775A}"/>
              </a:ext>
            </a:extLst>
          </p:cNvPr>
          <p:cNvSpPr>
            <a:spLocks noGrp="1" noChangeArrowheads="1"/>
          </p:cNvSpPr>
          <p:nvPr>
            <p:ph type="sldNum" sz="quarter" idx="12"/>
          </p:nvPr>
        </p:nvSpPr>
        <p:spPr>
          <a:ln/>
        </p:spPr>
        <p:txBody>
          <a:bodyPr/>
          <a:lstStyle>
            <a:lvl1pPr>
              <a:defRPr/>
            </a:lvl1pPr>
          </a:lstStyle>
          <a:p>
            <a:pPr>
              <a:defRPr/>
            </a:pPr>
            <a:fld id="{BE212533-3988-D043-865D-A4B1825C1B82}" type="slidenum">
              <a:rPr lang="pt-BR" altLang="x-none"/>
              <a:pPr>
                <a:defRPr/>
              </a:pPr>
              <a:t>‹nº›</a:t>
            </a:fld>
            <a:endParaRPr lang="pt-BR" altLang="x-none"/>
          </a:p>
        </p:txBody>
      </p:sp>
    </p:spTree>
    <p:extLst>
      <p:ext uri="{BB962C8B-B14F-4D97-AF65-F5344CB8AC3E}">
        <p14:creationId xmlns:p14="http://schemas.microsoft.com/office/powerpoint/2010/main" val="15872583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Conteúdo 2"/>
          <p:cNvSpPr>
            <a:spLocks noGrp="1"/>
          </p:cNvSpPr>
          <p:nvPr>
            <p:ph idx="1"/>
          </p:nvPr>
        </p:nvSpPr>
        <p:spPr/>
        <p:txBody>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Rectangle 4">
            <a:extLst>
              <a:ext uri="{FF2B5EF4-FFF2-40B4-BE49-F238E27FC236}">
                <a16:creationId xmlns:a16="http://schemas.microsoft.com/office/drawing/2014/main" id="{C3B075D9-63AC-654D-AC57-6ACFCC224D08}"/>
              </a:ext>
            </a:extLst>
          </p:cNvPr>
          <p:cNvSpPr>
            <a:spLocks noGrp="1" noChangeArrowheads="1"/>
          </p:cNvSpPr>
          <p:nvPr>
            <p:ph type="dt" sz="half" idx="10"/>
          </p:nvPr>
        </p:nvSpPr>
        <p:spPr>
          <a:ln/>
        </p:spPr>
        <p:txBody>
          <a:bodyPr/>
          <a:lstStyle>
            <a:lvl1pPr>
              <a:defRPr/>
            </a:lvl1pPr>
          </a:lstStyle>
          <a:p>
            <a:pPr>
              <a:defRPr/>
            </a:pPr>
            <a:endParaRPr lang="pt-BR"/>
          </a:p>
        </p:txBody>
      </p:sp>
      <p:sp>
        <p:nvSpPr>
          <p:cNvPr id="5" name="Rectangle 5">
            <a:extLst>
              <a:ext uri="{FF2B5EF4-FFF2-40B4-BE49-F238E27FC236}">
                <a16:creationId xmlns:a16="http://schemas.microsoft.com/office/drawing/2014/main" id="{D8C42846-00F1-1C4D-9814-7E2B27D13B19}"/>
              </a:ext>
            </a:extLst>
          </p:cNvPr>
          <p:cNvSpPr>
            <a:spLocks noGrp="1" noChangeArrowheads="1"/>
          </p:cNvSpPr>
          <p:nvPr>
            <p:ph type="ftr" sz="quarter" idx="11"/>
          </p:nvPr>
        </p:nvSpPr>
        <p:spPr>
          <a:ln/>
        </p:spPr>
        <p:txBody>
          <a:bodyPr/>
          <a:lstStyle>
            <a:lvl1pPr>
              <a:defRPr/>
            </a:lvl1pPr>
          </a:lstStyle>
          <a:p>
            <a:pPr>
              <a:defRPr/>
            </a:pPr>
            <a:endParaRPr lang="pt-BR"/>
          </a:p>
        </p:txBody>
      </p:sp>
      <p:sp>
        <p:nvSpPr>
          <p:cNvPr id="6" name="Rectangle 6">
            <a:extLst>
              <a:ext uri="{FF2B5EF4-FFF2-40B4-BE49-F238E27FC236}">
                <a16:creationId xmlns:a16="http://schemas.microsoft.com/office/drawing/2014/main" id="{910D68D1-A14E-8044-B381-D5BF946DACD9}"/>
              </a:ext>
            </a:extLst>
          </p:cNvPr>
          <p:cNvSpPr>
            <a:spLocks noGrp="1" noChangeArrowheads="1"/>
          </p:cNvSpPr>
          <p:nvPr>
            <p:ph type="sldNum" sz="quarter" idx="12"/>
          </p:nvPr>
        </p:nvSpPr>
        <p:spPr>
          <a:ln/>
        </p:spPr>
        <p:txBody>
          <a:bodyPr/>
          <a:lstStyle>
            <a:lvl1pPr>
              <a:defRPr/>
            </a:lvl1pPr>
          </a:lstStyle>
          <a:p>
            <a:pPr>
              <a:defRPr/>
            </a:pPr>
            <a:fld id="{EB247626-97FC-8D46-85DF-270F156FE804}" type="slidenum">
              <a:rPr lang="pt-BR" altLang="x-none"/>
              <a:pPr>
                <a:defRPr/>
              </a:pPr>
              <a:t>‹nº›</a:t>
            </a:fld>
            <a:endParaRPr lang="pt-BR" altLang="x-none"/>
          </a:p>
        </p:txBody>
      </p:sp>
    </p:spTree>
    <p:extLst>
      <p:ext uri="{BB962C8B-B14F-4D97-AF65-F5344CB8AC3E}">
        <p14:creationId xmlns:p14="http://schemas.microsoft.com/office/powerpoint/2010/main" val="739734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pt-BR"/>
              <a:t>Clique para editar o estilo do título mestre</a:t>
            </a:r>
          </a:p>
        </p:txBody>
      </p:sp>
      <p:sp>
        <p:nvSpPr>
          <p:cNvPr id="3" name="Espaço Reservado para Texto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pt-BR"/>
              <a:t>Clique para editar os estilos do texto mestre</a:t>
            </a:r>
          </a:p>
        </p:txBody>
      </p:sp>
      <p:sp>
        <p:nvSpPr>
          <p:cNvPr id="4" name="Rectangle 4">
            <a:extLst>
              <a:ext uri="{FF2B5EF4-FFF2-40B4-BE49-F238E27FC236}">
                <a16:creationId xmlns:a16="http://schemas.microsoft.com/office/drawing/2014/main" id="{8FAD1938-3EA6-7940-AF23-60915DDC4334}"/>
              </a:ext>
            </a:extLst>
          </p:cNvPr>
          <p:cNvSpPr>
            <a:spLocks noGrp="1" noChangeArrowheads="1"/>
          </p:cNvSpPr>
          <p:nvPr>
            <p:ph type="dt" sz="half" idx="10"/>
          </p:nvPr>
        </p:nvSpPr>
        <p:spPr>
          <a:ln/>
        </p:spPr>
        <p:txBody>
          <a:bodyPr/>
          <a:lstStyle>
            <a:lvl1pPr>
              <a:defRPr/>
            </a:lvl1pPr>
          </a:lstStyle>
          <a:p>
            <a:pPr>
              <a:defRPr/>
            </a:pPr>
            <a:endParaRPr lang="pt-BR"/>
          </a:p>
        </p:txBody>
      </p:sp>
      <p:sp>
        <p:nvSpPr>
          <p:cNvPr id="5" name="Rectangle 5">
            <a:extLst>
              <a:ext uri="{FF2B5EF4-FFF2-40B4-BE49-F238E27FC236}">
                <a16:creationId xmlns:a16="http://schemas.microsoft.com/office/drawing/2014/main" id="{D6C59977-8E08-544B-8751-DDFE718E3824}"/>
              </a:ext>
            </a:extLst>
          </p:cNvPr>
          <p:cNvSpPr>
            <a:spLocks noGrp="1" noChangeArrowheads="1"/>
          </p:cNvSpPr>
          <p:nvPr>
            <p:ph type="ftr" sz="quarter" idx="11"/>
          </p:nvPr>
        </p:nvSpPr>
        <p:spPr>
          <a:ln/>
        </p:spPr>
        <p:txBody>
          <a:bodyPr/>
          <a:lstStyle>
            <a:lvl1pPr>
              <a:defRPr/>
            </a:lvl1pPr>
          </a:lstStyle>
          <a:p>
            <a:pPr>
              <a:defRPr/>
            </a:pPr>
            <a:endParaRPr lang="pt-BR"/>
          </a:p>
        </p:txBody>
      </p:sp>
      <p:sp>
        <p:nvSpPr>
          <p:cNvPr id="6" name="Rectangle 6">
            <a:extLst>
              <a:ext uri="{FF2B5EF4-FFF2-40B4-BE49-F238E27FC236}">
                <a16:creationId xmlns:a16="http://schemas.microsoft.com/office/drawing/2014/main" id="{4ED75984-EBD5-DA45-82FD-C0CD0F2C30E5}"/>
              </a:ext>
            </a:extLst>
          </p:cNvPr>
          <p:cNvSpPr>
            <a:spLocks noGrp="1" noChangeArrowheads="1"/>
          </p:cNvSpPr>
          <p:nvPr>
            <p:ph type="sldNum" sz="quarter" idx="12"/>
          </p:nvPr>
        </p:nvSpPr>
        <p:spPr>
          <a:ln/>
        </p:spPr>
        <p:txBody>
          <a:bodyPr/>
          <a:lstStyle>
            <a:lvl1pPr>
              <a:defRPr/>
            </a:lvl1pPr>
          </a:lstStyle>
          <a:p>
            <a:pPr>
              <a:defRPr/>
            </a:pPr>
            <a:fld id="{1829262F-EDAB-B343-8B44-276635147A3A}" type="slidenum">
              <a:rPr lang="pt-BR" altLang="x-none"/>
              <a:pPr>
                <a:defRPr/>
              </a:pPr>
              <a:t>‹nº›</a:t>
            </a:fld>
            <a:endParaRPr lang="pt-BR" altLang="x-none"/>
          </a:p>
        </p:txBody>
      </p:sp>
    </p:spTree>
    <p:extLst>
      <p:ext uri="{BB962C8B-B14F-4D97-AF65-F5344CB8AC3E}">
        <p14:creationId xmlns:p14="http://schemas.microsoft.com/office/powerpoint/2010/main" val="42229847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Conteúdo 2"/>
          <p:cNvSpPr>
            <a:spLocks noGrp="1"/>
          </p:cNvSpPr>
          <p:nvPr>
            <p:ph sz="half" idx="1"/>
          </p:nvPr>
        </p:nvSpPr>
        <p:spPr>
          <a:xfrm>
            <a:off x="112713" y="887413"/>
            <a:ext cx="4210050" cy="5238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4475163" y="887413"/>
            <a:ext cx="4211637" cy="5238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Rectangle 4">
            <a:extLst>
              <a:ext uri="{FF2B5EF4-FFF2-40B4-BE49-F238E27FC236}">
                <a16:creationId xmlns:a16="http://schemas.microsoft.com/office/drawing/2014/main" id="{5C616AA3-D19D-664B-9116-36B365DD470D}"/>
              </a:ext>
            </a:extLst>
          </p:cNvPr>
          <p:cNvSpPr>
            <a:spLocks noGrp="1" noChangeArrowheads="1"/>
          </p:cNvSpPr>
          <p:nvPr>
            <p:ph type="dt" sz="half" idx="10"/>
          </p:nvPr>
        </p:nvSpPr>
        <p:spPr>
          <a:ln/>
        </p:spPr>
        <p:txBody>
          <a:bodyPr/>
          <a:lstStyle>
            <a:lvl1pPr>
              <a:defRPr/>
            </a:lvl1pPr>
          </a:lstStyle>
          <a:p>
            <a:pPr>
              <a:defRPr/>
            </a:pPr>
            <a:endParaRPr lang="pt-BR"/>
          </a:p>
        </p:txBody>
      </p:sp>
      <p:sp>
        <p:nvSpPr>
          <p:cNvPr id="6" name="Rectangle 5">
            <a:extLst>
              <a:ext uri="{FF2B5EF4-FFF2-40B4-BE49-F238E27FC236}">
                <a16:creationId xmlns:a16="http://schemas.microsoft.com/office/drawing/2014/main" id="{B83393C4-BB7E-934D-B750-079FBFB329A6}"/>
              </a:ext>
            </a:extLst>
          </p:cNvPr>
          <p:cNvSpPr>
            <a:spLocks noGrp="1" noChangeArrowheads="1"/>
          </p:cNvSpPr>
          <p:nvPr>
            <p:ph type="ftr" sz="quarter" idx="11"/>
          </p:nvPr>
        </p:nvSpPr>
        <p:spPr>
          <a:ln/>
        </p:spPr>
        <p:txBody>
          <a:bodyPr/>
          <a:lstStyle>
            <a:lvl1pPr>
              <a:defRPr/>
            </a:lvl1pPr>
          </a:lstStyle>
          <a:p>
            <a:pPr>
              <a:defRPr/>
            </a:pPr>
            <a:endParaRPr lang="pt-BR"/>
          </a:p>
        </p:txBody>
      </p:sp>
      <p:sp>
        <p:nvSpPr>
          <p:cNvPr id="7" name="Rectangle 6">
            <a:extLst>
              <a:ext uri="{FF2B5EF4-FFF2-40B4-BE49-F238E27FC236}">
                <a16:creationId xmlns:a16="http://schemas.microsoft.com/office/drawing/2014/main" id="{796D4B9E-F698-7846-805B-C4A6AFB29711}"/>
              </a:ext>
            </a:extLst>
          </p:cNvPr>
          <p:cNvSpPr>
            <a:spLocks noGrp="1" noChangeArrowheads="1"/>
          </p:cNvSpPr>
          <p:nvPr>
            <p:ph type="sldNum" sz="quarter" idx="12"/>
          </p:nvPr>
        </p:nvSpPr>
        <p:spPr>
          <a:ln/>
        </p:spPr>
        <p:txBody>
          <a:bodyPr/>
          <a:lstStyle>
            <a:lvl1pPr>
              <a:defRPr/>
            </a:lvl1pPr>
          </a:lstStyle>
          <a:p>
            <a:pPr>
              <a:defRPr/>
            </a:pPr>
            <a:fld id="{1B0FF763-8E2D-BE49-AB9B-646E83F0146C}" type="slidenum">
              <a:rPr lang="pt-BR" altLang="x-none"/>
              <a:pPr>
                <a:defRPr/>
              </a:pPr>
              <a:t>‹nº›</a:t>
            </a:fld>
            <a:endParaRPr lang="pt-BR" altLang="x-none"/>
          </a:p>
        </p:txBody>
      </p:sp>
    </p:spTree>
    <p:extLst>
      <p:ext uri="{BB962C8B-B14F-4D97-AF65-F5344CB8AC3E}">
        <p14:creationId xmlns:p14="http://schemas.microsoft.com/office/powerpoint/2010/main" val="15160283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4638"/>
            <a:ext cx="8229600" cy="1143000"/>
          </a:xfrm>
        </p:spPr>
        <p:txBody>
          <a:bodyPr/>
          <a:lstStyle>
            <a:lvl1pPr>
              <a:defRPr/>
            </a:lvl1pPr>
          </a:lstStyle>
          <a:p>
            <a:r>
              <a:rPr lang="pt-BR"/>
              <a:t>Clique para editar o estilo do título mestre</a:t>
            </a:r>
          </a:p>
        </p:txBody>
      </p:sp>
      <p:sp>
        <p:nvSpPr>
          <p:cNvPr id="3" name="Espaço Reservado para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do texto mestre</a:t>
            </a:r>
          </a:p>
        </p:txBody>
      </p:sp>
      <p:sp>
        <p:nvSpPr>
          <p:cNvPr id="4" name="Espaço Reservado para Conteú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do texto mestre</a:t>
            </a:r>
          </a:p>
        </p:txBody>
      </p:sp>
      <p:sp>
        <p:nvSpPr>
          <p:cNvPr id="6" name="Espaço Reservado para Conteú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Rectangle 4">
            <a:extLst>
              <a:ext uri="{FF2B5EF4-FFF2-40B4-BE49-F238E27FC236}">
                <a16:creationId xmlns:a16="http://schemas.microsoft.com/office/drawing/2014/main" id="{CA401CC7-4D9F-C04A-ADE0-F3D4E8F419FE}"/>
              </a:ext>
            </a:extLst>
          </p:cNvPr>
          <p:cNvSpPr>
            <a:spLocks noGrp="1" noChangeArrowheads="1"/>
          </p:cNvSpPr>
          <p:nvPr>
            <p:ph type="dt" sz="half" idx="10"/>
          </p:nvPr>
        </p:nvSpPr>
        <p:spPr>
          <a:ln/>
        </p:spPr>
        <p:txBody>
          <a:bodyPr/>
          <a:lstStyle>
            <a:lvl1pPr>
              <a:defRPr/>
            </a:lvl1pPr>
          </a:lstStyle>
          <a:p>
            <a:pPr>
              <a:defRPr/>
            </a:pPr>
            <a:endParaRPr lang="pt-BR"/>
          </a:p>
        </p:txBody>
      </p:sp>
      <p:sp>
        <p:nvSpPr>
          <p:cNvPr id="8" name="Rectangle 5">
            <a:extLst>
              <a:ext uri="{FF2B5EF4-FFF2-40B4-BE49-F238E27FC236}">
                <a16:creationId xmlns:a16="http://schemas.microsoft.com/office/drawing/2014/main" id="{C71B67F6-93BE-ED42-83D1-39675302F38D}"/>
              </a:ext>
            </a:extLst>
          </p:cNvPr>
          <p:cNvSpPr>
            <a:spLocks noGrp="1" noChangeArrowheads="1"/>
          </p:cNvSpPr>
          <p:nvPr>
            <p:ph type="ftr" sz="quarter" idx="11"/>
          </p:nvPr>
        </p:nvSpPr>
        <p:spPr>
          <a:ln/>
        </p:spPr>
        <p:txBody>
          <a:bodyPr/>
          <a:lstStyle>
            <a:lvl1pPr>
              <a:defRPr/>
            </a:lvl1pPr>
          </a:lstStyle>
          <a:p>
            <a:pPr>
              <a:defRPr/>
            </a:pPr>
            <a:endParaRPr lang="pt-BR"/>
          </a:p>
        </p:txBody>
      </p:sp>
      <p:sp>
        <p:nvSpPr>
          <p:cNvPr id="9" name="Rectangle 6">
            <a:extLst>
              <a:ext uri="{FF2B5EF4-FFF2-40B4-BE49-F238E27FC236}">
                <a16:creationId xmlns:a16="http://schemas.microsoft.com/office/drawing/2014/main" id="{285B952A-76FD-FA4B-A1D4-A9804E49469A}"/>
              </a:ext>
            </a:extLst>
          </p:cNvPr>
          <p:cNvSpPr>
            <a:spLocks noGrp="1" noChangeArrowheads="1"/>
          </p:cNvSpPr>
          <p:nvPr>
            <p:ph type="sldNum" sz="quarter" idx="12"/>
          </p:nvPr>
        </p:nvSpPr>
        <p:spPr>
          <a:ln/>
        </p:spPr>
        <p:txBody>
          <a:bodyPr/>
          <a:lstStyle>
            <a:lvl1pPr>
              <a:defRPr/>
            </a:lvl1pPr>
          </a:lstStyle>
          <a:p>
            <a:pPr>
              <a:defRPr/>
            </a:pPr>
            <a:fld id="{1FADCD08-9825-8F48-8020-377E82EE5C0A}" type="slidenum">
              <a:rPr lang="pt-BR" altLang="x-none"/>
              <a:pPr>
                <a:defRPr/>
              </a:pPr>
              <a:t>‹nº›</a:t>
            </a:fld>
            <a:endParaRPr lang="pt-BR" altLang="x-none"/>
          </a:p>
        </p:txBody>
      </p:sp>
    </p:spTree>
    <p:extLst>
      <p:ext uri="{BB962C8B-B14F-4D97-AF65-F5344CB8AC3E}">
        <p14:creationId xmlns:p14="http://schemas.microsoft.com/office/powerpoint/2010/main" val="18439315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Rectangle 4">
            <a:extLst>
              <a:ext uri="{FF2B5EF4-FFF2-40B4-BE49-F238E27FC236}">
                <a16:creationId xmlns:a16="http://schemas.microsoft.com/office/drawing/2014/main" id="{60E3EE8B-C320-F642-8277-6FC33170B874}"/>
              </a:ext>
            </a:extLst>
          </p:cNvPr>
          <p:cNvSpPr>
            <a:spLocks noGrp="1" noChangeArrowheads="1"/>
          </p:cNvSpPr>
          <p:nvPr>
            <p:ph type="dt" sz="half" idx="10"/>
          </p:nvPr>
        </p:nvSpPr>
        <p:spPr>
          <a:ln/>
        </p:spPr>
        <p:txBody>
          <a:bodyPr/>
          <a:lstStyle>
            <a:lvl1pPr>
              <a:defRPr/>
            </a:lvl1pPr>
          </a:lstStyle>
          <a:p>
            <a:pPr>
              <a:defRPr/>
            </a:pPr>
            <a:endParaRPr lang="pt-BR"/>
          </a:p>
        </p:txBody>
      </p:sp>
      <p:sp>
        <p:nvSpPr>
          <p:cNvPr id="4" name="Rectangle 5">
            <a:extLst>
              <a:ext uri="{FF2B5EF4-FFF2-40B4-BE49-F238E27FC236}">
                <a16:creationId xmlns:a16="http://schemas.microsoft.com/office/drawing/2014/main" id="{F06542D3-FC12-9F4D-BECE-FD3D5EB4C3DB}"/>
              </a:ext>
            </a:extLst>
          </p:cNvPr>
          <p:cNvSpPr>
            <a:spLocks noGrp="1" noChangeArrowheads="1"/>
          </p:cNvSpPr>
          <p:nvPr>
            <p:ph type="ftr" sz="quarter" idx="11"/>
          </p:nvPr>
        </p:nvSpPr>
        <p:spPr>
          <a:ln/>
        </p:spPr>
        <p:txBody>
          <a:bodyPr/>
          <a:lstStyle>
            <a:lvl1pPr>
              <a:defRPr/>
            </a:lvl1pPr>
          </a:lstStyle>
          <a:p>
            <a:pPr>
              <a:defRPr/>
            </a:pPr>
            <a:endParaRPr lang="pt-BR"/>
          </a:p>
        </p:txBody>
      </p:sp>
      <p:sp>
        <p:nvSpPr>
          <p:cNvPr id="5" name="Rectangle 6">
            <a:extLst>
              <a:ext uri="{FF2B5EF4-FFF2-40B4-BE49-F238E27FC236}">
                <a16:creationId xmlns:a16="http://schemas.microsoft.com/office/drawing/2014/main" id="{22BDBBF2-F23A-2840-8714-D25003E1BC83}"/>
              </a:ext>
            </a:extLst>
          </p:cNvPr>
          <p:cNvSpPr>
            <a:spLocks noGrp="1" noChangeArrowheads="1"/>
          </p:cNvSpPr>
          <p:nvPr>
            <p:ph type="sldNum" sz="quarter" idx="12"/>
          </p:nvPr>
        </p:nvSpPr>
        <p:spPr>
          <a:ln/>
        </p:spPr>
        <p:txBody>
          <a:bodyPr/>
          <a:lstStyle>
            <a:lvl1pPr>
              <a:defRPr/>
            </a:lvl1pPr>
          </a:lstStyle>
          <a:p>
            <a:pPr>
              <a:defRPr/>
            </a:pPr>
            <a:fld id="{BAF1EC7D-D05E-1947-8315-107C7D31B7C6}" type="slidenum">
              <a:rPr lang="pt-BR" altLang="x-none"/>
              <a:pPr>
                <a:defRPr/>
              </a:pPr>
              <a:t>‹nº›</a:t>
            </a:fld>
            <a:endParaRPr lang="pt-BR" altLang="x-none"/>
          </a:p>
        </p:txBody>
      </p:sp>
    </p:spTree>
    <p:extLst>
      <p:ext uri="{BB962C8B-B14F-4D97-AF65-F5344CB8AC3E}">
        <p14:creationId xmlns:p14="http://schemas.microsoft.com/office/powerpoint/2010/main" val="36244546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D07E0BF7-2D40-D54D-B73C-2B7EF5FF7FA6}"/>
              </a:ext>
            </a:extLst>
          </p:cNvPr>
          <p:cNvSpPr>
            <a:spLocks noGrp="1" noChangeArrowheads="1"/>
          </p:cNvSpPr>
          <p:nvPr>
            <p:ph type="dt" sz="half" idx="10"/>
          </p:nvPr>
        </p:nvSpPr>
        <p:spPr>
          <a:ln/>
        </p:spPr>
        <p:txBody>
          <a:bodyPr/>
          <a:lstStyle>
            <a:lvl1pPr>
              <a:defRPr/>
            </a:lvl1pPr>
          </a:lstStyle>
          <a:p>
            <a:pPr>
              <a:defRPr/>
            </a:pPr>
            <a:endParaRPr lang="pt-BR"/>
          </a:p>
        </p:txBody>
      </p:sp>
      <p:sp>
        <p:nvSpPr>
          <p:cNvPr id="3" name="Rectangle 5">
            <a:extLst>
              <a:ext uri="{FF2B5EF4-FFF2-40B4-BE49-F238E27FC236}">
                <a16:creationId xmlns:a16="http://schemas.microsoft.com/office/drawing/2014/main" id="{BFDBE613-CBEE-D441-B526-8ECA10C35313}"/>
              </a:ext>
            </a:extLst>
          </p:cNvPr>
          <p:cNvSpPr>
            <a:spLocks noGrp="1" noChangeArrowheads="1"/>
          </p:cNvSpPr>
          <p:nvPr>
            <p:ph type="ftr" sz="quarter" idx="11"/>
          </p:nvPr>
        </p:nvSpPr>
        <p:spPr>
          <a:ln/>
        </p:spPr>
        <p:txBody>
          <a:bodyPr/>
          <a:lstStyle>
            <a:lvl1pPr>
              <a:defRPr/>
            </a:lvl1pPr>
          </a:lstStyle>
          <a:p>
            <a:pPr>
              <a:defRPr/>
            </a:pPr>
            <a:endParaRPr lang="pt-BR"/>
          </a:p>
        </p:txBody>
      </p:sp>
      <p:sp>
        <p:nvSpPr>
          <p:cNvPr id="4" name="Rectangle 6">
            <a:extLst>
              <a:ext uri="{FF2B5EF4-FFF2-40B4-BE49-F238E27FC236}">
                <a16:creationId xmlns:a16="http://schemas.microsoft.com/office/drawing/2014/main" id="{0137110C-BFF2-644F-8ABC-A1DCA0AD5058}"/>
              </a:ext>
            </a:extLst>
          </p:cNvPr>
          <p:cNvSpPr>
            <a:spLocks noGrp="1" noChangeArrowheads="1"/>
          </p:cNvSpPr>
          <p:nvPr>
            <p:ph type="sldNum" sz="quarter" idx="12"/>
          </p:nvPr>
        </p:nvSpPr>
        <p:spPr>
          <a:ln/>
        </p:spPr>
        <p:txBody>
          <a:bodyPr/>
          <a:lstStyle>
            <a:lvl1pPr>
              <a:defRPr/>
            </a:lvl1pPr>
          </a:lstStyle>
          <a:p>
            <a:pPr>
              <a:defRPr/>
            </a:pPr>
            <a:fld id="{782CC4F7-8E3D-6F47-AB41-225438DB29F7}" type="slidenum">
              <a:rPr lang="pt-BR" altLang="x-none"/>
              <a:pPr>
                <a:defRPr/>
              </a:pPr>
              <a:t>‹nº›</a:t>
            </a:fld>
            <a:endParaRPr lang="pt-BR" altLang="x-none"/>
          </a:p>
        </p:txBody>
      </p:sp>
    </p:spTree>
    <p:extLst>
      <p:ext uri="{BB962C8B-B14F-4D97-AF65-F5344CB8AC3E}">
        <p14:creationId xmlns:p14="http://schemas.microsoft.com/office/powerpoint/2010/main" val="2139994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pt-BR"/>
              <a:t>Clique para editar o estilo do título mestre</a:t>
            </a:r>
          </a:p>
        </p:txBody>
      </p:sp>
      <p:sp>
        <p:nvSpPr>
          <p:cNvPr id="3" name="Espaço Reservado para Conteú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do texto mestre</a:t>
            </a:r>
          </a:p>
        </p:txBody>
      </p:sp>
      <p:sp>
        <p:nvSpPr>
          <p:cNvPr id="5" name="Rectangle 4">
            <a:extLst>
              <a:ext uri="{FF2B5EF4-FFF2-40B4-BE49-F238E27FC236}">
                <a16:creationId xmlns:a16="http://schemas.microsoft.com/office/drawing/2014/main" id="{3B25018C-B034-4F4F-B21A-8250A27B53E7}"/>
              </a:ext>
            </a:extLst>
          </p:cNvPr>
          <p:cNvSpPr>
            <a:spLocks noGrp="1" noChangeArrowheads="1"/>
          </p:cNvSpPr>
          <p:nvPr>
            <p:ph type="dt" sz="half" idx="10"/>
          </p:nvPr>
        </p:nvSpPr>
        <p:spPr>
          <a:ln/>
        </p:spPr>
        <p:txBody>
          <a:bodyPr/>
          <a:lstStyle>
            <a:lvl1pPr>
              <a:defRPr/>
            </a:lvl1pPr>
          </a:lstStyle>
          <a:p>
            <a:pPr>
              <a:defRPr/>
            </a:pPr>
            <a:endParaRPr lang="pt-BR"/>
          </a:p>
        </p:txBody>
      </p:sp>
      <p:sp>
        <p:nvSpPr>
          <p:cNvPr id="6" name="Rectangle 5">
            <a:extLst>
              <a:ext uri="{FF2B5EF4-FFF2-40B4-BE49-F238E27FC236}">
                <a16:creationId xmlns:a16="http://schemas.microsoft.com/office/drawing/2014/main" id="{7F753484-498F-404B-87BD-8E903941FA86}"/>
              </a:ext>
            </a:extLst>
          </p:cNvPr>
          <p:cNvSpPr>
            <a:spLocks noGrp="1" noChangeArrowheads="1"/>
          </p:cNvSpPr>
          <p:nvPr>
            <p:ph type="ftr" sz="quarter" idx="11"/>
          </p:nvPr>
        </p:nvSpPr>
        <p:spPr>
          <a:ln/>
        </p:spPr>
        <p:txBody>
          <a:bodyPr/>
          <a:lstStyle>
            <a:lvl1pPr>
              <a:defRPr/>
            </a:lvl1pPr>
          </a:lstStyle>
          <a:p>
            <a:pPr>
              <a:defRPr/>
            </a:pPr>
            <a:endParaRPr lang="pt-BR"/>
          </a:p>
        </p:txBody>
      </p:sp>
      <p:sp>
        <p:nvSpPr>
          <p:cNvPr id="7" name="Rectangle 6">
            <a:extLst>
              <a:ext uri="{FF2B5EF4-FFF2-40B4-BE49-F238E27FC236}">
                <a16:creationId xmlns:a16="http://schemas.microsoft.com/office/drawing/2014/main" id="{3876F8D3-3F44-7049-94F2-D1D1F7A0874D}"/>
              </a:ext>
            </a:extLst>
          </p:cNvPr>
          <p:cNvSpPr>
            <a:spLocks noGrp="1" noChangeArrowheads="1"/>
          </p:cNvSpPr>
          <p:nvPr>
            <p:ph type="sldNum" sz="quarter" idx="12"/>
          </p:nvPr>
        </p:nvSpPr>
        <p:spPr>
          <a:ln/>
        </p:spPr>
        <p:txBody>
          <a:bodyPr/>
          <a:lstStyle>
            <a:lvl1pPr>
              <a:defRPr/>
            </a:lvl1pPr>
          </a:lstStyle>
          <a:p>
            <a:pPr>
              <a:defRPr/>
            </a:pPr>
            <a:fld id="{24B7A792-F9EF-744B-ACB7-A868176F6576}" type="slidenum">
              <a:rPr lang="pt-BR" altLang="x-none"/>
              <a:pPr>
                <a:defRPr/>
              </a:pPr>
              <a:t>‹nº›</a:t>
            </a:fld>
            <a:endParaRPr lang="pt-BR" altLang="x-none"/>
          </a:p>
        </p:txBody>
      </p:sp>
    </p:spTree>
    <p:extLst>
      <p:ext uri="{BB962C8B-B14F-4D97-AF65-F5344CB8AC3E}">
        <p14:creationId xmlns:p14="http://schemas.microsoft.com/office/powerpoint/2010/main" val="41118519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pt-BR"/>
              <a:t>Clique para editar o estilo do título mestre</a:t>
            </a:r>
          </a:p>
        </p:txBody>
      </p:sp>
      <p:sp>
        <p:nvSpPr>
          <p:cNvPr id="3" name="Espaço Reservado para Imagem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pt-BR" noProof="0"/>
          </a:p>
        </p:txBody>
      </p:sp>
      <p:sp>
        <p:nvSpPr>
          <p:cNvPr id="4" name="Espaço Reservado para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do texto mestre</a:t>
            </a:r>
          </a:p>
        </p:txBody>
      </p:sp>
      <p:sp>
        <p:nvSpPr>
          <p:cNvPr id="5" name="Rectangle 4">
            <a:extLst>
              <a:ext uri="{FF2B5EF4-FFF2-40B4-BE49-F238E27FC236}">
                <a16:creationId xmlns:a16="http://schemas.microsoft.com/office/drawing/2014/main" id="{FF8F150D-6B55-6F43-9BE3-92E74DD11257}"/>
              </a:ext>
            </a:extLst>
          </p:cNvPr>
          <p:cNvSpPr>
            <a:spLocks noGrp="1" noChangeArrowheads="1"/>
          </p:cNvSpPr>
          <p:nvPr>
            <p:ph type="dt" sz="half" idx="10"/>
          </p:nvPr>
        </p:nvSpPr>
        <p:spPr>
          <a:ln/>
        </p:spPr>
        <p:txBody>
          <a:bodyPr/>
          <a:lstStyle>
            <a:lvl1pPr>
              <a:defRPr/>
            </a:lvl1pPr>
          </a:lstStyle>
          <a:p>
            <a:pPr>
              <a:defRPr/>
            </a:pPr>
            <a:endParaRPr lang="pt-BR"/>
          </a:p>
        </p:txBody>
      </p:sp>
      <p:sp>
        <p:nvSpPr>
          <p:cNvPr id="6" name="Rectangle 5">
            <a:extLst>
              <a:ext uri="{FF2B5EF4-FFF2-40B4-BE49-F238E27FC236}">
                <a16:creationId xmlns:a16="http://schemas.microsoft.com/office/drawing/2014/main" id="{3091AECA-5B30-3B48-97C7-3160969230B7}"/>
              </a:ext>
            </a:extLst>
          </p:cNvPr>
          <p:cNvSpPr>
            <a:spLocks noGrp="1" noChangeArrowheads="1"/>
          </p:cNvSpPr>
          <p:nvPr>
            <p:ph type="ftr" sz="quarter" idx="11"/>
          </p:nvPr>
        </p:nvSpPr>
        <p:spPr>
          <a:ln/>
        </p:spPr>
        <p:txBody>
          <a:bodyPr/>
          <a:lstStyle>
            <a:lvl1pPr>
              <a:defRPr/>
            </a:lvl1pPr>
          </a:lstStyle>
          <a:p>
            <a:pPr>
              <a:defRPr/>
            </a:pPr>
            <a:endParaRPr lang="pt-BR"/>
          </a:p>
        </p:txBody>
      </p:sp>
      <p:sp>
        <p:nvSpPr>
          <p:cNvPr id="7" name="Rectangle 6">
            <a:extLst>
              <a:ext uri="{FF2B5EF4-FFF2-40B4-BE49-F238E27FC236}">
                <a16:creationId xmlns:a16="http://schemas.microsoft.com/office/drawing/2014/main" id="{EA8467A0-FEBA-3345-A02D-528615D46952}"/>
              </a:ext>
            </a:extLst>
          </p:cNvPr>
          <p:cNvSpPr>
            <a:spLocks noGrp="1" noChangeArrowheads="1"/>
          </p:cNvSpPr>
          <p:nvPr>
            <p:ph type="sldNum" sz="quarter" idx="12"/>
          </p:nvPr>
        </p:nvSpPr>
        <p:spPr>
          <a:ln/>
        </p:spPr>
        <p:txBody>
          <a:bodyPr/>
          <a:lstStyle>
            <a:lvl1pPr>
              <a:defRPr/>
            </a:lvl1pPr>
          </a:lstStyle>
          <a:p>
            <a:pPr>
              <a:defRPr/>
            </a:pPr>
            <a:fld id="{F5A8F5C8-96FD-1542-AD95-830F7D64D0AE}" type="slidenum">
              <a:rPr lang="pt-BR" altLang="x-none"/>
              <a:pPr>
                <a:defRPr/>
              </a:pPr>
              <a:t>‹nº›</a:t>
            </a:fld>
            <a:endParaRPr lang="pt-BR" altLang="x-none"/>
          </a:p>
        </p:txBody>
      </p:sp>
    </p:spTree>
    <p:extLst>
      <p:ext uri="{BB962C8B-B14F-4D97-AF65-F5344CB8AC3E}">
        <p14:creationId xmlns:p14="http://schemas.microsoft.com/office/powerpoint/2010/main" val="20384266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Rectangle 4">
            <a:extLst>
              <a:ext uri="{FF2B5EF4-FFF2-40B4-BE49-F238E27FC236}">
                <a16:creationId xmlns:a16="http://schemas.microsoft.com/office/drawing/2014/main" id="{0E17A1A5-1821-F449-A75B-643336B3C6B1}"/>
              </a:ext>
            </a:extLst>
          </p:cNvPr>
          <p:cNvSpPr>
            <a:spLocks noGrp="1" noChangeArrowheads="1"/>
          </p:cNvSpPr>
          <p:nvPr>
            <p:ph type="dt" sz="half" idx="10"/>
          </p:nvPr>
        </p:nvSpPr>
        <p:spPr>
          <a:ln/>
        </p:spPr>
        <p:txBody>
          <a:bodyPr/>
          <a:lstStyle>
            <a:lvl1pPr>
              <a:defRPr/>
            </a:lvl1pPr>
          </a:lstStyle>
          <a:p>
            <a:pPr>
              <a:defRPr/>
            </a:pPr>
            <a:endParaRPr lang="pt-BR"/>
          </a:p>
        </p:txBody>
      </p:sp>
      <p:sp>
        <p:nvSpPr>
          <p:cNvPr id="5" name="Rectangle 5">
            <a:extLst>
              <a:ext uri="{FF2B5EF4-FFF2-40B4-BE49-F238E27FC236}">
                <a16:creationId xmlns:a16="http://schemas.microsoft.com/office/drawing/2014/main" id="{B7BEC28E-434D-EE46-98E9-57037F8B91B6}"/>
              </a:ext>
            </a:extLst>
          </p:cNvPr>
          <p:cNvSpPr>
            <a:spLocks noGrp="1" noChangeArrowheads="1"/>
          </p:cNvSpPr>
          <p:nvPr>
            <p:ph type="ftr" sz="quarter" idx="11"/>
          </p:nvPr>
        </p:nvSpPr>
        <p:spPr>
          <a:ln/>
        </p:spPr>
        <p:txBody>
          <a:bodyPr/>
          <a:lstStyle>
            <a:lvl1pPr>
              <a:defRPr/>
            </a:lvl1pPr>
          </a:lstStyle>
          <a:p>
            <a:pPr>
              <a:defRPr/>
            </a:pPr>
            <a:endParaRPr lang="pt-BR"/>
          </a:p>
        </p:txBody>
      </p:sp>
      <p:sp>
        <p:nvSpPr>
          <p:cNvPr id="6" name="Rectangle 6">
            <a:extLst>
              <a:ext uri="{FF2B5EF4-FFF2-40B4-BE49-F238E27FC236}">
                <a16:creationId xmlns:a16="http://schemas.microsoft.com/office/drawing/2014/main" id="{0998A208-6D6D-044F-BCD6-747BF960E374}"/>
              </a:ext>
            </a:extLst>
          </p:cNvPr>
          <p:cNvSpPr>
            <a:spLocks noGrp="1" noChangeArrowheads="1"/>
          </p:cNvSpPr>
          <p:nvPr>
            <p:ph type="sldNum" sz="quarter" idx="12"/>
          </p:nvPr>
        </p:nvSpPr>
        <p:spPr>
          <a:ln/>
        </p:spPr>
        <p:txBody>
          <a:bodyPr/>
          <a:lstStyle>
            <a:lvl1pPr>
              <a:defRPr/>
            </a:lvl1pPr>
          </a:lstStyle>
          <a:p>
            <a:pPr>
              <a:defRPr/>
            </a:pPr>
            <a:fld id="{668D5E43-D1B3-A442-AA59-D50EAF7C0439}" type="slidenum">
              <a:rPr lang="pt-BR" altLang="x-none"/>
              <a:pPr>
                <a:defRPr/>
              </a:pPr>
              <a:t>‹nº›</a:t>
            </a:fld>
            <a:endParaRPr lang="pt-BR" altLang="x-none"/>
          </a:p>
        </p:txBody>
      </p:sp>
    </p:spTree>
    <p:extLst>
      <p:ext uri="{BB962C8B-B14F-4D97-AF65-F5344CB8AC3E}">
        <p14:creationId xmlns:p14="http://schemas.microsoft.com/office/powerpoint/2010/main" val="32952070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515100" y="0"/>
            <a:ext cx="2171700" cy="6126163"/>
          </a:xfrm>
        </p:spPr>
        <p:txBody>
          <a:bodyPr vert="eaVert"/>
          <a:lstStyle/>
          <a:p>
            <a:r>
              <a:rPr lang="pt-BR"/>
              <a:t>Clique para editar o estilo do título mestre</a:t>
            </a:r>
          </a:p>
        </p:txBody>
      </p:sp>
      <p:sp>
        <p:nvSpPr>
          <p:cNvPr id="3" name="Espaço Reservado para Texto Vertical 2"/>
          <p:cNvSpPr>
            <a:spLocks noGrp="1"/>
          </p:cNvSpPr>
          <p:nvPr>
            <p:ph type="body" orient="vert" idx="1"/>
          </p:nvPr>
        </p:nvSpPr>
        <p:spPr>
          <a:xfrm>
            <a:off x="0" y="0"/>
            <a:ext cx="6362700" cy="6126163"/>
          </a:xfrm>
        </p:spPr>
        <p:txBody>
          <a:bodyPr vert="eaVert"/>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Rectangle 4">
            <a:extLst>
              <a:ext uri="{FF2B5EF4-FFF2-40B4-BE49-F238E27FC236}">
                <a16:creationId xmlns:a16="http://schemas.microsoft.com/office/drawing/2014/main" id="{6A8AC45F-57FA-E247-B5BF-00D7A9236D30}"/>
              </a:ext>
            </a:extLst>
          </p:cNvPr>
          <p:cNvSpPr>
            <a:spLocks noGrp="1" noChangeArrowheads="1"/>
          </p:cNvSpPr>
          <p:nvPr>
            <p:ph type="dt" sz="half" idx="10"/>
          </p:nvPr>
        </p:nvSpPr>
        <p:spPr>
          <a:ln/>
        </p:spPr>
        <p:txBody>
          <a:bodyPr/>
          <a:lstStyle>
            <a:lvl1pPr>
              <a:defRPr/>
            </a:lvl1pPr>
          </a:lstStyle>
          <a:p>
            <a:pPr>
              <a:defRPr/>
            </a:pPr>
            <a:endParaRPr lang="pt-BR"/>
          </a:p>
        </p:txBody>
      </p:sp>
      <p:sp>
        <p:nvSpPr>
          <p:cNvPr id="5" name="Rectangle 5">
            <a:extLst>
              <a:ext uri="{FF2B5EF4-FFF2-40B4-BE49-F238E27FC236}">
                <a16:creationId xmlns:a16="http://schemas.microsoft.com/office/drawing/2014/main" id="{DF14AE40-6629-B042-90BD-F6C3E1C1AB7F}"/>
              </a:ext>
            </a:extLst>
          </p:cNvPr>
          <p:cNvSpPr>
            <a:spLocks noGrp="1" noChangeArrowheads="1"/>
          </p:cNvSpPr>
          <p:nvPr>
            <p:ph type="ftr" sz="quarter" idx="11"/>
          </p:nvPr>
        </p:nvSpPr>
        <p:spPr>
          <a:ln/>
        </p:spPr>
        <p:txBody>
          <a:bodyPr/>
          <a:lstStyle>
            <a:lvl1pPr>
              <a:defRPr/>
            </a:lvl1pPr>
          </a:lstStyle>
          <a:p>
            <a:pPr>
              <a:defRPr/>
            </a:pPr>
            <a:endParaRPr lang="pt-BR"/>
          </a:p>
        </p:txBody>
      </p:sp>
      <p:sp>
        <p:nvSpPr>
          <p:cNvPr id="6" name="Rectangle 6">
            <a:extLst>
              <a:ext uri="{FF2B5EF4-FFF2-40B4-BE49-F238E27FC236}">
                <a16:creationId xmlns:a16="http://schemas.microsoft.com/office/drawing/2014/main" id="{1DB7C4F8-46DB-CE4C-8723-C3AF127DB04C}"/>
              </a:ext>
            </a:extLst>
          </p:cNvPr>
          <p:cNvSpPr>
            <a:spLocks noGrp="1" noChangeArrowheads="1"/>
          </p:cNvSpPr>
          <p:nvPr>
            <p:ph type="sldNum" sz="quarter" idx="12"/>
          </p:nvPr>
        </p:nvSpPr>
        <p:spPr>
          <a:ln/>
        </p:spPr>
        <p:txBody>
          <a:bodyPr/>
          <a:lstStyle>
            <a:lvl1pPr>
              <a:defRPr/>
            </a:lvl1pPr>
          </a:lstStyle>
          <a:p>
            <a:pPr>
              <a:defRPr/>
            </a:pPr>
            <a:fld id="{AD5A87CA-32CA-1044-BF29-CF8FCE7DA4D0}" type="slidenum">
              <a:rPr lang="pt-BR" altLang="x-none"/>
              <a:pPr>
                <a:defRPr/>
              </a:pPr>
              <a:t>‹nº›</a:t>
            </a:fld>
            <a:endParaRPr lang="pt-BR" altLang="x-none"/>
          </a:p>
        </p:txBody>
      </p:sp>
    </p:spTree>
    <p:extLst>
      <p:ext uri="{BB962C8B-B14F-4D97-AF65-F5344CB8AC3E}">
        <p14:creationId xmlns:p14="http://schemas.microsoft.com/office/powerpoint/2010/main" val="10727511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Título, conteúdo e 2 partes de conteúdo">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7388225" cy="706438"/>
          </a:xfrm>
        </p:spPr>
        <p:txBody>
          <a:bodyPr/>
          <a:lstStyle/>
          <a:p>
            <a:r>
              <a:rPr lang="pt-BR"/>
              <a:t>Clique para editar o estilo do título mestre</a:t>
            </a:r>
          </a:p>
        </p:txBody>
      </p:sp>
      <p:sp>
        <p:nvSpPr>
          <p:cNvPr id="3" name="Espaço Reservado para Conteúdo 2"/>
          <p:cNvSpPr>
            <a:spLocks noGrp="1"/>
          </p:cNvSpPr>
          <p:nvPr>
            <p:ph sz="half" idx="1"/>
          </p:nvPr>
        </p:nvSpPr>
        <p:spPr>
          <a:xfrm>
            <a:off x="112713" y="887413"/>
            <a:ext cx="4210050" cy="5238750"/>
          </a:xfrm>
        </p:spPr>
        <p:txBody>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quarter" idx="2"/>
          </p:nvPr>
        </p:nvSpPr>
        <p:spPr>
          <a:xfrm>
            <a:off x="4475163" y="887413"/>
            <a:ext cx="4211637" cy="2543175"/>
          </a:xfrm>
        </p:spPr>
        <p:txBody>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Conteúdo 4"/>
          <p:cNvSpPr>
            <a:spLocks noGrp="1"/>
          </p:cNvSpPr>
          <p:nvPr>
            <p:ph sz="quarter" idx="3"/>
          </p:nvPr>
        </p:nvSpPr>
        <p:spPr>
          <a:xfrm>
            <a:off x="4475163" y="3582988"/>
            <a:ext cx="4211637" cy="2543175"/>
          </a:xfrm>
        </p:spPr>
        <p:txBody>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Rectangle 4">
            <a:extLst>
              <a:ext uri="{FF2B5EF4-FFF2-40B4-BE49-F238E27FC236}">
                <a16:creationId xmlns:a16="http://schemas.microsoft.com/office/drawing/2014/main" id="{0904725E-9575-ED4D-A707-BDCD3FC8063C}"/>
              </a:ext>
            </a:extLst>
          </p:cNvPr>
          <p:cNvSpPr>
            <a:spLocks noGrp="1" noChangeArrowheads="1"/>
          </p:cNvSpPr>
          <p:nvPr>
            <p:ph type="dt" sz="half" idx="10"/>
          </p:nvPr>
        </p:nvSpPr>
        <p:spPr>
          <a:ln/>
        </p:spPr>
        <p:txBody>
          <a:bodyPr/>
          <a:lstStyle>
            <a:lvl1pPr>
              <a:defRPr/>
            </a:lvl1pPr>
          </a:lstStyle>
          <a:p>
            <a:pPr>
              <a:defRPr/>
            </a:pPr>
            <a:endParaRPr lang="pt-BR"/>
          </a:p>
        </p:txBody>
      </p:sp>
      <p:sp>
        <p:nvSpPr>
          <p:cNvPr id="7" name="Rectangle 5">
            <a:extLst>
              <a:ext uri="{FF2B5EF4-FFF2-40B4-BE49-F238E27FC236}">
                <a16:creationId xmlns:a16="http://schemas.microsoft.com/office/drawing/2014/main" id="{9C80AFE7-7EF8-3343-8ACD-5C96E9DE8543}"/>
              </a:ext>
            </a:extLst>
          </p:cNvPr>
          <p:cNvSpPr>
            <a:spLocks noGrp="1" noChangeArrowheads="1"/>
          </p:cNvSpPr>
          <p:nvPr>
            <p:ph type="ftr" sz="quarter" idx="11"/>
          </p:nvPr>
        </p:nvSpPr>
        <p:spPr>
          <a:ln/>
        </p:spPr>
        <p:txBody>
          <a:bodyPr/>
          <a:lstStyle>
            <a:lvl1pPr>
              <a:defRPr/>
            </a:lvl1pPr>
          </a:lstStyle>
          <a:p>
            <a:pPr>
              <a:defRPr/>
            </a:pPr>
            <a:endParaRPr lang="pt-BR"/>
          </a:p>
        </p:txBody>
      </p:sp>
      <p:sp>
        <p:nvSpPr>
          <p:cNvPr id="8" name="Rectangle 6">
            <a:extLst>
              <a:ext uri="{FF2B5EF4-FFF2-40B4-BE49-F238E27FC236}">
                <a16:creationId xmlns:a16="http://schemas.microsoft.com/office/drawing/2014/main" id="{A142781E-65AF-6944-AF10-DD14B7FAA5DD}"/>
              </a:ext>
            </a:extLst>
          </p:cNvPr>
          <p:cNvSpPr>
            <a:spLocks noGrp="1" noChangeArrowheads="1"/>
          </p:cNvSpPr>
          <p:nvPr>
            <p:ph type="sldNum" sz="quarter" idx="12"/>
          </p:nvPr>
        </p:nvSpPr>
        <p:spPr>
          <a:ln/>
        </p:spPr>
        <p:txBody>
          <a:bodyPr/>
          <a:lstStyle>
            <a:lvl1pPr>
              <a:defRPr/>
            </a:lvl1pPr>
          </a:lstStyle>
          <a:p>
            <a:pPr>
              <a:defRPr/>
            </a:pPr>
            <a:fld id="{E74E4721-1189-564C-9518-082D92CD1ACA}" type="slidenum">
              <a:rPr lang="pt-BR" altLang="x-none"/>
              <a:pPr>
                <a:defRPr/>
              </a:pPr>
              <a:t>‹nº›</a:t>
            </a:fld>
            <a:endParaRPr lang="pt-BR" altLang="x-none"/>
          </a:p>
        </p:txBody>
      </p:sp>
    </p:spTree>
    <p:extLst>
      <p:ext uri="{BB962C8B-B14F-4D97-AF65-F5344CB8AC3E}">
        <p14:creationId xmlns:p14="http://schemas.microsoft.com/office/powerpoint/2010/main" val="2778386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clipArtAndTx">
  <p:cSld name="Título, clip-art e texto">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7388225" cy="706438"/>
          </a:xfrm>
        </p:spPr>
        <p:txBody>
          <a:bodyPr/>
          <a:lstStyle/>
          <a:p>
            <a:r>
              <a:rPr lang="pt-BR"/>
              <a:t>Clique para editar o estilo do título mestre</a:t>
            </a:r>
          </a:p>
        </p:txBody>
      </p:sp>
      <p:sp>
        <p:nvSpPr>
          <p:cNvPr id="3" name="Espaço Reservado para Clip-art 2"/>
          <p:cNvSpPr>
            <a:spLocks noGrp="1"/>
          </p:cNvSpPr>
          <p:nvPr>
            <p:ph type="clipArt" sz="half" idx="1"/>
          </p:nvPr>
        </p:nvSpPr>
        <p:spPr>
          <a:xfrm>
            <a:off x="112713" y="887413"/>
            <a:ext cx="4210050" cy="5238750"/>
          </a:xfrm>
        </p:spPr>
        <p:txBody>
          <a:bodyPr/>
          <a:lstStyle/>
          <a:p>
            <a:pPr lvl="0"/>
            <a:endParaRPr lang="pt-BR" noProof="0"/>
          </a:p>
        </p:txBody>
      </p:sp>
      <p:sp>
        <p:nvSpPr>
          <p:cNvPr id="4" name="Espaço Reservado para Texto 3"/>
          <p:cNvSpPr>
            <a:spLocks noGrp="1"/>
          </p:cNvSpPr>
          <p:nvPr>
            <p:ph type="body" sz="half" idx="2"/>
          </p:nvPr>
        </p:nvSpPr>
        <p:spPr>
          <a:xfrm>
            <a:off x="4475163" y="887413"/>
            <a:ext cx="4211637" cy="5238750"/>
          </a:xfrm>
        </p:spPr>
        <p:txBody>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Rectangle 4">
            <a:extLst>
              <a:ext uri="{FF2B5EF4-FFF2-40B4-BE49-F238E27FC236}">
                <a16:creationId xmlns:a16="http://schemas.microsoft.com/office/drawing/2014/main" id="{1EA7EF33-A6C1-8A49-92D9-6D024D0EC97E}"/>
              </a:ext>
            </a:extLst>
          </p:cNvPr>
          <p:cNvSpPr>
            <a:spLocks noGrp="1" noChangeArrowheads="1"/>
          </p:cNvSpPr>
          <p:nvPr>
            <p:ph type="dt" sz="half" idx="10"/>
          </p:nvPr>
        </p:nvSpPr>
        <p:spPr>
          <a:ln/>
        </p:spPr>
        <p:txBody>
          <a:bodyPr/>
          <a:lstStyle>
            <a:lvl1pPr>
              <a:defRPr/>
            </a:lvl1pPr>
          </a:lstStyle>
          <a:p>
            <a:pPr>
              <a:defRPr/>
            </a:pPr>
            <a:endParaRPr lang="pt-BR"/>
          </a:p>
        </p:txBody>
      </p:sp>
      <p:sp>
        <p:nvSpPr>
          <p:cNvPr id="6" name="Rectangle 5">
            <a:extLst>
              <a:ext uri="{FF2B5EF4-FFF2-40B4-BE49-F238E27FC236}">
                <a16:creationId xmlns:a16="http://schemas.microsoft.com/office/drawing/2014/main" id="{98E1ABD1-2575-104D-B414-478232D23F15}"/>
              </a:ext>
            </a:extLst>
          </p:cNvPr>
          <p:cNvSpPr>
            <a:spLocks noGrp="1" noChangeArrowheads="1"/>
          </p:cNvSpPr>
          <p:nvPr>
            <p:ph type="ftr" sz="quarter" idx="11"/>
          </p:nvPr>
        </p:nvSpPr>
        <p:spPr>
          <a:ln/>
        </p:spPr>
        <p:txBody>
          <a:bodyPr/>
          <a:lstStyle>
            <a:lvl1pPr>
              <a:defRPr/>
            </a:lvl1pPr>
          </a:lstStyle>
          <a:p>
            <a:pPr>
              <a:defRPr/>
            </a:pPr>
            <a:endParaRPr lang="pt-BR"/>
          </a:p>
        </p:txBody>
      </p:sp>
      <p:sp>
        <p:nvSpPr>
          <p:cNvPr id="7" name="Rectangle 6">
            <a:extLst>
              <a:ext uri="{FF2B5EF4-FFF2-40B4-BE49-F238E27FC236}">
                <a16:creationId xmlns:a16="http://schemas.microsoft.com/office/drawing/2014/main" id="{418F1FBC-F109-9C46-97AB-2835CB4C9852}"/>
              </a:ext>
            </a:extLst>
          </p:cNvPr>
          <p:cNvSpPr>
            <a:spLocks noGrp="1" noChangeArrowheads="1"/>
          </p:cNvSpPr>
          <p:nvPr>
            <p:ph type="sldNum" sz="quarter" idx="12"/>
          </p:nvPr>
        </p:nvSpPr>
        <p:spPr>
          <a:ln/>
        </p:spPr>
        <p:txBody>
          <a:bodyPr/>
          <a:lstStyle>
            <a:lvl1pPr>
              <a:defRPr/>
            </a:lvl1pPr>
          </a:lstStyle>
          <a:p>
            <a:pPr>
              <a:defRPr/>
            </a:pPr>
            <a:fld id="{937D76AD-29CF-6947-984C-A59221EDBDD0}" type="slidenum">
              <a:rPr lang="pt-BR" altLang="x-none"/>
              <a:pPr>
                <a:defRPr/>
              </a:pPr>
              <a:t>‹nº›</a:t>
            </a:fld>
            <a:endParaRPr lang="pt-BR" altLang="x-none"/>
          </a:p>
        </p:txBody>
      </p:sp>
    </p:spTree>
    <p:extLst>
      <p:ext uri="{BB962C8B-B14F-4D97-AF65-F5344CB8AC3E}">
        <p14:creationId xmlns:p14="http://schemas.microsoft.com/office/powerpoint/2010/main" val="12379614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dgm">
  <p:cSld name="Título e diagrama ou organograma">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7388225" cy="706438"/>
          </a:xfrm>
        </p:spPr>
        <p:txBody>
          <a:bodyPr/>
          <a:lstStyle/>
          <a:p>
            <a:r>
              <a:rPr lang="pt-BR"/>
              <a:t>Clique para editar o estilo do título mestre</a:t>
            </a:r>
          </a:p>
        </p:txBody>
      </p:sp>
      <p:sp>
        <p:nvSpPr>
          <p:cNvPr id="3" name="Espaço Reservado para SmartArt 2"/>
          <p:cNvSpPr>
            <a:spLocks noGrp="1"/>
          </p:cNvSpPr>
          <p:nvPr>
            <p:ph type="dgm" idx="1"/>
          </p:nvPr>
        </p:nvSpPr>
        <p:spPr>
          <a:xfrm>
            <a:off x="112713" y="887413"/>
            <a:ext cx="8574087" cy="5238750"/>
          </a:xfrm>
        </p:spPr>
        <p:txBody>
          <a:bodyPr/>
          <a:lstStyle/>
          <a:p>
            <a:pPr lvl="0"/>
            <a:endParaRPr lang="pt-BR" noProof="0"/>
          </a:p>
        </p:txBody>
      </p:sp>
      <p:sp>
        <p:nvSpPr>
          <p:cNvPr id="4" name="Rectangle 4">
            <a:extLst>
              <a:ext uri="{FF2B5EF4-FFF2-40B4-BE49-F238E27FC236}">
                <a16:creationId xmlns:a16="http://schemas.microsoft.com/office/drawing/2014/main" id="{688D4A29-3E7B-494C-8DC7-01C2BCC8B9B4}"/>
              </a:ext>
            </a:extLst>
          </p:cNvPr>
          <p:cNvSpPr>
            <a:spLocks noGrp="1" noChangeArrowheads="1"/>
          </p:cNvSpPr>
          <p:nvPr>
            <p:ph type="dt" sz="half" idx="10"/>
          </p:nvPr>
        </p:nvSpPr>
        <p:spPr>
          <a:ln/>
        </p:spPr>
        <p:txBody>
          <a:bodyPr/>
          <a:lstStyle>
            <a:lvl1pPr>
              <a:defRPr/>
            </a:lvl1pPr>
          </a:lstStyle>
          <a:p>
            <a:pPr>
              <a:defRPr/>
            </a:pPr>
            <a:endParaRPr lang="pt-BR"/>
          </a:p>
        </p:txBody>
      </p:sp>
      <p:sp>
        <p:nvSpPr>
          <p:cNvPr id="5" name="Rectangle 5">
            <a:extLst>
              <a:ext uri="{FF2B5EF4-FFF2-40B4-BE49-F238E27FC236}">
                <a16:creationId xmlns:a16="http://schemas.microsoft.com/office/drawing/2014/main" id="{62FAE4E1-C348-2249-B1A9-9F6FC09F0D86}"/>
              </a:ext>
            </a:extLst>
          </p:cNvPr>
          <p:cNvSpPr>
            <a:spLocks noGrp="1" noChangeArrowheads="1"/>
          </p:cNvSpPr>
          <p:nvPr>
            <p:ph type="ftr" sz="quarter" idx="11"/>
          </p:nvPr>
        </p:nvSpPr>
        <p:spPr>
          <a:ln/>
        </p:spPr>
        <p:txBody>
          <a:bodyPr/>
          <a:lstStyle>
            <a:lvl1pPr>
              <a:defRPr/>
            </a:lvl1pPr>
          </a:lstStyle>
          <a:p>
            <a:pPr>
              <a:defRPr/>
            </a:pPr>
            <a:endParaRPr lang="pt-BR"/>
          </a:p>
        </p:txBody>
      </p:sp>
      <p:sp>
        <p:nvSpPr>
          <p:cNvPr id="6" name="Rectangle 6">
            <a:extLst>
              <a:ext uri="{FF2B5EF4-FFF2-40B4-BE49-F238E27FC236}">
                <a16:creationId xmlns:a16="http://schemas.microsoft.com/office/drawing/2014/main" id="{FD7A8C59-CD34-734C-8431-11EE69C36C65}"/>
              </a:ext>
            </a:extLst>
          </p:cNvPr>
          <p:cNvSpPr>
            <a:spLocks noGrp="1" noChangeArrowheads="1"/>
          </p:cNvSpPr>
          <p:nvPr>
            <p:ph type="sldNum" sz="quarter" idx="12"/>
          </p:nvPr>
        </p:nvSpPr>
        <p:spPr>
          <a:ln/>
        </p:spPr>
        <p:txBody>
          <a:bodyPr/>
          <a:lstStyle>
            <a:lvl1pPr>
              <a:defRPr/>
            </a:lvl1pPr>
          </a:lstStyle>
          <a:p>
            <a:pPr>
              <a:defRPr/>
            </a:pPr>
            <a:fld id="{EDDB76B8-674A-6C4E-B420-5FD82857D9E8}" type="slidenum">
              <a:rPr lang="pt-BR" altLang="x-none"/>
              <a:pPr>
                <a:defRPr/>
              </a:pPr>
              <a:t>‹nº›</a:t>
            </a:fld>
            <a:endParaRPr lang="pt-BR" altLang="x-none"/>
          </a:p>
        </p:txBody>
      </p:sp>
    </p:spTree>
    <p:extLst>
      <p:ext uri="{BB962C8B-B14F-4D97-AF65-F5344CB8AC3E}">
        <p14:creationId xmlns:p14="http://schemas.microsoft.com/office/powerpoint/2010/main" val="2066622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BCFCC64C-4CE1-F545-9514-288786B48017}"/>
              </a:ext>
            </a:extLst>
          </p:cNvPr>
          <p:cNvSpPr>
            <a:spLocks noGrp="1" noChangeArrowheads="1"/>
          </p:cNvSpPr>
          <p:nvPr>
            <p:ph type="title"/>
          </p:nvPr>
        </p:nvSpPr>
        <p:spPr bwMode="auto">
          <a:xfrm>
            <a:off x="0" y="0"/>
            <a:ext cx="7388225"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pt-BR" altLang="pt-BR"/>
              <a:t>Clique para editar o estilo do título mestre</a:t>
            </a:r>
          </a:p>
        </p:txBody>
      </p:sp>
      <p:sp>
        <p:nvSpPr>
          <p:cNvPr id="1027" name="Rectangle 3">
            <a:extLst>
              <a:ext uri="{FF2B5EF4-FFF2-40B4-BE49-F238E27FC236}">
                <a16:creationId xmlns:a16="http://schemas.microsoft.com/office/drawing/2014/main" id="{A3790F8F-036F-294E-870C-C611F3CA98C9}"/>
              </a:ext>
            </a:extLst>
          </p:cNvPr>
          <p:cNvSpPr>
            <a:spLocks noGrp="1" noChangeArrowheads="1"/>
          </p:cNvSpPr>
          <p:nvPr>
            <p:ph type="body" idx="1"/>
          </p:nvPr>
        </p:nvSpPr>
        <p:spPr bwMode="auto">
          <a:xfrm>
            <a:off x="112713" y="887413"/>
            <a:ext cx="8574087" cy="523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pt-BR" altLang="pt-BR"/>
              <a:t>Clique para editar os estilos do texto mestre</a:t>
            </a:r>
          </a:p>
          <a:p>
            <a:pPr lvl="1"/>
            <a:r>
              <a:rPr lang="pt-BR" altLang="pt-BR"/>
              <a:t>Segundo nível</a:t>
            </a:r>
          </a:p>
          <a:p>
            <a:pPr lvl="2"/>
            <a:r>
              <a:rPr lang="pt-BR" altLang="pt-BR"/>
              <a:t>Terceiro nível</a:t>
            </a:r>
          </a:p>
          <a:p>
            <a:pPr lvl="3"/>
            <a:r>
              <a:rPr lang="pt-BR" altLang="pt-BR"/>
              <a:t>Quarto nível</a:t>
            </a:r>
          </a:p>
          <a:p>
            <a:pPr lvl="4"/>
            <a:r>
              <a:rPr lang="pt-BR" altLang="pt-BR"/>
              <a:t>Quinto nível</a:t>
            </a:r>
          </a:p>
        </p:txBody>
      </p:sp>
      <p:sp>
        <p:nvSpPr>
          <p:cNvPr id="1028" name="Rectangle 4">
            <a:extLst>
              <a:ext uri="{FF2B5EF4-FFF2-40B4-BE49-F238E27FC236}">
                <a16:creationId xmlns:a16="http://schemas.microsoft.com/office/drawing/2014/main" id="{BDD5FAE8-45AB-5448-B17B-F71F77BE82F8}"/>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spcBef>
                <a:spcPct val="0"/>
              </a:spcBef>
              <a:defRPr sz="1400">
                <a:latin typeface="Arial" charset="0"/>
                <a:ea typeface="+mn-ea"/>
              </a:defRPr>
            </a:lvl1pPr>
          </a:lstStyle>
          <a:p>
            <a:pPr>
              <a:defRPr/>
            </a:pPr>
            <a:endParaRPr lang="pt-BR"/>
          </a:p>
        </p:txBody>
      </p:sp>
      <p:sp>
        <p:nvSpPr>
          <p:cNvPr id="1029" name="Rectangle 5">
            <a:extLst>
              <a:ext uri="{FF2B5EF4-FFF2-40B4-BE49-F238E27FC236}">
                <a16:creationId xmlns:a16="http://schemas.microsoft.com/office/drawing/2014/main" id="{69E65E67-D5CC-1C40-AA93-E8A6AA9489FF}"/>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spcBef>
                <a:spcPct val="0"/>
              </a:spcBef>
              <a:defRPr sz="1400">
                <a:latin typeface="Arial" charset="0"/>
                <a:ea typeface="+mn-ea"/>
              </a:defRPr>
            </a:lvl1pPr>
          </a:lstStyle>
          <a:p>
            <a:pPr>
              <a:defRPr/>
            </a:pPr>
            <a:endParaRPr lang="pt-BR"/>
          </a:p>
        </p:txBody>
      </p:sp>
      <p:sp>
        <p:nvSpPr>
          <p:cNvPr id="1030" name="Rectangle 6">
            <a:extLst>
              <a:ext uri="{FF2B5EF4-FFF2-40B4-BE49-F238E27FC236}">
                <a16:creationId xmlns:a16="http://schemas.microsoft.com/office/drawing/2014/main" id="{AA8377F3-0413-094F-B748-62C2FB73785C}"/>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spcBef>
                <a:spcPct val="0"/>
              </a:spcBef>
              <a:defRPr sz="1400" smtClean="0">
                <a:latin typeface="Arial" charset="0"/>
                <a:ea typeface="ＭＳ Ｐゴシック" charset="-128"/>
              </a:defRPr>
            </a:lvl1pPr>
          </a:lstStyle>
          <a:p>
            <a:pPr>
              <a:defRPr/>
            </a:pPr>
            <a:fld id="{54C92159-C568-E940-9E04-C00A9F81975A}" type="slidenum">
              <a:rPr lang="pt-BR" altLang="x-none"/>
              <a:pPr>
                <a:defRPr/>
              </a:pPr>
              <a:t>‹nº›</a:t>
            </a:fld>
            <a:endParaRPr lang="pt-BR" altLang="x-none"/>
          </a:p>
        </p:txBody>
      </p:sp>
      <p:sp>
        <p:nvSpPr>
          <p:cNvPr id="1031" name="Rectangle 8">
            <a:extLst>
              <a:ext uri="{FF2B5EF4-FFF2-40B4-BE49-F238E27FC236}">
                <a16:creationId xmlns:a16="http://schemas.microsoft.com/office/drawing/2014/main" id="{EE1E5A51-9B3E-914C-A15B-8CCD5E080A74}"/>
              </a:ext>
            </a:extLst>
          </p:cNvPr>
          <p:cNvSpPr>
            <a:spLocks noChangeArrowheads="1"/>
          </p:cNvSpPr>
          <p:nvPr userDrawn="1"/>
        </p:nvSpPr>
        <p:spPr bwMode="auto">
          <a:xfrm>
            <a:off x="125413" y="808038"/>
            <a:ext cx="7861300" cy="47625"/>
          </a:xfrm>
          <a:prstGeom prst="rect">
            <a:avLst/>
          </a:prstGeom>
          <a:gradFill rotWithShape="0">
            <a:gsLst>
              <a:gs pos="0">
                <a:srgbClr val="6464BF"/>
              </a:gs>
              <a:gs pos="100000">
                <a:srgbClr val="000096"/>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000">
                <a:solidFill>
                  <a:schemeClr val="tx1"/>
                </a:solidFill>
                <a:latin typeface="Arial" charset="0"/>
                <a:ea typeface="ＭＳ Ｐゴシック" charset="-128"/>
              </a:defRPr>
            </a:lvl1pPr>
            <a:lvl2pPr marL="742950" indent="-285750" eaLnBrk="0" hangingPunct="0">
              <a:defRPr sz="2000">
                <a:solidFill>
                  <a:schemeClr val="tx1"/>
                </a:solidFill>
                <a:latin typeface="Arial" charset="0"/>
                <a:ea typeface="ＭＳ Ｐゴシック" charset="-128"/>
              </a:defRPr>
            </a:lvl2pPr>
            <a:lvl3pPr marL="1143000" indent="-228600" eaLnBrk="0" hangingPunct="0">
              <a:defRPr sz="2000">
                <a:solidFill>
                  <a:schemeClr val="tx1"/>
                </a:solidFill>
                <a:latin typeface="Arial" charset="0"/>
                <a:ea typeface="ＭＳ Ｐゴシック" charset="-128"/>
              </a:defRPr>
            </a:lvl3pPr>
            <a:lvl4pPr marL="1600200" indent="-228600" eaLnBrk="0" hangingPunct="0">
              <a:defRPr sz="2000">
                <a:solidFill>
                  <a:schemeClr val="tx1"/>
                </a:solidFill>
                <a:latin typeface="Arial" charset="0"/>
                <a:ea typeface="ＭＳ Ｐゴシック" charset="-128"/>
              </a:defRPr>
            </a:lvl4pPr>
            <a:lvl5pPr marL="2057400" indent="-228600" eaLnBrk="0" hangingPunct="0">
              <a:defRPr sz="2000">
                <a:solidFill>
                  <a:schemeClr val="tx1"/>
                </a:solidFill>
                <a:latin typeface="Arial" charset="0"/>
                <a:ea typeface="ＭＳ Ｐゴシック" charset="-128"/>
              </a:defRPr>
            </a:lvl5pPr>
            <a:lvl6pPr marL="2514600" indent="-228600" algn="ctr" eaLnBrk="0" fontAlgn="base" hangingPunct="0">
              <a:spcBef>
                <a:spcPct val="50000"/>
              </a:spcBef>
              <a:spcAft>
                <a:spcPct val="0"/>
              </a:spcAft>
              <a:defRPr sz="2000">
                <a:solidFill>
                  <a:schemeClr val="tx1"/>
                </a:solidFill>
                <a:latin typeface="Arial" charset="0"/>
                <a:ea typeface="ＭＳ Ｐゴシック" charset="-128"/>
              </a:defRPr>
            </a:lvl6pPr>
            <a:lvl7pPr marL="2971800" indent="-228600" algn="ctr" eaLnBrk="0" fontAlgn="base" hangingPunct="0">
              <a:spcBef>
                <a:spcPct val="50000"/>
              </a:spcBef>
              <a:spcAft>
                <a:spcPct val="0"/>
              </a:spcAft>
              <a:defRPr sz="2000">
                <a:solidFill>
                  <a:schemeClr val="tx1"/>
                </a:solidFill>
                <a:latin typeface="Arial" charset="0"/>
                <a:ea typeface="ＭＳ Ｐゴシック" charset="-128"/>
              </a:defRPr>
            </a:lvl7pPr>
            <a:lvl8pPr marL="3429000" indent="-228600" algn="ctr" eaLnBrk="0" fontAlgn="base" hangingPunct="0">
              <a:spcBef>
                <a:spcPct val="50000"/>
              </a:spcBef>
              <a:spcAft>
                <a:spcPct val="0"/>
              </a:spcAft>
              <a:defRPr sz="2000">
                <a:solidFill>
                  <a:schemeClr val="tx1"/>
                </a:solidFill>
                <a:latin typeface="Arial" charset="0"/>
                <a:ea typeface="ＭＳ Ｐゴシック" charset="-128"/>
              </a:defRPr>
            </a:lvl8pPr>
            <a:lvl9pPr marL="3886200" indent="-228600" algn="ctr" eaLnBrk="0" fontAlgn="base" hangingPunct="0">
              <a:spcBef>
                <a:spcPct val="50000"/>
              </a:spcBef>
              <a:spcAft>
                <a:spcPct val="0"/>
              </a:spcAft>
              <a:defRPr sz="2000">
                <a:solidFill>
                  <a:schemeClr val="tx1"/>
                </a:solidFill>
                <a:latin typeface="Arial" charset="0"/>
                <a:ea typeface="ＭＳ Ｐゴシック" charset="-128"/>
              </a:defRPr>
            </a:lvl9pPr>
          </a:lstStyle>
          <a:p>
            <a:pPr algn="ctr" eaLnBrk="1" hangingPunct="1">
              <a:spcBef>
                <a:spcPct val="50000"/>
              </a:spcBef>
              <a:defRPr/>
            </a:pPr>
            <a:endParaRPr lang="x-none" altLang="x-none"/>
          </a:p>
        </p:txBody>
      </p:sp>
      <p:pic>
        <p:nvPicPr>
          <p:cNvPr id="1032" name="Picture 9">
            <a:extLst>
              <a:ext uri="{FF2B5EF4-FFF2-40B4-BE49-F238E27FC236}">
                <a16:creationId xmlns:a16="http://schemas.microsoft.com/office/drawing/2014/main" id="{2C7ADF1E-5114-E040-B163-AB4FF498A1F9}"/>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8043863" y="0"/>
            <a:ext cx="1100137"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rtl="0" eaLnBrk="0" fontAlgn="base" hangingPunct="0">
        <a:spcBef>
          <a:spcPct val="0"/>
        </a:spcBef>
        <a:spcAft>
          <a:spcPct val="0"/>
        </a:spcAft>
        <a:defRPr sz="2400">
          <a:solidFill>
            <a:srgbClr val="000096"/>
          </a:solidFill>
          <a:latin typeface="+mj-lt"/>
          <a:ea typeface="ＭＳ Ｐゴシック" charset="0"/>
          <a:cs typeface="+mj-cs"/>
        </a:defRPr>
      </a:lvl1pPr>
      <a:lvl2pPr algn="l" rtl="0" eaLnBrk="0" fontAlgn="base" hangingPunct="0">
        <a:spcBef>
          <a:spcPct val="0"/>
        </a:spcBef>
        <a:spcAft>
          <a:spcPct val="0"/>
        </a:spcAft>
        <a:defRPr sz="2400">
          <a:solidFill>
            <a:srgbClr val="000096"/>
          </a:solidFill>
          <a:latin typeface="Arial" charset="0"/>
          <a:ea typeface="ＭＳ Ｐゴシック" charset="0"/>
        </a:defRPr>
      </a:lvl2pPr>
      <a:lvl3pPr algn="l" rtl="0" eaLnBrk="0" fontAlgn="base" hangingPunct="0">
        <a:spcBef>
          <a:spcPct val="0"/>
        </a:spcBef>
        <a:spcAft>
          <a:spcPct val="0"/>
        </a:spcAft>
        <a:defRPr sz="2400">
          <a:solidFill>
            <a:srgbClr val="000096"/>
          </a:solidFill>
          <a:latin typeface="Arial" charset="0"/>
          <a:ea typeface="ＭＳ Ｐゴシック" charset="0"/>
        </a:defRPr>
      </a:lvl3pPr>
      <a:lvl4pPr algn="l" rtl="0" eaLnBrk="0" fontAlgn="base" hangingPunct="0">
        <a:spcBef>
          <a:spcPct val="0"/>
        </a:spcBef>
        <a:spcAft>
          <a:spcPct val="0"/>
        </a:spcAft>
        <a:defRPr sz="2400">
          <a:solidFill>
            <a:srgbClr val="000096"/>
          </a:solidFill>
          <a:latin typeface="Arial" charset="0"/>
          <a:ea typeface="ＭＳ Ｐゴシック" charset="0"/>
        </a:defRPr>
      </a:lvl4pPr>
      <a:lvl5pPr algn="l" rtl="0" eaLnBrk="0" fontAlgn="base" hangingPunct="0">
        <a:spcBef>
          <a:spcPct val="0"/>
        </a:spcBef>
        <a:spcAft>
          <a:spcPct val="0"/>
        </a:spcAft>
        <a:defRPr sz="2400">
          <a:solidFill>
            <a:srgbClr val="000096"/>
          </a:solidFill>
          <a:latin typeface="Arial" charset="0"/>
          <a:ea typeface="ＭＳ Ｐゴシック" charset="0"/>
        </a:defRPr>
      </a:lvl5pPr>
      <a:lvl6pPr marL="457200" algn="l" rtl="0" fontAlgn="base">
        <a:spcBef>
          <a:spcPct val="0"/>
        </a:spcBef>
        <a:spcAft>
          <a:spcPct val="0"/>
        </a:spcAft>
        <a:defRPr sz="2400">
          <a:solidFill>
            <a:srgbClr val="000096"/>
          </a:solidFill>
          <a:latin typeface="Arial" charset="0"/>
        </a:defRPr>
      </a:lvl6pPr>
      <a:lvl7pPr marL="914400" algn="l" rtl="0" fontAlgn="base">
        <a:spcBef>
          <a:spcPct val="0"/>
        </a:spcBef>
        <a:spcAft>
          <a:spcPct val="0"/>
        </a:spcAft>
        <a:defRPr sz="2400">
          <a:solidFill>
            <a:srgbClr val="000096"/>
          </a:solidFill>
          <a:latin typeface="Arial" charset="0"/>
        </a:defRPr>
      </a:lvl7pPr>
      <a:lvl8pPr marL="1371600" algn="l" rtl="0" fontAlgn="base">
        <a:spcBef>
          <a:spcPct val="0"/>
        </a:spcBef>
        <a:spcAft>
          <a:spcPct val="0"/>
        </a:spcAft>
        <a:defRPr sz="2400">
          <a:solidFill>
            <a:srgbClr val="000096"/>
          </a:solidFill>
          <a:latin typeface="Arial" charset="0"/>
        </a:defRPr>
      </a:lvl8pPr>
      <a:lvl9pPr marL="1828800" algn="l" rtl="0" fontAlgn="base">
        <a:spcBef>
          <a:spcPct val="0"/>
        </a:spcBef>
        <a:spcAft>
          <a:spcPct val="0"/>
        </a:spcAft>
        <a:defRPr sz="2400">
          <a:solidFill>
            <a:srgbClr val="000096"/>
          </a:solidFill>
          <a:latin typeface="Arial"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ＭＳ Ｐゴシック" charset="0"/>
          <a:cs typeface="+mn-cs"/>
        </a:defRPr>
      </a:lvl1pPr>
      <a:lvl2pPr marL="742950" indent="-285750" algn="l" rtl="0" eaLnBrk="0" fontAlgn="base" hangingPunct="0">
        <a:spcBef>
          <a:spcPct val="20000"/>
        </a:spcBef>
        <a:spcAft>
          <a:spcPct val="0"/>
        </a:spcAft>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0"/>
        </a:defRPr>
      </a:lvl5pPr>
      <a:lvl6pPr marL="2514600" indent="-228600" algn="l" rtl="0" fontAlgn="base">
        <a:spcBef>
          <a:spcPct val="20000"/>
        </a:spcBef>
        <a:spcAft>
          <a:spcPct val="0"/>
        </a:spcAft>
        <a:buChar char="»"/>
        <a:defRPr>
          <a:solidFill>
            <a:schemeClr val="tx1"/>
          </a:solidFill>
          <a:latin typeface="+mn-lt"/>
        </a:defRPr>
      </a:lvl6pPr>
      <a:lvl7pPr marL="2971800" indent="-228600" algn="l" rtl="0" fontAlgn="base">
        <a:spcBef>
          <a:spcPct val="20000"/>
        </a:spcBef>
        <a:spcAft>
          <a:spcPct val="0"/>
        </a:spcAft>
        <a:buChar char="»"/>
        <a:defRPr>
          <a:solidFill>
            <a:schemeClr val="tx1"/>
          </a:solidFill>
          <a:latin typeface="+mn-lt"/>
        </a:defRPr>
      </a:lvl7pPr>
      <a:lvl8pPr marL="3429000" indent="-228600" algn="l" rtl="0" fontAlgn="base">
        <a:spcBef>
          <a:spcPct val="20000"/>
        </a:spcBef>
        <a:spcAft>
          <a:spcPct val="0"/>
        </a:spcAft>
        <a:buChar char="»"/>
        <a:defRPr>
          <a:solidFill>
            <a:schemeClr val="tx1"/>
          </a:solidFill>
          <a:latin typeface="+mn-lt"/>
        </a:defRPr>
      </a:lvl8pPr>
      <a:lvl9pPr marL="3886200" indent="-228600" algn="l" rtl="0" fontAlgn="base">
        <a:spcBef>
          <a:spcPct val="20000"/>
        </a:spcBef>
        <a:spcAft>
          <a:spcPct val="0"/>
        </a:spcAft>
        <a:buChar char="»"/>
        <a:defRPr>
          <a:solidFill>
            <a:schemeClr val="tx1"/>
          </a:solidFill>
          <a:latin typeface="+mn-lt"/>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andreakieck@gmail.com" TargetMode="Externa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2.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2.emf"/></Relationships>
</file>

<file path=ppt/slides/_rels/slide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2.e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image" Target="../media/image4.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5.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6.vml"/><Relationship Id="rId4" Type="http://schemas.openxmlformats.org/officeDocument/2006/relationships/image" Target="../media/image2.emf"/></Relationships>
</file>

<file path=ppt/slides/_rels/slide1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5.xml"/><Relationship Id="rId7" Type="http://schemas.openxmlformats.org/officeDocument/2006/relationships/image" Target="../media/image15.png"/><Relationship Id="rId2" Type="http://schemas.openxmlformats.org/officeDocument/2006/relationships/slideLayout" Target="../slideLayouts/slideLayout6.xml"/><Relationship Id="rId1" Type="http://schemas.openxmlformats.org/officeDocument/2006/relationships/vmlDrawing" Target="../drawings/vmlDrawing7.vml"/><Relationship Id="rId6" Type="http://schemas.openxmlformats.org/officeDocument/2006/relationships/oleObject" Target="../embeddings/oleObject7.bin"/><Relationship Id="rId5" Type="http://schemas.openxmlformats.org/officeDocument/2006/relationships/image" Target="../media/image17.jpeg"/><Relationship Id="rId4" Type="http://schemas.openxmlformats.org/officeDocument/2006/relationships/image" Target="../media/image16.png"/></Relationships>
</file>

<file path=ppt/slides/_rels/slide39.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8" Type="http://schemas.openxmlformats.org/officeDocument/2006/relationships/image" Target="../media/image23.jpeg"/><Relationship Id="rId3" Type="http://schemas.openxmlformats.org/officeDocument/2006/relationships/hyperlink" Target="http://www.paodequeijomineiro.com.br/img/producao.jpg" TargetMode="External"/><Relationship Id="rId7" Type="http://schemas.openxmlformats.org/officeDocument/2006/relationships/hyperlink" Target="http://images.google.com.br/imgres?imgurl=www.abelhagulosa.com.br/img/treinamento.jpg&amp;imgrefurl=http://www.abelhagulosa.com.br/empresa.asp&amp;h=149&amp;w=182&amp;prev=/images?q=treinamento&amp;start=20&amp;svnum=10&amp;hl=pt-BR&amp;lr=&amp;ie=UTF-8&amp;oe=UTF-8&amp;sa=N" TargetMode="External"/><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jpe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CaixaDeTexto 1">
            <a:extLst>
              <a:ext uri="{FF2B5EF4-FFF2-40B4-BE49-F238E27FC236}">
                <a16:creationId xmlns:a16="http://schemas.microsoft.com/office/drawing/2014/main" id="{B3593764-29E4-9741-850D-DD537C5BB35D}"/>
              </a:ext>
            </a:extLst>
          </p:cNvPr>
          <p:cNvSpPr txBox="1">
            <a:spLocks noChangeArrowheads="1"/>
          </p:cNvSpPr>
          <p:nvPr/>
        </p:nvSpPr>
        <p:spPr bwMode="auto">
          <a:xfrm>
            <a:off x="690563" y="1016000"/>
            <a:ext cx="7762875" cy="954088"/>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b="1">
                <a:solidFill>
                  <a:schemeClr val="bg1"/>
                </a:solidFill>
              </a:rPr>
              <a:t>Universidade de Brasília</a:t>
            </a:r>
          </a:p>
          <a:p>
            <a:pPr algn="ctr" eaLnBrk="1" hangingPunct="1">
              <a:spcBef>
                <a:spcPct val="0"/>
              </a:spcBef>
              <a:buFontTx/>
              <a:buNone/>
            </a:pPr>
            <a:r>
              <a:rPr lang="pt-BR" altLang="pt-BR" b="1">
                <a:solidFill>
                  <a:schemeClr val="bg1"/>
                </a:solidFill>
              </a:rPr>
              <a:t>Disciplina Engenharia de Produto</a:t>
            </a:r>
          </a:p>
        </p:txBody>
      </p:sp>
      <p:sp>
        <p:nvSpPr>
          <p:cNvPr id="17410" name="CaixaDeTexto 2">
            <a:extLst>
              <a:ext uri="{FF2B5EF4-FFF2-40B4-BE49-F238E27FC236}">
                <a16:creationId xmlns:a16="http://schemas.microsoft.com/office/drawing/2014/main" id="{1BF3E6B5-B23E-F343-8FA4-5BD2D3BDE58D}"/>
              </a:ext>
            </a:extLst>
          </p:cNvPr>
          <p:cNvSpPr txBox="1">
            <a:spLocks noChangeArrowheads="1"/>
          </p:cNvSpPr>
          <p:nvPr/>
        </p:nvSpPr>
        <p:spPr bwMode="auto">
          <a:xfrm>
            <a:off x="731838" y="3163888"/>
            <a:ext cx="7540625"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b="1" dirty="0">
                <a:solidFill>
                  <a:srgbClr val="002060"/>
                </a:solidFill>
              </a:rPr>
              <a:t>Prof. Andréa Cristina dos Santos, Dr. Eng.</a:t>
            </a:r>
          </a:p>
          <a:p>
            <a:pPr algn="ctr" eaLnBrk="1" hangingPunct="1">
              <a:spcBef>
                <a:spcPct val="0"/>
              </a:spcBef>
              <a:buFontTx/>
              <a:buNone/>
            </a:pPr>
            <a:r>
              <a:rPr lang="pt-BR" altLang="pt-BR" dirty="0">
                <a:solidFill>
                  <a:srgbClr val="002060"/>
                </a:solidFill>
                <a:hlinkClick r:id="rId2"/>
              </a:rPr>
              <a:t>andreakieck@gmail.com</a:t>
            </a:r>
            <a:endParaRPr lang="pt-BR" altLang="pt-BR" dirty="0">
              <a:solidFill>
                <a:srgbClr val="002060"/>
              </a:solidFill>
            </a:endParaRPr>
          </a:p>
          <a:p>
            <a:pPr algn="ctr" eaLnBrk="1" hangingPunct="1">
              <a:spcBef>
                <a:spcPct val="0"/>
              </a:spcBef>
              <a:buFontTx/>
              <a:buNone/>
            </a:pPr>
            <a:endParaRPr lang="pt-BR" altLang="pt-BR" dirty="0">
              <a:solidFill>
                <a:srgbClr val="002060"/>
              </a:solidFill>
            </a:endParaRPr>
          </a:p>
          <a:p>
            <a:pPr algn="ctr" eaLnBrk="1" hangingPunct="1">
              <a:spcBef>
                <a:spcPct val="0"/>
              </a:spcBef>
              <a:buFontTx/>
              <a:buNone/>
            </a:pPr>
            <a:r>
              <a:rPr lang="pt-BR" altLang="pt-BR" dirty="0">
                <a:solidFill>
                  <a:srgbClr val="002060"/>
                </a:solidFill>
              </a:rPr>
              <a:t>Projeto Conceitual </a:t>
            </a:r>
          </a:p>
          <a:p>
            <a:pPr algn="ctr" eaLnBrk="1" hangingPunct="1">
              <a:spcBef>
                <a:spcPct val="0"/>
              </a:spcBef>
              <a:buFontTx/>
              <a:buNone/>
            </a:pPr>
            <a:r>
              <a:rPr lang="pt-BR" altLang="pt-BR" dirty="0">
                <a:solidFill>
                  <a:srgbClr val="002060"/>
                </a:solidFill>
              </a:rPr>
              <a:t>e </a:t>
            </a:r>
          </a:p>
          <a:p>
            <a:pPr algn="ctr" eaLnBrk="1" hangingPunct="1">
              <a:spcBef>
                <a:spcPct val="0"/>
              </a:spcBef>
              <a:buFontTx/>
              <a:buNone/>
            </a:pPr>
            <a:r>
              <a:rPr lang="pt-BR" altLang="pt-BR" dirty="0">
                <a:solidFill>
                  <a:srgbClr val="002060"/>
                </a:solidFill>
              </a:rPr>
              <a:t>Projeto Detalhado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4">
            <a:extLst>
              <a:ext uri="{FF2B5EF4-FFF2-40B4-BE49-F238E27FC236}">
                <a16:creationId xmlns:a16="http://schemas.microsoft.com/office/drawing/2014/main" id="{8495C274-CA78-B84F-886B-ABA985F7E153}"/>
              </a:ext>
            </a:extLst>
          </p:cNvPr>
          <p:cNvSpPr>
            <a:spLocks noGrp="1" noChangeArrowheads="1"/>
          </p:cNvSpPr>
          <p:nvPr>
            <p:ph type="title"/>
          </p:nvPr>
        </p:nvSpPr>
        <p:spPr/>
        <p:txBody>
          <a:bodyPr/>
          <a:lstStyle/>
          <a:p>
            <a:pPr eaLnBrk="1" hangingPunct="1"/>
            <a:r>
              <a:rPr lang="pt-BR" altLang="pt-BR">
                <a:ea typeface="ＭＳ Ｐゴシック" panose="020B0600070205080204" pitchFamily="34" charset="-128"/>
              </a:rPr>
              <a:t>Localização da fase de projeto conceitual</a:t>
            </a:r>
          </a:p>
        </p:txBody>
      </p:sp>
      <p:grpSp>
        <p:nvGrpSpPr>
          <p:cNvPr id="18434" name="Group 5">
            <a:extLst>
              <a:ext uri="{FF2B5EF4-FFF2-40B4-BE49-F238E27FC236}">
                <a16:creationId xmlns:a16="http://schemas.microsoft.com/office/drawing/2014/main" id="{26ECF953-FADC-2E47-A87A-46DA670C8DF2}"/>
              </a:ext>
            </a:extLst>
          </p:cNvPr>
          <p:cNvGrpSpPr>
            <a:grpSpLocks/>
          </p:cNvGrpSpPr>
          <p:nvPr/>
        </p:nvGrpSpPr>
        <p:grpSpPr bwMode="auto">
          <a:xfrm>
            <a:off x="0" y="1455738"/>
            <a:ext cx="9067800" cy="4576762"/>
            <a:chOff x="0" y="573"/>
            <a:chExt cx="5712" cy="2883"/>
          </a:xfrm>
        </p:grpSpPr>
        <p:sp>
          <p:nvSpPr>
            <p:cNvPr id="18487" name="Rectangle 6">
              <a:extLst>
                <a:ext uri="{FF2B5EF4-FFF2-40B4-BE49-F238E27FC236}">
                  <a16:creationId xmlns:a16="http://schemas.microsoft.com/office/drawing/2014/main" id="{A1E89D7D-D6B5-3E45-AF36-638BFAB33745}"/>
                </a:ext>
              </a:extLst>
            </p:cNvPr>
            <p:cNvSpPr>
              <a:spLocks noChangeArrowheads="1"/>
            </p:cNvSpPr>
            <p:nvPr/>
          </p:nvSpPr>
          <p:spPr bwMode="auto">
            <a:xfrm>
              <a:off x="498" y="3277"/>
              <a:ext cx="4968" cy="179"/>
            </a:xfrm>
            <a:prstGeom prst="rect">
              <a:avLst/>
            </a:prstGeom>
            <a:solidFill>
              <a:srgbClr val="FFFF00"/>
            </a:solidFill>
            <a:ln w="9525">
              <a:solidFill>
                <a:schemeClr val="tx1"/>
              </a:solidFill>
              <a:miter lim="800000"/>
              <a:headEnd/>
              <a:tailEnd/>
            </a:ln>
          </p:spPr>
          <p:txBody>
            <a:bodyPr lIns="72000" tIns="0" rIns="72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800" b="1" i="1">
                  <a:solidFill>
                    <a:srgbClr val="000000"/>
                  </a:solidFill>
                </a:rPr>
                <a:t>Melhoria do processo de desenvolvimento de produtos</a:t>
              </a:r>
            </a:p>
          </p:txBody>
        </p:sp>
        <p:sp>
          <p:nvSpPr>
            <p:cNvPr id="18488" name="Rectangle 7">
              <a:extLst>
                <a:ext uri="{FF2B5EF4-FFF2-40B4-BE49-F238E27FC236}">
                  <a16:creationId xmlns:a16="http://schemas.microsoft.com/office/drawing/2014/main" id="{3C723386-A384-5F43-971D-31590FE0B5C8}"/>
                </a:ext>
              </a:extLst>
            </p:cNvPr>
            <p:cNvSpPr>
              <a:spLocks noChangeArrowheads="1"/>
            </p:cNvSpPr>
            <p:nvPr/>
          </p:nvSpPr>
          <p:spPr bwMode="auto">
            <a:xfrm>
              <a:off x="1474" y="3048"/>
              <a:ext cx="3838" cy="179"/>
            </a:xfrm>
            <a:prstGeom prst="rect">
              <a:avLst/>
            </a:prstGeom>
            <a:solidFill>
              <a:srgbClr val="EAEAEA"/>
            </a:solidFill>
            <a:ln w="9525">
              <a:solidFill>
                <a:schemeClr val="tx1"/>
              </a:solidFill>
              <a:miter lim="800000"/>
              <a:headEnd/>
              <a:tailEnd/>
            </a:ln>
          </p:spPr>
          <p:txBody>
            <a:bodyPr lIns="72000" tIns="0" rIns="72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800" b="1" i="1">
                  <a:solidFill>
                    <a:srgbClr val="000000"/>
                  </a:solidFill>
                </a:rPr>
                <a:t>Gerenciamento de mudanças de engenharia</a:t>
              </a:r>
            </a:p>
          </p:txBody>
        </p:sp>
        <p:sp>
          <p:nvSpPr>
            <p:cNvPr id="53256" name="Rectangle 8">
              <a:extLst>
                <a:ext uri="{FF2B5EF4-FFF2-40B4-BE49-F238E27FC236}">
                  <a16:creationId xmlns:a16="http://schemas.microsoft.com/office/drawing/2014/main" id="{C86437CA-F497-5543-93F2-8E790BD63EF7}"/>
                </a:ext>
              </a:extLst>
            </p:cNvPr>
            <p:cNvSpPr>
              <a:spLocks noChangeArrowheads="1"/>
            </p:cNvSpPr>
            <p:nvPr/>
          </p:nvSpPr>
          <p:spPr bwMode="auto">
            <a:xfrm>
              <a:off x="0" y="3014"/>
              <a:ext cx="768" cy="352"/>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lIns="72000" tIns="0" rIns="72000" bIns="0" anchor="ctr">
              <a:spAutoFit/>
            </a:bodyPr>
            <a:lstStyle/>
            <a:p>
              <a:pPr algn="ctr" eaLnBrk="1" hangingPunct="1">
                <a:spcBef>
                  <a:spcPct val="50000"/>
                </a:spcBef>
                <a:defRPr/>
              </a:pPr>
              <a:r>
                <a:rPr lang="pt-BR" sz="1800">
                  <a:solidFill>
                    <a:schemeClr val="accent2"/>
                  </a:solidFill>
                  <a:latin typeface="Arial" charset="0"/>
                  <a:ea typeface="+mn-ea"/>
                </a:rPr>
                <a:t>Processos</a:t>
              </a:r>
            </a:p>
            <a:p>
              <a:pPr algn="ctr" eaLnBrk="1" hangingPunct="1">
                <a:spcBef>
                  <a:spcPct val="50000"/>
                </a:spcBef>
                <a:defRPr/>
              </a:pPr>
              <a:r>
                <a:rPr lang="pt-BR" sz="1800">
                  <a:solidFill>
                    <a:schemeClr val="accent2"/>
                  </a:solidFill>
                  <a:latin typeface="Arial" charset="0"/>
                  <a:ea typeface="+mn-ea"/>
                </a:rPr>
                <a:t>de apoio</a:t>
              </a:r>
            </a:p>
          </p:txBody>
        </p:sp>
        <p:sp>
          <p:nvSpPr>
            <p:cNvPr id="18490" name="AutoShape 9">
              <a:extLst>
                <a:ext uri="{FF2B5EF4-FFF2-40B4-BE49-F238E27FC236}">
                  <a16:creationId xmlns:a16="http://schemas.microsoft.com/office/drawing/2014/main" id="{4B359C79-F0DB-D749-AE01-7C6A59CBC7CF}"/>
                </a:ext>
              </a:extLst>
            </p:cNvPr>
            <p:cNvSpPr>
              <a:spLocks noChangeArrowheads="1"/>
            </p:cNvSpPr>
            <p:nvPr/>
          </p:nvSpPr>
          <p:spPr bwMode="auto">
            <a:xfrm>
              <a:off x="835" y="2867"/>
              <a:ext cx="700" cy="118"/>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18491" name="AutoShape 10">
              <a:extLst>
                <a:ext uri="{FF2B5EF4-FFF2-40B4-BE49-F238E27FC236}">
                  <a16:creationId xmlns:a16="http://schemas.microsoft.com/office/drawing/2014/main" id="{1A6E8D2C-7810-394A-898A-D1B3C7F99671}"/>
                </a:ext>
              </a:extLst>
            </p:cNvPr>
            <p:cNvSpPr>
              <a:spLocks noChangeArrowheads="1"/>
            </p:cNvSpPr>
            <p:nvPr/>
          </p:nvSpPr>
          <p:spPr bwMode="auto">
            <a:xfrm>
              <a:off x="2088" y="2867"/>
              <a:ext cx="700" cy="118"/>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18492" name="AutoShape 11">
              <a:extLst>
                <a:ext uri="{FF2B5EF4-FFF2-40B4-BE49-F238E27FC236}">
                  <a16:creationId xmlns:a16="http://schemas.microsoft.com/office/drawing/2014/main" id="{E057F300-6FF0-2246-9FB9-AB8577F0EB0E}"/>
                </a:ext>
              </a:extLst>
            </p:cNvPr>
            <p:cNvSpPr>
              <a:spLocks noChangeArrowheads="1"/>
            </p:cNvSpPr>
            <p:nvPr/>
          </p:nvSpPr>
          <p:spPr bwMode="auto">
            <a:xfrm>
              <a:off x="3342" y="2867"/>
              <a:ext cx="700" cy="118"/>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18493" name="AutoShape 12">
              <a:extLst>
                <a:ext uri="{FF2B5EF4-FFF2-40B4-BE49-F238E27FC236}">
                  <a16:creationId xmlns:a16="http://schemas.microsoft.com/office/drawing/2014/main" id="{8B8695C1-721C-0948-91BE-0627EC51B605}"/>
                </a:ext>
              </a:extLst>
            </p:cNvPr>
            <p:cNvSpPr>
              <a:spLocks noChangeArrowheads="1"/>
            </p:cNvSpPr>
            <p:nvPr/>
          </p:nvSpPr>
          <p:spPr bwMode="auto">
            <a:xfrm>
              <a:off x="4596" y="2867"/>
              <a:ext cx="700" cy="118"/>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nvGrpSpPr>
            <p:cNvPr id="18494" name="Group 13">
              <a:extLst>
                <a:ext uri="{FF2B5EF4-FFF2-40B4-BE49-F238E27FC236}">
                  <a16:creationId xmlns:a16="http://schemas.microsoft.com/office/drawing/2014/main" id="{A6B19068-2575-724E-9139-9D01EBFBCE79}"/>
                </a:ext>
              </a:extLst>
            </p:cNvPr>
            <p:cNvGrpSpPr>
              <a:grpSpLocks/>
            </p:cNvGrpSpPr>
            <p:nvPr/>
          </p:nvGrpSpPr>
          <p:grpSpPr bwMode="auto">
            <a:xfrm>
              <a:off x="48" y="573"/>
              <a:ext cx="5664" cy="2262"/>
              <a:chOff x="48" y="573"/>
              <a:chExt cx="5664" cy="2262"/>
            </a:xfrm>
          </p:grpSpPr>
          <p:grpSp>
            <p:nvGrpSpPr>
              <p:cNvPr id="18495" name="Group 14">
                <a:extLst>
                  <a:ext uri="{FF2B5EF4-FFF2-40B4-BE49-F238E27FC236}">
                    <a16:creationId xmlns:a16="http://schemas.microsoft.com/office/drawing/2014/main" id="{AB211EB1-60BE-064F-89BD-49B60E75192A}"/>
                  </a:ext>
                </a:extLst>
              </p:cNvPr>
              <p:cNvGrpSpPr>
                <a:grpSpLocks/>
              </p:cNvGrpSpPr>
              <p:nvPr/>
            </p:nvGrpSpPr>
            <p:grpSpPr bwMode="auto">
              <a:xfrm>
                <a:off x="48" y="673"/>
                <a:ext cx="5664" cy="2162"/>
                <a:chOff x="48" y="673"/>
                <a:chExt cx="5664" cy="2162"/>
              </a:xfrm>
            </p:grpSpPr>
            <p:sp>
              <p:nvSpPr>
                <p:cNvPr id="18497" name="Rectangle 15">
                  <a:extLst>
                    <a:ext uri="{FF2B5EF4-FFF2-40B4-BE49-F238E27FC236}">
                      <a16:creationId xmlns:a16="http://schemas.microsoft.com/office/drawing/2014/main" id="{7C26CDC7-6F22-6F4A-B941-39A91D9B95FB}"/>
                    </a:ext>
                  </a:extLst>
                </p:cNvPr>
                <p:cNvSpPr>
                  <a:spLocks noChangeArrowheads="1"/>
                </p:cNvSpPr>
                <p:nvPr/>
              </p:nvSpPr>
              <p:spPr bwMode="auto">
                <a:xfrm>
                  <a:off x="48" y="673"/>
                  <a:ext cx="5664" cy="2162"/>
                </a:xfrm>
                <a:prstGeom prst="rect">
                  <a:avLst/>
                </a:prstGeom>
                <a:solidFill>
                  <a:srgbClr val="CCFFCC"/>
                </a:solidFill>
                <a:ln w="9525">
                  <a:solidFill>
                    <a:schemeClr val="tx1"/>
                  </a:solidFill>
                  <a:miter lim="800000"/>
                  <a:headEnd/>
                  <a:tailEnd/>
                </a:ln>
              </p:spPr>
              <p:txBody>
                <a:bodyPr lIns="72000" tIns="0" rIns="72000" bIns="0"/>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18498" name="Freeform 16">
                  <a:extLst>
                    <a:ext uri="{FF2B5EF4-FFF2-40B4-BE49-F238E27FC236}">
                      <a16:creationId xmlns:a16="http://schemas.microsoft.com/office/drawing/2014/main" id="{2CF503B1-F7D7-5A42-A656-B4C01982F855}"/>
                    </a:ext>
                  </a:extLst>
                </p:cNvPr>
                <p:cNvSpPr>
                  <a:spLocks/>
                </p:cNvSpPr>
                <p:nvPr/>
              </p:nvSpPr>
              <p:spPr bwMode="auto">
                <a:xfrm>
                  <a:off x="501" y="1460"/>
                  <a:ext cx="4593" cy="1046"/>
                </a:xfrm>
                <a:custGeom>
                  <a:avLst/>
                  <a:gdLst>
                    <a:gd name="T0" fmla="*/ 771 w 4593"/>
                    <a:gd name="T1" fmla="*/ 20 h 1046"/>
                    <a:gd name="T2" fmla="*/ 0 w 4593"/>
                    <a:gd name="T3" fmla="*/ 1046 h 1046"/>
                    <a:gd name="T4" fmla="*/ 4593 w 4593"/>
                    <a:gd name="T5" fmla="*/ 1016 h 1046"/>
                    <a:gd name="T6" fmla="*/ 3302 w 4593"/>
                    <a:gd name="T7" fmla="*/ 0 h 1046"/>
                    <a:gd name="T8" fmla="*/ 0 60000 65536"/>
                    <a:gd name="T9" fmla="*/ 0 60000 65536"/>
                    <a:gd name="T10" fmla="*/ 0 60000 65536"/>
                    <a:gd name="T11" fmla="*/ 0 60000 65536"/>
                    <a:gd name="T12" fmla="*/ 0 w 4593"/>
                    <a:gd name="T13" fmla="*/ 0 h 1046"/>
                    <a:gd name="T14" fmla="*/ 4593 w 4593"/>
                    <a:gd name="T15" fmla="*/ 1046 h 1046"/>
                  </a:gdLst>
                  <a:ahLst/>
                  <a:cxnLst>
                    <a:cxn ang="T8">
                      <a:pos x="T0" y="T1"/>
                    </a:cxn>
                    <a:cxn ang="T9">
                      <a:pos x="T2" y="T3"/>
                    </a:cxn>
                    <a:cxn ang="T10">
                      <a:pos x="T4" y="T5"/>
                    </a:cxn>
                    <a:cxn ang="T11">
                      <a:pos x="T6" y="T7"/>
                    </a:cxn>
                  </a:cxnLst>
                  <a:rect l="T12" t="T13" r="T14" b="T15"/>
                  <a:pathLst>
                    <a:path w="4593" h="1046">
                      <a:moveTo>
                        <a:pt x="771" y="20"/>
                      </a:moveTo>
                      <a:lnTo>
                        <a:pt x="0" y="1046"/>
                      </a:lnTo>
                      <a:lnTo>
                        <a:pt x="4593" y="1016"/>
                      </a:lnTo>
                      <a:lnTo>
                        <a:pt x="3302" y="0"/>
                      </a:lnTo>
                    </a:path>
                  </a:pathLst>
                </a:custGeom>
                <a:gradFill rotWithShape="0">
                  <a:gsLst>
                    <a:gs pos="0">
                      <a:srgbClr val="99CCFF"/>
                    </a:gs>
                    <a:gs pos="100000">
                      <a:srgbClr val="FFCC99"/>
                    </a:gs>
                  </a:gsLst>
                  <a:lin ang="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lIns="72000" tIns="0" rIns="72000" bIns="0" anchor="ctr">
                  <a:spAutoFit/>
                </a:bodyPr>
                <a:lstStyle/>
                <a:p>
                  <a:endParaRPr lang="pt-BR"/>
                </a:p>
              </p:txBody>
            </p:sp>
            <p:grpSp>
              <p:nvGrpSpPr>
                <p:cNvPr id="18499" name="Group 17">
                  <a:extLst>
                    <a:ext uri="{FF2B5EF4-FFF2-40B4-BE49-F238E27FC236}">
                      <a16:creationId xmlns:a16="http://schemas.microsoft.com/office/drawing/2014/main" id="{EC7FEA95-71F0-8541-BB5D-26DDDE18B490}"/>
                    </a:ext>
                  </a:extLst>
                </p:cNvPr>
                <p:cNvGrpSpPr>
                  <a:grpSpLocks/>
                </p:cNvGrpSpPr>
                <p:nvPr/>
              </p:nvGrpSpPr>
              <p:grpSpPr bwMode="auto">
                <a:xfrm>
                  <a:off x="1411" y="1058"/>
                  <a:ext cx="2612" cy="188"/>
                  <a:chOff x="1411" y="1058"/>
                  <a:chExt cx="2612" cy="188"/>
                </a:xfrm>
              </p:grpSpPr>
              <p:sp>
                <p:nvSpPr>
                  <p:cNvPr id="18585" name="AutoShape 18">
                    <a:extLst>
                      <a:ext uri="{FF2B5EF4-FFF2-40B4-BE49-F238E27FC236}">
                        <a16:creationId xmlns:a16="http://schemas.microsoft.com/office/drawing/2014/main" id="{60D44CE3-EF99-8647-8C20-26208398B6F4}"/>
                      </a:ext>
                    </a:extLst>
                  </p:cNvPr>
                  <p:cNvSpPr>
                    <a:spLocks noChangeArrowheads="1"/>
                  </p:cNvSpPr>
                  <p:nvPr/>
                </p:nvSpPr>
                <p:spPr bwMode="auto">
                  <a:xfrm>
                    <a:off x="1411" y="1058"/>
                    <a:ext cx="2612" cy="188"/>
                  </a:xfrm>
                  <a:prstGeom prst="chevron">
                    <a:avLst>
                      <a:gd name="adj" fmla="val 43675"/>
                    </a:avLst>
                  </a:prstGeom>
                  <a:solidFill>
                    <a:srgbClr val="FFFF00"/>
                  </a:solidFill>
                  <a:ln w="11113">
                    <a:solidFill>
                      <a:srgbClr val="000000"/>
                    </a:solidFill>
                    <a:miter lim="800000"/>
                    <a:headEnd/>
                    <a:tailEnd/>
                  </a:ln>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18586" name="Text Box 19">
                    <a:extLst>
                      <a:ext uri="{FF2B5EF4-FFF2-40B4-BE49-F238E27FC236}">
                        <a16:creationId xmlns:a16="http://schemas.microsoft.com/office/drawing/2014/main" id="{77DED0D7-02FB-A54A-9850-02F87BA859D9}"/>
                      </a:ext>
                    </a:extLst>
                  </p:cNvPr>
                  <p:cNvSpPr txBox="1">
                    <a:spLocks noChangeArrowheads="1"/>
                  </p:cNvSpPr>
                  <p:nvPr/>
                </p:nvSpPr>
                <p:spPr bwMode="auto">
                  <a:xfrm>
                    <a:off x="2074" y="1066"/>
                    <a:ext cx="1189" cy="173"/>
                  </a:xfrm>
                  <a:prstGeom prst="rect">
                    <a:avLst/>
                  </a:prstGeom>
                  <a:solidFill>
                    <a:srgbClr val="FFFF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b="1">
                        <a:solidFill>
                          <a:srgbClr val="000000"/>
                        </a:solidFill>
                      </a:rPr>
                      <a:t>Desenvolvimento</a:t>
                    </a:r>
                    <a:r>
                      <a:rPr lang="pt-BR" altLang="pt-BR" sz="1800" i="1">
                        <a:solidFill>
                          <a:srgbClr val="000000"/>
                        </a:solidFill>
                      </a:rPr>
                      <a:t> </a:t>
                    </a:r>
                  </a:p>
                </p:txBody>
              </p:sp>
            </p:grpSp>
            <p:grpSp>
              <p:nvGrpSpPr>
                <p:cNvPr id="18500" name="Group 20">
                  <a:extLst>
                    <a:ext uri="{FF2B5EF4-FFF2-40B4-BE49-F238E27FC236}">
                      <a16:creationId xmlns:a16="http://schemas.microsoft.com/office/drawing/2014/main" id="{0AFDCAC0-1C47-294F-BA42-A3944032246C}"/>
                    </a:ext>
                  </a:extLst>
                </p:cNvPr>
                <p:cNvGrpSpPr>
                  <a:grpSpLocks/>
                </p:cNvGrpSpPr>
                <p:nvPr/>
              </p:nvGrpSpPr>
              <p:grpSpPr bwMode="auto">
                <a:xfrm>
                  <a:off x="586" y="2385"/>
                  <a:ext cx="4435" cy="342"/>
                  <a:chOff x="586" y="2385"/>
                  <a:chExt cx="4435" cy="342"/>
                </a:xfrm>
              </p:grpSpPr>
              <p:grpSp>
                <p:nvGrpSpPr>
                  <p:cNvPr id="18578" name="Group 21">
                    <a:extLst>
                      <a:ext uri="{FF2B5EF4-FFF2-40B4-BE49-F238E27FC236}">
                        <a16:creationId xmlns:a16="http://schemas.microsoft.com/office/drawing/2014/main" id="{42838549-AC8D-4842-9E16-389C0C80847A}"/>
                      </a:ext>
                    </a:extLst>
                  </p:cNvPr>
                  <p:cNvGrpSpPr>
                    <a:grpSpLocks/>
                  </p:cNvGrpSpPr>
                  <p:nvPr/>
                </p:nvGrpSpPr>
                <p:grpSpPr bwMode="auto">
                  <a:xfrm>
                    <a:off x="1406" y="2394"/>
                    <a:ext cx="3615" cy="333"/>
                    <a:chOff x="1014" y="2394"/>
                    <a:chExt cx="3615" cy="333"/>
                  </a:xfrm>
                </p:grpSpPr>
                <p:sp>
                  <p:nvSpPr>
                    <p:cNvPr id="18580" name="AutoShape 22">
                      <a:extLst>
                        <a:ext uri="{FF2B5EF4-FFF2-40B4-BE49-F238E27FC236}">
                          <a16:creationId xmlns:a16="http://schemas.microsoft.com/office/drawing/2014/main" id="{0A83644B-8503-4E4E-BC30-5C3437EF6EF0}"/>
                        </a:ext>
                      </a:extLst>
                    </p:cNvPr>
                    <p:cNvSpPr>
                      <a:spLocks noChangeArrowheads="1"/>
                    </p:cNvSpPr>
                    <p:nvPr/>
                  </p:nvSpPr>
                  <p:spPr bwMode="auto">
                    <a:xfrm>
                      <a:off x="2511" y="2394"/>
                      <a:ext cx="690" cy="333"/>
                    </a:xfrm>
                    <a:prstGeom prst="chevron">
                      <a:avLst>
                        <a:gd name="adj" fmla="val 19723"/>
                      </a:avLst>
                    </a:prstGeom>
                    <a:solidFill>
                      <a:srgbClr val="FFFF00"/>
                    </a:solidFill>
                    <a:ln w="11176">
                      <a:solidFill>
                        <a:srgbClr val="000000"/>
                      </a:solidFill>
                      <a:miter lim="800000"/>
                      <a:headEnd/>
                      <a:tailEnd/>
                    </a:ln>
                  </p:spPr>
                  <p:txBody>
                    <a:bodyPr wrap="none"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t>Projeto</a:t>
                      </a:r>
                    </a:p>
                    <a:p>
                      <a:pPr algn="ctr" eaLnBrk="1" hangingPunct="1">
                        <a:spcBef>
                          <a:spcPct val="50000"/>
                        </a:spcBef>
                        <a:buFontTx/>
                        <a:buNone/>
                      </a:pPr>
                      <a:r>
                        <a:rPr lang="pt-BR" altLang="pt-BR" sz="1400"/>
                        <a:t>Detalhado </a:t>
                      </a:r>
                    </a:p>
                  </p:txBody>
                </p:sp>
                <p:sp>
                  <p:nvSpPr>
                    <p:cNvPr id="18581" name="AutoShape 23">
                      <a:extLst>
                        <a:ext uri="{FF2B5EF4-FFF2-40B4-BE49-F238E27FC236}">
                          <a16:creationId xmlns:a16="http://schemas.microsoft.com/office/drawing/2014/main" id="{E0B5C405-C183-5546-9D0A-7AE4B5414EB6}"/>
                        </a:ext>
                      </a:extLst>
                    </p:cNvPr>
                    <p:cNvSpPr>
                      <a:spLocks noChangeArrowheads="1"/>
                    </p:cNvSpPr>
                    <p:nvPr/>
                  </p:nvSpPr>
                  <p:spPr bwMode="auto">
                    <a:xfrm>
                      <a:off x="1833" y="2394"/>
                      <a:ext cx="709" cy="333"/>
                    </a:xfrm>
                    <a:prstGeom prst="chevron">
                      <a:avLst>
                        <a:gd name="adj" fmla="val 19004"/>
                      </a:avLst>
                    </a:prstGeom>
                    <a:solidFill>
                      <a:srgbClr val="FFFF00"/>
                    </a:solidFill>
                    <a:ln w="11176">
                      <a:solidFill>
                        <a:srgbClr val="000000"/>
                      </a:solidFill>
                      <a:miter lim="800000"/>
                      <a:headEnd/>
                      <a:tailEnd/>
                    </a:ln>
                  </p:spPr>
                  <p:txBody>
                    <a:bodyPr wrap="none"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t>Projeto</a:t>
                      </a:r>
                    </a:p>
                    <a:p>
                      <a:pPr algn="ctr" eaLnBrk="1" hangingPunct="1">
                        <a:spcBef>
                          <a:spcPct val="50000"/>
                        </a:spcBef>
                        <a:buFontTx/>
                        <a:buNone/>
                      </a:pPr>
                      <a:r>
                        <a:rPr lang="pt-BR" altLang="pt-BR" sz="1400"/>
                        <a:t>Conceitual </a:t>
                      </a:r>
                    </a:p>
                  </p:txBody>
                </p:sp>
                <p:sp>
                  <p:nvSpPr>
                    <p:cNvPr id="18582" name="AutoShape 24">
                      <a:extLst>
                        <a:ext uri="{FF2B5EF4-FFF2-40B4-BE49-F238E27FC236}">
                          <a16:creationId xmlns:a16="http://schemas.microsoft.com/office/drawing/2014/main" id="{1AA726EF-00CF-A649-9BD7-5A717C6F2A2C}"/>
                        </a:ext>
                      </a:extLst>
                    </p:cNvPr>
                    <p:cNvSpPr>
                      <a:spLocks noChangeArrowheads="1"/>
                    </p:cNvSpPr>
                    <p:nvPr/>
                  </p:nvSpPr>
                  <p:spPr bwMode="auto">
                    <a:xfrm>
                      <a:off x="1014" y="2394"/>
                      <a:ext cx="856" cy="333"/>
                    </a:xfrm>
                    <a:prstGeom prst="chevron">
                      <a:avLst>
                        <a:gd name="adj" fmla="val 22064"/>
                      </a:avLst>
                    </a:prstGeom>
                    <a:solidFill>
                      <a:srgbClr val="FFFF00"/>
                    </a:solidFill>
                    <a:ln w="11176">
                      <a:solidFill>
                        <a:srgbClr val="000000"/>
                      </a:solidFill>
                      <a:miter lim="800000"/>
                      <a:headEnd/>
                      <a:tailEnd/>
                    </a:ln>
                  </p:spPr>
                  <p:txBody>
                    <a:bodyPr wrap="none"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t>Projeto</a:t>
                      </a:r>
                    </a:p>
                    <a:p>
                      <a:pPr algn="ctr" eaLnBrk="1" hangingPunct="1">
                        <a:spcBef>
                          <a:spcPct val="50000"/>
                        </a:spcBef>
                        <a:buFontTx/>
                        <a:buNone/>
                      </a:pPr>
                      <a:r>
                        <a:rPr lang="pt-BR" altLang="pt-BR" sz="1400"/>
                        <a:t>Informacional </a:t>
                      </a:r>
                    </a:p>
                  </p:txBody>
                </p:sp>
                <p:sp>
                  <p:nvSpPr>
                    <p:cNvPr id="18583" name="AutoShape 25">
                      <a:extLst>
                        <a:ext uri="{FF2B5EF4-FFF2-40B4-BE49-F238E27FC236}">
                          <a16:creationId xmlns:a16="http://schemas.microsoft.com/office/drawing/2014/main" id="{A78A629B-973C-E74C-AF34-88395B8123B6}"/>
                        </a:ext>
                      </a:extLst>
                    </p:cNvPr>
                    <p:cNvSpPr>
                      <a:spLocks noChangeArrowheads="1"/>
                    </p:cNvSpPr>
                    <p:nvPr/>
                  </p:nvSpPr>
                  <p:spPr bwMode="auto">
                    <a:xfrm>
                      <a:off x="3864" y="2394"/>
                      <a:ext cx="765" cy="333"/>
                    </a:xfrm>
                    <a:prstGeom prst="chevron">
                      <a:avLst>
                        <a:gd name="adj" fmla="val 19782"/>
                      </a:avLst>
                    </a:prstGeom>
                    <a:solidFill>
                      <a:srgbClr val="FFFF00"/>
                    </a:solidFill>
                    <a:ln w="11176">
                      <a:solidFill>
                        <a:srgbClr val="000000"/>
                      </a:solidFill>
                      <a:miter lim="800000"/>
                      <a:headEnd/>
                      <a:tailEnd/>
                    </a:ln>
                  </p:spPr>
                  <p:txBody>
                    <a:bodyPr wrap="none"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t>Lançamento</a:t>
                      </a:r>
                    </a:p>
                    <a:p>
                      <a:pPr algn="ctr" eaLnBrk="1" hangingPunct="1">
                        <a:spcBef>
                          <a:spcPct val="50000"/>
                        </a:spcBef>
                        <a:buFontTx/>
                        <a:buNone/>
                      </a:pPr>
                      <a:r>
                        <a:rPr lang="pt-BR" altLang="pt-BR" sz="1400"/>
                        <a:t>do Produto</a:t>
                      </a:r>
                    </a:p>
                  </p:txBody>
                </p:sp>
                <p:sp>
                  <p:nvSpPr>
                    <p:cNvPr id="18584" name="AutoShape 26">
                      <a:extLst>
                        <a:ext uri="{FF2B5EF4-FFF2-40B4-BE49-F238E27FC236}">
                          <a16:creationId xmlns:a16="http://schemas.microsoft.com/office/drawing/2014/main" id="{A577CD7F-0FF7-2648-9233-4385D1853F6B}"/>
                        </a:ext>
                      </a:extLst>
                    </p:cNvPr>
                    <p:cNvSpPr>
                      <a:spLocks noChangeArrowheads="1"/>
                    </p:cNvSpPr>
                    <p:nvPr/>
                  </p:nvSpPr>
                  <p:spPr bwMode="auto">
                    <a:xfrm>
                      <a:off x="3170" y="2394"/>
                      <a:ext cx="723" cy="333"/>
                    </a:xfrm>
                    <a:prstGeom prst="chevron">
                      <a:avLst>
                        <a:gd name="adj" fmla="val 16213"/>
                      </a:avLst>
                    </a:prstGeom>
                    <a:solidFill>
                      <a:srgbClr val="FFFF00"/>
                    </a:solidFill>
                    <a:ln w="11176">
                      <a:solidFill>
                        <a:srgbClr val="000000"/>
                      </a:solidFill>
                      <a:miter lim="800000"/>
                      <a:headEnd/>
                      <a:tailEnd/>
                    </a:ln>
                  </p:spPr>
                  <p:txBody>
                    <a:bodyPr wrap="none"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t>Preparação</a:t>
                      </a:r>
                    </a:p>
                    <a:p>
                      <a:pPr algn="ctr" eaLnBrk="1" hangingPunct="1">
                        <a:spcBef>
                          <a:spcPct val="50000"/>
                        </a:spcBef>
                        <a:buFontTx/>
                        <a:buNone/>
                      </a:pPr>
                      <a:r>
                        <a:rPr lang="pt-BR" altLang="pt-BR" sz="1400"/>
                        <a:t>Produção</a:t>
                      </a:r>
                    </a:p>
                  </p:txBody>
                </p:sp>
              </p:grpSp>
              <p:sp>
                <p:nvSpPr>
                  <p:cNvPr id="18579" name="AutoShape 27">
                    <a:extLst>
                      <a:ext uri="{FF2B5EF4-FFF2-40B4-BE49-F238E27FC236}">
                        <a16:creationId xmlns:a16="http://schemas.microsoft.com/office/drawing/2014/main" id="{4A7155B6-D264-064A-A7E5-99E45F8580BD}"/>
                      </a:ext>
                    </a:extLst>
                  </p:cNvPr>
                  <p:cNvSpPr>
                    <a:spLocks noChangeArrowheads="1"/>
                  </p:cNvSpPr>
                  <p:nvPr/>
                </p:nvSpPr>
                <p:spPr bwMode="auto">
                  <a:xfrm>
                    <a:off x="586" y="2385"/>
                    <a:ext cx="841" cy="333"/>
                  </a:xfrm>
                  <a:prstGeom prst="chevron">
                    <a:avLst>
                      <a:gd name="adj" fmla="val 24296"/>
                    </a:avLst>
                  </a:prstGeom>
                  <a:solidFill>
                    <a:srgbClr val="99CCFF"/>
                  </a:solidFill>
                  <a:ln w="11176">
                    <a:solidFill>
                      <a:srgbClr val="000000"/>
                    </a:solidFill>
                    <a:miter lim="800000"/>
                    <a:headEnd/>
                    <a:tailEnd/>
                  </a:ln>
                </p:spPr>
                <p:txBody>
                  <a:bodyPr wrap="none"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t>Planejamento</a:t>
                    </a:r>
                  </a:p>
                  <a:p>
                    <a:pPr algn="ctr" eaLnBrk="1" hangingPunct="1">
                      <a:spcBef>
                        <a:spcPct val="50000"/>
                      </a:spcBef>
                      <a:buFontTx/>
                      <a:buNone/>
                    </a:pPr>
                    <a:r>
                      <a:rPr lang="pt-BR" altLang="pt-BR" sz="1400"/>
                      <a:t>Projeto</a:t>
                    </a:r>
                  </a:p>
                </p:txBody>
              </p:sp>
            </p:grpSp>
            <p:grpSp>
              <p:nvGrpSpPr>
                <p:cNvPr id="18501" name="Group 28">
                  <a:extLst>
                    <a:ext uri="{FF2B5EF4-FFF2-40B4-BE49-F238E27FC236}">
                      <a16:creationId xmlns:a16="http://schemas.microsoft.com/office/drawing/2014/main" id="{BFF9FCD5-D46D-2B42-B379-DFC584D7983D}"/>
                    </a:ext>
                  </a:extLst>
                </p:cNvPr>
                <p:cNvGrpSpPr>
                  <a:grpSpLocks/>
                </p:cNvGrpSpPr>
                <p:nvPr/>
              </p:nvGrpSpPr>
              <p:grpSpPr bwMode="auto">
                <a:xfrm>
                  <a:off x="4009" y="1059"/>
                  <a:ext cx="1671" cy="188"/>
                  <a:chOff x="4009" y="1059"/>
                  <a:chExt cx="1671" cy="188"/>
                </a:xfrm>
              </p:grpSpPr>
              <p:sp>
                <p:nvSpPr>
                  <p:cNvPr id="18576" name="AutoShape 29">
                    <a:extLst>
                      <a:ext uri="{FF2B5EF4-FFF2-40B4-BE49-F238E27FC236}">
                        <a16:creationId xmlns:a16="http://schemas.microsoft.com/office/drawing/2014/main" id="{ABA9F779-1E71-924D-BAB8-755A8FC9627A}"/>
                      </a:ext>
                    </a:extLst>
                  </p:cNvPr>
                  <p:cNvSpPr>
                    <a:spLocks noChangeArrowheads="1"/>
                  </p:cNvSpPr>
                  <p:nvPr/>
                </p:nvSpPr>
                <p:spPr bwMode="auto">
                  <a:xfrm>
                    <a:off x="4009" y="1059"/>
                    <a:ext cx="1671" cy="188"/>
                  </a:xfrm>
                  <a:prstGeom prst="chevron">
                    <a:avLst>
                      <a:gd name="adj" fmla="val 39421"/>
                    </a:avLst>
                  </a:prstGeom>
                  <a:solidFill>
                    <a:srgbClr val="FFCC99"/>
                  </a:solidFill>
                  <a:ln w="11113">
                    <a:solidFill>
                      <a:srgbClr val="000000"/>
                    </a:solidFill>
                    <a:miter lim="800000"/>
                    <a:headEnd/>
                    <a:tailEnd/>
                  </a:ln>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18577" name="Text Box 30">
                    <a:extLst>
                      <a:ext uri="{FF2B5EF4-FFF2-40B4-BE49-F238E27FC236}">
                        <a16:creationId xmlns:a16="http://schemas.microsoft.com/office/drawing/2014/main" id="{6B761A84-E5DC-6D40-B08A-88CF7CED35E0}"/>
                      </a:ext>
                    </a:extLst>
                  </p:cNvPr>
                  <p:cNvSpPr txBox="1">
                    <a:spLocks noChangeArrowheads="1"/>
                  </p:cNvSpPr>
                  <p:nvPr/>
                </p:nvSpPr>
                <p:spPr bwMode="auto">
                  <a:xfrm>
                    <a:off x="4682" y="1082"/>
                    <a:ext cx="32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b="1">
                        <a:solidFill>
                          <a:srgbClr val="000000"/>
                        </a:solidFill>
                      </a:rPr>
                      <a:t>Pós</a:t>
                    </a:r>
                  </a:p>
                </p:txBody>
              </p:sp>
            </p:grpSp>
            <p:sp>
              <p:nvSpPr>
                <p:cNvPr id="18502" name="Rectangle 31">
                  <a:extLst>
                    <a:ext uri="{FF2B5EF4-FFF2-40B4-BE49-F238E27FC236}">
                      <a16:creationId xmlns:a16="http://schemas.microsoft.com/office/drawing/2014/main" id="{CE0A4251-E03D-8546-9A1D-2B154CDC8C89}"/>
                    </a:ext>
                  </a:extLst>
                </p:cNvPr>
                <p:cNvSpPr>
                  <a:spLocks noChangeArrowheads="1"/>
                </p:cNvSpPr>
                <p:nvPr/>
              </p:nvSpPr>
              <p:spPr bwMode="auto">
                <a:xfrm>
                  <a:off x="5180" y="1112"/>
                  <a:ext cx="164" cy="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cxnSp>
              <p:nvCxnSpPr>
                <p:cNvPr id="18503" name="AutoShape 32">
                  <a:extLst>
                    <a:ext uri="{FF2B5EF4-FFF2-40B4-BE49-F238E27FC236}">
                      <a16:creationId xmlns:a16="http://schemas.microsoft.com/office/drawing/2014/main" id="{92C7E08E-4DE7-8F4B-9519-ABAD82A55B6D}"/>
                    </a:ext>
                  </a:extLst>
                </p:cNvPr>
                <p:cNvCxnSpPr>
                  <a:cxnSpLocks noChangeShapeType="1"/>
                  <a:stCxn id="18576" idx="0"/>
                  <a:endCxn id="18574" idx="0"/>
                </p:cNvCxnSpPr>
                <p:nvPr/>
              </p:nvCxnSpPr>
              <p:spPr bwMode="auto">
                <a:xfrm rot="-5400000" flipH="1" flipV="1">
                  <a:off x="2773" y="-973"/>
                  <a:ext cx="1" cy="4066"/>
                </a:xfrm>
                <a:prstGeom prst="bentConnector3">
                  <a:avLst>
                    <a:gd name="adj1" fmla="val -14400005"/>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cxnSp>
            <p:grpSp>
              <p:nvGrpSpPr>
                <p:cNvPr id="18504" name="Group 33">
                  <a:extLst>
                    <a:ext uri="{FF2B5EF4-FFF2-40B4-BE49-F238E27FC236}">
                      <a16:creationId xmlns:a16="http://schemas.microsoft.com/office/drawing/2014/main" id="{1638A0E6-C6F1-D041-8507-DE7011732600}"/>
                    </a:ext>
                  </a:extLst>
                </p:cNvPr>
                <p:cNvGrpSpPr>
                  <a:grpSpLocks/>
                </p:cNvGrpSpPr>
                <p:nvPr/>
              </p:nvGrpSpPr>
              <p:grpSpPr bwMode="auto">
                <a:xfrm>
                  <a:off x="108" y="1059"/>
                  <a:ext cx="1338" cy="187"/>
                  <a:chOff x="108" y="1059"/>
                  <a:chExt cx="1338" cy="187"/>
                </a:xfrm>
              </p:grpSpPr>
              <p:sp>
                <p:nvSpPr>
                  <p:cNvPr id="18574" name="AutoShape 34">
                    <a:extLst>
                      <a:ext uri="{FF2B5EF4-FFF2-40B4-BE49-F238E27FC236}">
                        <a16:creationId xmlns:a16="http://schemas.microsoft.com/office/drawing/2014/main" id="{3B773123-9269-284F-BD45-C1D20C04C6D7}"/>
                      </a:ext>
                    </a:extLst>
                  </p:cNvPr>
                  <p:cNvSpPr>
                    <a:spLocks noChangeArrowheads="1"/>
                  </p:cNvSpPr>
                  <p:nvPr/>
                </p:nvSpPr>
                <p:spPr bwMode="auto">
                  <a:xfrm>
                    <a:off x="108" y="1059"/>
                    <a:ext cx="1338" cy="187"/>
                  </a:xfrm>
                  <a:prstGeom prst="homePlate">
                    <a:avLst>
                      <a:gd name="adj" fmla="val 38194"/>
                    </a:avLst>
                  </a:prstGeom>
                  <a:solidFill>
                    <a:srgbClr val="99CCFF"/>
                  </a:solidFill>
                  <a:ln w="12700">
                    <a:solidFill>
                      <a:schemeClr val="tx1"/>
                    </a:solidFill>
                    <a:miter lim="800000"/>
                    <a:headEnd/>
                    <a:tailEnd/>
                  </a:ln>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18575" name="Text Box 35">
                    <a:extLst>
                      <a:ext uri="{FF2B5EF4-FFF2-40B4-BE49-F238E27FC236}">
                        <a16:creationId xmlns:a16="http://schemas.microsoft.com/office/drawing/2014/main" id="{2FBCC414-8B36-D94C-939B-728963C532C7}"/>
                      </a:ext>
                    </a:extLst>
                  </p:cNvPr>
                  <p:cNvSpPr txBox="1">
                    <a:spLocks noChangeArrowheads="1"/>
                  </p:cNvSpPr>
                  <p:nvPr/>
                </p:nvSpPr>
                <p:spPr bwMode="auto">
                  <a:xfrm>
                    <a:off x="630" y="1082"/>
                    <a:ext cx="29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b="1">
                        <a:solidFill>
                          <a:srgbClr val="000000"/>
                        </a:solidFill>
                      </a:rPr>
                      <a:t>Pré</a:t>
                    </a:r>
                  </a:p>
                </p:txBody>
              </p:sp>
            </p:grpSp>
            <p:sp>
              <p:nvSpPr>
                <p:cNvPr id="18505" name="AutoShape 36">
                  <a:extLst>
                    <a:ext uri="{FF2B5EF4-FFF2-40B4-BE49-F238E27FC236}">
                      <a16:creationId xmlns:a16="http://schemas.microsoft.com/office/drawing/2014/main" id="{C3C6997F-14FB-6F4C-84F9-4ED851003A62}"/>
                    </a:ext>
                  </a:extLst>
                </p:cNvPr>
                <p:cNvSpPr>
                  <a:spLocks noChangeArrowheads="1"/>
                </p:cNvSpPr>
                <p:nvPr/>
              </p:nvSpPr>
              <p:spPr bwMode="auto">
                <a:xfrm>
                  <a:off x="117" y="1292"/>
                  <a:ext cx="841" cy="496"/>
                </a:xfrm>
                <a:prstGeom prst="chevron">
                  <a:avLst>
                    <a:gd name="adj" fmla="val 16108"/>
                  </a:avLst>
                </a:prstGeom>
                <a:solidFill>
                  <a:srgbClr val="99CCFF"/>
                </a:solidFill>
                <a:ln w="11176">
                  <a:solidFill>
                    <a:srgbClr val="000000"/>
                  </a:solidFill>
                  <a:miter lim="800000"/>
                  <a:headEnd/>
                  <a:tailEnd/>
                </a:ln>
              </p:spPr>
              <p:txBody>
                <a:bodyPr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t>Planejamento</a:t>
                  </a:r>
                </a:p>
                <a:p>
                  <a:pPr algn="ctr" eaLnBrk="1" hangingPunct="1">
                    <a:spcBef>
                      <a:spcPct val="50000"/>
                    </a:spcBef>
                    <a:buFontTx/>
                    <a:buNone/>
                  </a:pPr>
                  <a:r>
                    <a:rPr lang="pt-BR" altLang="pt-BR" sz="1400"/>
                    <a:t>Estratégico dos Produtos</a:t>
                  </a:r>
                </a:p>
              </p:txBody>
            </p:sp>
            <p:grpSp>
              <p:nvGrpSpPr>
                <p:cNvPr id="18506" name="Group 37">
                  <a:extLst>
                    <a:ext uri="{FF2B5EF4-FFF2-40B4-BE49-F238E27FC236}">
                      <a16:creationId xmlns:a16="http://schemas.microsoft.com/office/drawing/2014/main" id="{3AC1E7D9-6C64-5948-A64A-C2DD6919BC8D}"/>
                    </a:ext>
                  </a:extLst>
                </p:cNvPr>
                <p:cNvGrpSpPr>
                  <a:grpSpLocks/>
                </p:cNvGrpSpPr>
                <p:nvPr/>
              </p:nvGrpSpPr>
              <p:grpSpPr bwMode="auto">
                <a:xfrm>
                  <a:off x="3883" y="1280"/>
                  <a:ext cx="1809" cy="588"/>
                  <a:chOff x="3883" y="1280"/>
                  <a:chExt cx="1809" cy="588"/>
                </a:xfrm>
              </p:grpSpPr>
              <p:sp>
                <p:nvSpPr>
                  <p:cNvPr id="18568" name="AutoShape 38">
                    <a:extLst>
                      <a:ext uri="{FF2B5EF4-FFF2-40B4-BE49-F238E27FC236}">
                        <a16:creationId xmlns:a16="http://schemas.microsoft.com/office/drawing/2014/main" id="{47C005C8-4487-BD40-A3C0-425F68C3D21F}"/>
                      </a:ext>
                    </a:extLst>
                  </p:cNvPr>
                  <p:cNvSpPr>
                    <a:spLocks noChangeArrowheads="1"/>
                  </p:cNvSpPr>
                  <p:nvPr/>
                </p:nvSpPr>
                <p:spPr bwMode="auto">
                  <a:xfrm>
                    <a:off x="3883" y="1280"/>
                    <a:ext cx="792" cy="523"/>
                  </a:xfrm>
                  <a:prstGeom prst="chevron">
                    <a:avLst>
                      <a:gd name="adj" fmla="val 18221"/>
                    </a:avLst>
                  </a:prstGeom>
                  <a:solidFill>
                    <a:srgbClr val="FFCC99"/>
                  </a:solidFill>
                  <a:ln w="9525">
                    <a:solidFill>
                      <a:schemeClr val="tx1"/>
                    </a:solidFill>
                    <a:miter lim="800000"/>
                    <a:headEnd/>
                    <a:tailEnd/>
                  </a:ln>
                </p:spPr>
                <p:txBody>
                  <a:bodyPr wrap="none" lIns="72000" tIns="0" rIns="72000" bIns="0"/>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18569" name="AutoShape 39">
                    <a:extLst>
                      <a:ext uri="{FF2B5EF4-FFF2-40B4-BE49-F238E27FC236}">
                        <a16:creationId xmlns:a16="http://schemas.microsoft.com/office/drawing/2014/main" id="{13AEE5DA-BD18-B74D-94C7-EA6DCA485ADE}"/>
                      </a:ext>
                    </a:extLst>
                  </p:cNvPr>
                  <p:cNvSpPr>
                    <a:spLocks noChangeArrowheads="1"/>
                  </p:cNvSpPr>
                  <p:nvPr/>
                </p:nvSpPr>
                <p:spPr bwMode="auto">
                  <a:xfrm>
                    <a:off x="4675" y="1280"/>
                    <a:ext cx="800" cy="523"/>
                  </a:xfrm>
                  <a:prstGeom prst="chevron">
                    <a:avLst>
                      <a:gd name="adj" fmla="val 18405"/>
                    </a:avLst>
                  </a:prstGeom>
                  <a:solidFill>
                    <a:srgbClr val="FFCC99"/>
                  </a:solidFill>
                  <a:ln w="9525">
                    <a:solidFill>
                      <a:schemeClr val="tx1"/>
                    </a:solidFill>
                    <a:miter lim="800000"/>
                    <a:headEnd/>
                    <a:tailEnd/>
                  </a:ln>
                </p:spPr>
                <p:txBody>
                  <a:bodyPr wrap="none" lIns="72000" tIns="0" rIns="72000" bIns="0"/>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18570" name="AutoShape 40">
                    <a:extLst>
                      <a:ext uri="{FF2B5EF4-FFF2-40B4-BE49-F238E27FC236}">
                        <a16:creationId xmlns:a16="http://schemas.microsoft.com/office/drawing/2014/main" id="{0F7C26BC-C798-C849-867D-629E8284E01A}"/>
                      </a:ext>
                    </a:extLst>
                  </p:cNvPr>
                  <p:cNvSpPr>
                    <a:spLocks noChangeArrowheads="1"/>
                  </p:cNvSpPr>
                  <p:nvPr/>
                </p:nvSpPr>
                <p:spPr bwMode="auto">
                  <a:xfrm>
                    <a:off x="3937" y="1320"/>
                    <a:ext cx="799" cy="523"/>
                  </a:xfrm>
                  <a:prstGeom prst="chevron">
                    <a:avLst>
                      <a:gd name="adj" fmla="val 18382"/>
                    </a:avLst>
                  </a:prstGeom>
                  <a:solidFill>
                    <a:srgbClr val="FFCC99"/>
                  </a:solidFill>
                  <a:ln w="9525">
                    <a:solidFill>
                      <a:schemeClr val="tx1"/>
                    </a:solidFill>
                    <a:miter lim="800000"/>
                    <a:headEnd/>
                    <a:tailEnd/>
                  </a:ln>
                </p:spPr>
                <p:txBody>
                  <a:bodyPr wrap="none" lIns="72000" tIns="0" rIns="72000" bIns="0"/>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18571" name="AutoShape 41">
                    <a:extLst>
                      <a:ext uri="{FF2B5EF4-FFF2-40B4-BE49-F238E27FC236}">
                        <a16:creationId xmlns:a16="http://schemas.microsoft.com/office/drawing/2014/main" id="{E872851E-A255-1B49-82DD-B842F4D772BF}"/>
                      </a:ext>
                    </a:extLst>
                  </p:cNvPr>
                  <p:cNvSpPr>
                    <a:spLocks noChangeArrowheads="1"/>
                  </p:cNvSpPr>
                  <p:nvPr/>
                </p:nvSpPr>
                <p:spPr bwMode="auto">
                  <a:xfrm>
                    <a:off x="4747" y="1320"/>
                    <a:ext cx="800" cy="523"/>
                  </a:xfrm>
                  <a:prstGeom prst="chevron">
                    <a:avLst>
                      <a:gd name="adj" fmla="val 18405"/>
                    </a:avLst>
                  </a:prstGeom>
                  <a:solidFill>
                    <a:srgbClr val="FFCC99"/>
                  </a:solidFill>
                  <a:ln w="9525">
                    <a:solidFill>
                      <a:schemeClr val="tx1"/>
                    </a:solidFill>
                    <a:miter lim="800000"/>
                    <a:headEnd/>
                    <a:tailEnd/>
                  </a:ln>
                </p:spPr>
                <p:txBody>
                  <a:bodyPr wrap="none" lIns="72000" tIns="0" rIns="72000" bIns="0"/>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18572" name="AutoShape 42">
                    <a:extLst>
                      <a:ext uri="{FF2B5EF4-FFF2-40B4-BE49-F238E27FC236}">
                        <a16:creationId xmlns:a16="http://schemas.microsoft.com/office/drawing/2014/main" id="{75CCC86D-6987-2744-8172-CEAB3B544F3D}"/>
                      </a:ext>
                    </a:extLst>
                  </p:cNvPr>
                  <p:cNvSpPr>
                    <a:spLocks noChangeArrowheads="1"/>
                  </p:cNvSpPr>
                  <p:nvPr/>
                </p:nvSpPr>
                <p:spPr bwMode="auto">
                  <a:xfrm>
                    <a:off x="4847" y="1345"/>
                    <a:ext cx="845" cy="523"/>
                  </a:xfrm>
                  <a:prstGeom prst="chevron">
                    <a:avLst>
                      <a:gd name="adj" fmla="val 14945"/>
                    </a:avLst>
                  </a:prstGeom>
                  <a:solidFill>
                    <a:srgbClr val="FFCC99"/>
                  </a:solidFill>
                  <a:ln w="9525">
                    <a:solidFill>
                      <a:schemeClr val="tx1"/>
                    </a:solidFill>
                    <a:miter lim="800000"/>
                    <a:headEnd/>
                    <a:tailEnd/>
                  </a:ln>
                </p:spPr>
                <p:txBody>
                  <a:bodyPr lIns="144000" tIns="0" rIns="72000" bIns="0"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t>Descontinuar</a:t>
                    </a:r>
                  </a:p>
                  <a:p>
                    <a:pPr algn="ctr" eaLnBrk="1" hangingPunct="1">
                      <a:spcBef>
                        <a:spcPct val="50000"/>
                      </a:spcBef>
                      <a:buFontTx/>
                      <a:buNone/>
                    </a:pPr>
                    <a:r>
                      <a:rPr lang="pt-BR" altLang="pt-BR" sz="1400"/>
                      <a:t>Produto</a:t>
                    </a:r>
                  </a:p>
                </p:txBody>
              </p:sp>
              <p:sp>
                <p:nvSpPr>
                  <p:cNvPr id="18573" name="AutoShape 43">
                    <a:extLst>
                      <a:ext uri="{FF2B5EF4-FFF2-40B4-BE49-F238E27FC236}">
                        <a16:creationId xmlns:a16="http://schemas.microsoft.com/office/drawing/2014/main" id="{FF22D4DA-BC82-774C-9E2E-756167B38B1B}"/>
                      </a:ext>
                    </a:extLst>
                  </p:cNvPr>
                  <p:cNvSpPr>
                    <a:spLocks noChangeArrowheads="1"/>
                  </p:cNvSpPr>
                  <p:nvPr/>
                </p:nvSpPr>
                <p:spPr bwMode="auto">
                  <a:xfrm>
                    <a:off x="3999" y="1345"/>
                    <a:ext cx="882" cy="523"/>
                  </a:xfrm>
                  <a:prstGeom prst="chevron">
                    <a:avLst>
                      <a:gd name="adj" fmla="val 14530"/>
                    </a:avLst>
                  </a:prstGeom>
                  <a:solidFill>
                    <a:srgbClr val="FFCC99"/>
                  </a:solidFill>
                  <a:ln w="9525">
                    <a:solidFill>
                      <a:schemeClr val="tx1"/>
                    </a:solidFill>
                    <a:miter lim="800000"/>
                    <a:headEnd/>
                    <a:tailEnd/>
                  </a:ln>
                </p:spPr>
                <p:txBody>
                  <a:bodyPr wrap="none" lIns="72000" tIns="0" rIns="72000" bIns="0"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t>Acompanhar</a:t>
                    </a:r>
                  </a:p>
                  <a:p>
                    <a:pPr algn="ctr" eaLnBrk="1" hangingPunct="1">
                      <a:spcBef>
                        <a:spcPct val="50000"/>
                      </a:spcBef>
                      <a:buFontTx/>
                      <a:buNone/>
                    </a:pPr>
                    <a:r>
                      <a:rPr lang="pt-BR" altLang="pt-BR" sz="1400"/>
                      <a:t>Produto/</a:t>
                    </a:r>
                  </a:p>
                  <a:p>
                    <a:pPr algn="ctr" eaLnBrk="1" hangingPunct="1">
                      <a:spcBef>
                        <a:spcPct val="50000"/>
                      </a:spcBef>
                      <a:buFontTx/>
                      <a:buNone/>
                    </a:pPr>
                    <a:r>
                      <a:rPr lang="pt-BR" altLang="pt-BR" sz="1400"/>
                      <a:t>Processo</a:t>
                    </a:r>
                    <a:endParaRPr lang="pt-BR" altLang="pt-BR" sz="1600">
                      <a:solidFill>
                        <a:srgbClr val="000000"/>
                      </a:solidFill>
                    </a:endParaRPr>
                  </a:p>
                </p:txBody>
              </p:sp>
            </p:grpSp>
            <p:grpSp>
              <p:nvGrpSpPr>
                <p:cNvPr id="18507" name="Group 44">
                  <a:extLst>
                    <a:ext uri="{FF2B5EF4-FFF2-40B4-BE49-F238E27FC236}">
                      <a16:creationId xmlns:a16="http://schemas.microsoft.com/office/drawing/2014/main" id="{6CBA4969-6B35-124C-8329-ADD061BBA6B1}"/>
                    </a:ext>
                  </a:extLst>
                </p:cNvPr>
                <p:cNvGrpSpPr>
                  <a:grpSpLocks/>
                </p:cNvGrpSpPr>
                <p:nvPr/>
              </p:nvGrpSpPr>
              <p:grpSpPr bwMode="auto">
                <a:xfrm>
                  <a:off x="1520" y="1272"/>
                  <a:ext cx="2268" cy="257"/>
                  <a:chOff x="1520" y="1272"/>
                  <a:chExt cx="2268" cy="257"/>
                </a:xfrm>
              </p:grpSpPr>
              <p:sp>
                <p:nvSpPr>
                  <p:cNvPr id="18563" name="AutoShape 45">
                    <a:extLst>
                      <a:ext uri="{FF2B5EF4-FFF2-40B4-BE49-F238E27FC236}">
                        <a16:creationId xmlns:a16="http://schemas.microsoft.com/office/drawing/2014/main" id="{E0BD8542-94B7-D04E-B2EC-EFB6E63D4984}"/>
                      </a:ext>
                    </a:extLst>
                  </p:cNvPr>
                  <p:cNvSpPr>
                    <a:spLocks noChangeArrowheads="1"/>
                  </p:cNvSpPr>
                  <p:nvPr/>
                </p:nvSpPr>
                <p:spPr bwMode="auto">
                  <a:xfrm flipV="1">
                    <a:off x="1520"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1400"/>
                  </a:p>
                </p:txBody>
              </p:sp>
              <p:sp>
                <p:nvSpPr>
                  <p:cNvPr id="18564" name="AutoShape 46">
                    <a:extLst>
                      <a:ext uri="{FF2B5EF4-FFF2-40B4-BE49-F238E27FC236}">
                        <a16:creationId xmlns:a16="http://schemas.microsoft.com/office/drawing/2014/main" id="{615316E4-4359-334F-82C1-6A57A666A31C}"/>
                      </a:ext>
                    </a:extLst>
                  </p:cNvPr>
                  <p:cNvSpPr>
                    <a:spLocks noChangeArrowheads="1"/>
                  </p:cNvSpPr>
                  <p:nvPr/>
                </p:nvSpPr>
                <p:spPr bwMode="auto">
                  <a:xfrm flipV="1">
                    <a:off x="1974"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1400"/>
                  </a:p>
                </p:txBody>
              </p:sp>
              <p:sp>
                <p:nvSpPr>
                  <p:cNvPr id="18565" name="AutoShape 47">
                    <a:extLst>
                      <a:ext uri="{FF2B5EF4-FFF2-40B4-BE49-F238E27FC236}">
                        <a16:creationId xmlns:a16="http://schemas.microsoft.com/office/drawing/2014/main" id="{5D5F312A-EDEF-BB49-B173-32A38C93B518}"/>
                      </a:ext>
                    </a:extLst>
                  </p:cNvPr>
                  <p:cNvSpPr>
                    <a:spLocks noChangeArrowheads="1"/>
                  </p:cNvSpPr>
                  <p:nvPr/>
                </p:nvSpPr>
                <p:spPr bwMode="auto">
                  <a:xfrm flipV="1">
                    <a:off x="2429"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1400"/>
                  </a:p>
                </p:txBody>
              </p:sp>
              <p:sp>
                <p:nvSpPr>
                  <p:cNvPr id="18566" name="AutoShape 48">
                    <a:extLst>
                      <a:ext uri="{FF2B5EF4-FFF2-40B4-BE49-F238E27FC236}">
                        <a16:creationId xmlns:a16="http://schemas.microsoft.com/office/drawing/2014/main" id="{CF733E93-FCCC-9D4A-9EBB-BBDF3E975315}"/>
                      </a:ext>
                    </a:extLst>
                  </p:cNvPr>
                  <p:cNvSpPr>
                    <a:spLocks noChangeArrowheads="1"/>
                  </p:cNvSpPr>
                  <p:nvPr/>
                </p:nvSpPr>
                <p:spPr bwMode="auto">
                  <a:xfrm flipV="1">
                    <a:off x="2883"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1400"/>
                  </a:p>
                </p:txBody>
              </p:sp>
              <p:sp>
                <p:nvSpPr>
                  <p:cNvPr id="18567" name="AutoShape 49">
                    <a:extLst>
                      <a:ext uri="{FF2B5EF4-FFF2-40B4-BE49-F238E27FC236}">
                        <a16:creationId xmlns:a16="http://schemas.microsoft.com/office/drawing/2014/main" id="{628D3B65-1C16-434E-9106-20B068CC1148}"/>
                      </a:ext>
                    </a:extLst>
                  </p:cNvPr>
                  <p:cNvSpPr>
                    <a:spLocks noChangeArrowheads="1"/>
                  </p:cNvSpPr>
                  <p:nvPr/>
                </p:nvSpPr>
                <p:spPr bwMode="auto">
                  <a:xfrm flipV="1">
                    <a:off x="3338"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1400"/>
                  </a:p>
                </p:txBody>
              </p:sp>
            </p:grpSp>
            <p:grpSp>
              <p:nvGrpSpPr>
                <p:cNvPr id="18508" name="Group 50">
                  <a:extLst>
                    <a:ext uri="{FF2B5EF4-FFF2-40B4-BE49-F238E27FC236}">
                      <a16:creationId xmlns:a16="http://schemas.microsoft.com/office/drawing/2014/main" id="{04AF431E-CE28-9848-A7B1-96F0EC40B4FB}"/>
                    </a:ext>
                  </a:extLst>
                </p:cNvPr>
                <p:cNvGrpSpPr>
                  <a:grpSpLocks/>
                </p:cNvGrpSpPr>
                <p:nvPr/>
              </p:nvGrpSpPr>
              <p:grpSpPr bwMode="auto">
                <a:xfrm>
                  <a:off x="1616" y="1368"/>
                  <a:ext cx="2268" cy="257"/>
                  <a:chOff x="1616" y="1368"/>
                  <a:chExt cx="2268" cy="257"/>
                </a:xfrm>
              </p:grpSpPr>
              <p:sp>
                <p:nvSpPr>
                  <p:cNvPr id="18558" name="AutoShape 51">
                    <a:extLst>
                      <a:ext uri="{FF2B5EF4-FFF2-40B4-BE49-F238E27FC236}">
                        <a16:creationId xmlns:a16="http://schemas.microsoft.com/office/drawing/2014/main" id="{4B79B53D-0325-054E-A363-012C8745D589}"/>
                      </a:ext>
                    </a:extLst>
                  </p:cNvPr>
                  <p:cNvSpPr>
                    <a:spLocks noChangeArrowheads="1"/>
                  </p:cNvSpPr>
                  <p:nvPr/>
                </p:nvSpPr>
                <p:spPr bwMode="auto">
                  <a:xfrm flipV="1">
                    <a:off x="1616" y="1368"/>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1400"/>
                  </a:p>
                </p:txBody>
              </p:sp>
              <p:sp>
                <p:nvSpPr>
                  <p:cNvPr id="18559" name="AutoShape 52">
                    <a:extLst>
                      <a:ext uri="{FF2B5EF4-FFF2-40B4-BE49-F238E27FC236}">
                        <a16:creationId xmlns:a16="http://schemas.microsoft.com/office/drawing/2014/main" id="{4154A720-C67D-6B48-AA6C-8B3F8C1A158D}"/>
                      </a:ext>
                    </a:extLst>
                  </p:cNvPr>
                  <p:cNvSpPr>
                    <a:spLocks noChangeArrowheads="1"/>
                  </p:cNvSpPr>
                  <p:nvPr/>
                </p:nvSpPr>
                <p:spPr bwMode="auto">
                  <a:xfrm flipV="1">
                    <a:off x="2070" y="1368"/>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1400"/>
                  </a:p>
                </p:txBody>
              </p:sp>
              <p:sp>
                <p:nvSpPr>
                  <p:cNvPr id="18560" name="AutoShape 53">
                    <a:extLst>
                      <a:ext uri="{FF2B5EF4-FFF2-40B4-BE49-F238E27FC236}">
                        <a16:creationId xmlns:a16="http://schemas.microsoft.com/office/drawing/2014/main" id="{3499DBDA-52DE-B840-A689-BFCEF0862EDE}"/>
                      </a:ext>
                    </a:extLst>
                  </p:cNvPr>
                  <p:cNvSpPr>
                    <a:spLocks noChangeArrowheads="1"/>
                  </p:cNvSpPr>
                  <p:nvPr/>
                </p:nvSpPr>
                <p:spPr bwMode="auto">
                  <a:xfrm flipV="1">
                    <a:off x="2525" y="1368"/>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1400"/>
                  </a:p>
                </p:txBody>
              </p:sp>
              <p:sp>
                <p:nvSpPr>
                  <p:cNvPr id="18561" name="AutoShape 54">
                    <a:extLst>
                      <a:ext uri="{FF2B5EF4-FFF2-40B4-BE49-F238E27FC236}">
                        <a16:creationId xmlns:a16="http://schemas.microsoft.com/office/drawing/2014/main" id="{8FE9F8A2-1A59-BF48-A038-0DD8505ABAC5}"/>
                      </a:ext>
                    </a:extLst>
                  </p:cNvPr>
                  <p:cNvSpPr>
                    <a:spLocks noChangeArrowheads="1"/>
                  </p:cNvSpPr>
                  <p:nvPr/>
                </p:nvSpPr>
                <p:spPr bwMode="auto">
                  <a:xfrm flipV="1">
                    <a:off x="2979" y="1368"/>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1400"/>
                  </a:p>
                </p:txBody>
              </p:sp>
              <p:sp>
                <p:nvSpPr>
                  <p:cNvPr id="18562" name="AutoShape 55">
                    <a:extLst>
                      <a:ext uri="{FF2B5EF4-FFF2-40B4-BE49-F238E27FC236}">
                        <a16:creationId xmlns:a16="http://schemas.microsoft.com/office/drawing/2014/main" id="{A365D5C4-B199-0B4E-B5B4-282738D70A8E}"/>
                      </a:ext>
                    </a:extLst>
                  </p:cNvPr>
                  <p:cNvSpPr>
                    <a:spLocks noChangeArrowheads="1"/>
                  </p:cNvSpPr>
                  <p:nvPr/>
                </p:nvSpPr>
                <p:spPr bwMode="auto">
                  <a:xfrm flipV="1">
                    <a:off x="3434" y="1368"/>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1400"/>
                  </a:p>
                </p:txBody>
              </p:sp>
            </p:grpSp>
            <p:grpSp>
              <p:nvGrpSpPr>
                <p:cNvPr id="18509" name="Group 56">
                  <a:extLst>
                    <a:ext uri="{FF2B5EF4-FFF2-40B4-BE49-F238E27FC236}">
                      <a16:creationId xmlns:a16="http://schemas.microsoft.com/office/drawing/2014/main" id="{69F867CE-8941-AA4A-92A8-4F4A04D1E472}"/>
                    </a:ext>
                  </a:extLst>
                </p:cNvPr>
                <p:cNvGrpSpPr>
                  <a:grpSpLocks/>
                </p:cNvGrpSpPr>
                <p:nvPr/>
              </p:nvGrpSpPr>
              <p:grpSpPr bwMode="auto">
                <a:xfrm>
                  <a:off x="1712" y="1464"/>
                  <a:ext cx="2268" cy="257"/>
                  <a:chOff x="1712" y="1464"/>
                  <a:chExt cx="2268" cy="257"/>
                </a:xfrm>
              </p:grpSpPr>
              <p:sp>
                <p:nvSpPr>
                  <p:cNvPr id="18553" name="AutoShape 57">
                    <a:extLst>
                      <a:ext uri="{FF2B5EF4-FFF2-40B4-BE49-F238E27FC236}">
                        <a16:creationId xmlns:a16="http://schemas.microsoft.com/office/drawing/2014/main" id="{5FEA7124-0D30-1B46-8263-A2FEA5F71F82}"/>
                      </a:ext>
                    </a:extLst>
                  </p:cNvPr>
                  <p:cNvSpPr>
                    <a:spLocks noChangeArrowheads="1"/>
                  </p:cNvSpPr>
                  <p:nvPr/>
                </p:nvSpPr>
                <p:spPr bwMode="auto">
                  <a:xfrm flipV="1">
                    <a:off x="1712" y="1464"/>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1400"/>
                  </a:p>
                </p:txBody>
              </p:sp>
              <p:sp>
                <p:nvSpPr>
                  <p:cNvPr id="18554" name="AutoShape 58">
                    <a:extLst>
                      <a:ext uri="{FF2B5EF4-FFF2-40B4-BE49-F238E27FC236}">
                        <a16:creationId xmlns:a16="http://schemas.microsoft.com/office/drawing/2014/main" id="{DC298B69-E405-A14D-B6AC-3E66AB9DE659}"/>
                      </a:ext>
                    </a:extLst>
                  </p:cNvPr>
                  <p:cNvSpPr>
                    <a:spLocks noChangeArrowheads="1"/>
                  </p:cNvSpPr>
                  <p:nvPr/>
                </p:nvSpPr>
                <p:spPr bwMode="auto">
                  <a:xfrm flipV="1">
                    <a:off x="2166" y="1464"/>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1400"/>
                  </a:p>
                </p:txBody>
              </p:sp>
              <p:sp>
                <p:nvSpPr>
                  <p:cNvPr id="18555" name="AutoShape 59">
                    <a:extLst>
                      <a:ext uri="{FF2B5EF4-FFF2-40B4-BE49-F238E27FC236}">
                        <a16:creationId xmlns:a16="http://schemas.microsoft.com/office/drawing/2014/main" id="{2D1BAFE0-E7AA-EC48-8323-71F7CD99155F}"/>
                      </a:ext>
                    </a:extLst>
                  </p:cNvPr>
                  <p:cNvSpPr>
                    <a:spLocks noChangeArrowheads="1"/>
                  </p:cNvSpPr>
                  <p:nvPr/>
                </p:nvSpPr>
                <p:spPr bwMode="auto">
                  <a:xfrm flipV="1">
                    <a:off x="2621" y="1464"/>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1400"/>
                  </a:p>
                </p:txBody>
              </p:sp>
              <p:sp>
                <p:nvSpPr>
                  <p:cNvPr id="18556" name="AutoShape 60">
                    <a:extLst>
                      <a:ext uri="{FF2B5EF4-FFF2-40B4-BE49-F238E27FC236}">
                        <a16:creationId xmlns:a16="http://schemas.microsoft.com/office/drawing/2014/main" id="{DFF60AA6-3414-C646-8243-758D344F75EA}"/>
                      </a:ext>
                    </a:extLst>
                  </p:cNvPr>
                  <p:cNvSpPr>
                    <a:spLocks noChangeArrowheads="1"/>
                  </p:cNvSpPr>
                  <p:nvPr/>
                </p:nvSpPr>
                <p:spPr bwMode="auto">
                  <a:xfrm flipV="1">
                    <a:off x="3075" y="1464"/>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1400"/>
                  </a:p>
                </p:txBody>
              </p:sp>
              <p:sp>
                <p:nvSpPr>
                  <p:cNvPr id="18557" name="AutoShape 61">
                    <a:extLst>
                      <a:ext uri="{FF2B5EF4-FFF2-40B4-BE49-F238E27FC236}">
                        <a16:creationId xmlns:a16="http://schemas.microsoft.com/office/drawing/2014/main" id="{2CC4778C-CD15-974E-982C-EE9648683693}"/>
                      </a:ext>
                    </a:extLst>
                  </p:cNvPr>
                  <p:cNvSpPr>
                    <a:spLocks noChangeArrowheads="1"/>
                  </p:cNvSpPr>
                  <p:nvPr/>
                </p:nvSpPr>
                <p:spPr bwMode="auto">
                  <a:xfrm flipV="1">
                    <a:off x="3530" y="1464"/>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1400"/>
                  </a:p>
                </p:txBody>
              </p:sp>
            </p:grpSp>
            <p:grpSp>
              <p:nvGrpSpPr>
                <p:cNvPr id="18510" name="Group 62">
                  <a:extLst>
                    <a:ext uri="{FF2B5EF4-FFF2-40B4-BE49-F238E27FC236}">
                      <a16:creationId xmlns:a16="http://schemas.microsoft.com/office/drawing/2014/main" id="{529909A3-E390-5F41-A2F6-DE27FC2969CD}"/>
                    </a:ext>
                  </a:extLst>
                </p:cNvPr>
                <p:cNvGrpSpPr>
                  <a:grpSpLocks/>
                </p:cNvGrpSpPr>
                <p:nvPr/>
              </p:nvGrpSpPr>
              <p:grpSpPr bwMode="auto">
                <a:xfrm>
                  <a:off x="986" y="1298"/>
                  <a:ext cx="599" cy="423"/>
                  <a:chOff x="986" y="1298"/>
                  <a:chExt cx="599" cy="423"/>
                </a:xfrm>
              </p:grpSpPr>
              <p:sp>
                <p:nvSpPr>
                  <p:cNvPr id="18550" name="AutoShape 63">
                    <a:extLst>
                      <a:ext uri="{FF2B5EF4-FFF2-40B4-BE49-F238E27FC236}">
                        <a16:creationId xmlns:a16="http://schemas.microsoft.com/office/drawing/2014/main" id="{26F81D05-291D-D445-964C-510885A4DA0C}"/>
                      </a:ext>
                    </a:extLst>
                  </p:cNvPr>
                  <p:cNvSpPr>
                    <a:spLocks noChangeArrowheads="1"/>
                  </p:cNvSpPr>
                  <p:nvPr/>
                </p:nvSpPr>
                <p:spPr bwMode="auto">
                  <a:xfrm>
                    <a:off x="986" y="1298"/>
                    <a:ext cx="407" cy="231"/>
                  </a:xfrm>
                  <a:prstGeom prst="chevron">
                    <a:avLst>
                      <a:gd name="adj" fmla="val 16950"/>
                    </a:avLst>
                  </a:prstGeom>
                  <a:solidFill>
                    <a:srgbClr val="99CCFF"/>
                  </a:solidFill>
                  <a:ln w="11176">
                    <a:solidFill>
                      <a:srgbClr val="000000"/>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1400"/>
                  </a:p>
                </p:txBody>
              </p:sp>
              <p:sp>
                <p:nvSpPr>
                  <p:cNvPr id="18551" name="AutoShape 64">
                    <a:extLst>
                      <a:ext uri="{FF2B5EF4-FFF2-40B4-BE49-F238E27FC236}">
                        <a16:creationId xmlns:a16="http://schemas.microsoft.com/office/drawing/2014/main" id="{6672A5C7-C16F-C841-B4B6-3BC2EF87B0BB}"/>
                      </a:ext>
                    </a:extLst>
                  </p:cNvPr>
                  <p:cNvSpPr>
                    <a:spLocks noChangeArrowheads="1"/>
                  </p:cNvSpPr>
                  <p:nvPr/>
                </p:nvSpPr>
                <p:spPr bwMode="auto">
                  <a:xfrm>
                    <a:off x="1082" y="1394"/>
                    <a:ext cx="407" cy="231"/>
                  </a:xfrm>
                  <a:prstGeom prst="chevron">
                    <a:avLst>
                      <a:gd name="adj" fmla="val 16950"/>
                    </a:avLst>
                  </a:prstGeom>
                  <a:solidFill>
                    <a:srgbClr val="99CCFF"/>
                  </a:solidFill>
                  <a:ln w="11176">
                    <a:solidFill>
                      <a:srgbClr val="000000"/>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1400"/>
                  </a:p>
                </p:txBody>
              </p:sp>
              <p:sp>
                <p:nvSpPr>
                  <p:cNvPr id="18552" name="AutoShape 65">
                    <a:extLst>
                      <a:ext uri="{FF2B5EF4-FFF2-40B4-BE49-F238E27FC236}">
                        <a16:creationId xmlns:a16="http://schemas.microsoft.com/office/drawing/2014/main" id="{11574459-C423-E04D-AD9E-E8F407367406}"/>
                      </a:ext>
                    </a:extLst>
                  </p:cNvPr>
                  <p:cNvSpPr>
                    <a:spLocks noChangeArrowheads="1"/>
                  </p:cNvSpPr>
                  <p:nvPr/>
                </p:nvSpPr>
                <p:spPr bwMode="auto">
                  <a:xfrm>
                    <a:off x="1178" y="1490"/>
                    <a:ext cx="407" cy="231"/>
                  </a:xfrm>
                  <a:prstGeom prst="chevron">
                    <a:avLst>
                      <a:gd name="adj" fmla="val 16950"/>
                    </a:avLst>
                  </a:prstGeom>
                  <a:solidFill>
                    <a:srgbClr val="99CCFF"/>
                  </a:solidFill>
                  <a:ln w="11176">
                    <a:solidFill>
                      <a:srgbClr val="000000"/>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1400"/>
                  </a:p>
                </p:txBody>
              </p:sp>
            </p:grpSp>
            <p:grpSp>
              <p:nvGrpSpPr>
                <p:cNvPr id="18511" name="Group 66">
                  <a:extLst>
                    <a:ext uri="{FF2B5EF4-FFF2-40B4-BE49-F238E27FC236}">
                      <a16:creationId xmlns:a16="http://schemas.microsoft.com/office/drawing/2014/main" id="{F155A3C8-276E-C24F-BDE9-5501A428A439}"/>
                    </a:ext>
                  </a:extLst>
                </p:cNvPr>
                <p:cNvGrpSpPr>
                  <a:grpSpLocks/>
                </p:cNvGrpSpPr>
                <p:nvPr/>
              </p:nvGrpSpPr>
              <p:grpSpPr bwMode="auto">
                <a:xfrm>
                  <a:off x="176" y="1685"/>
                  <a:ext cx="3926" cy="489"/>
                  <a:chOff x="176" y="1685"/>
                  <a:chExt cx="3926" cy="489"/>
                </a:xfrm>
              </p:grpSpPr>
              <p:sp>
                <p:nvSpPr>
                  <p:cNvPr id="18512" name="Text Box 67">
                    <a:extLst>
                      <a:ext uri="{FF2B5EF4-FFF2-40B4-BE49-F238E27FC236}">
                        <a16:creationId xmlns:a16="http://schemas.microsoft.com/office/drawing/2014/main" id="{C54C4926-F5A5-8D46-AA94-3E89AE9D00D8}"/>
                      </a:ext>
                    </a:extLst>
                  </p:cNvPr>
                  <p:cNvSpPr txBox="1">
                    <a:spLocks noChangeArrowheads="1"/>
                  </p:cNvSpPr>
                  <p:nvPr/>
                </p:nvSpPr>
                <p:spPr bwMode="auto">
                  <a:xfrm>
                    <a:off x="176" y="1968"/>
                    <a:ext cx="61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u="sng">
                        <a:solidFill>
                          <a:srgbClr val="000000"/>
                        </a:solidFill>
                      </a:rPr>
                      <a:t>Gates &gt;&gt;</a:t>
                    </a:r>
                  </a:p>
                </p:txBody>
              </p:sp>
              <p:grpSp>
                <p:nvGrpSpPr>
                  <p:cNvPr id="18513" name="Group 68">
                    <a:extLst>
                      <a:ext uri="{FF2B5EF4-FFF2-40B4-BE49-F238E27FC236}">
                        <a16:creationId xmlns:a16="http://schemas.microsoft.com/office/drawing/2014/main" id="{D6D82BE5-D707-5945-9546-E398623DEEDA}"/>
                      </a:ext>
                    </a:extLst>
                  </p:cNvPr>
                  <p:cNvGrpSpPr>
                    <a:grpSpLocks/>
                  </p:cNvGrpSpPr>
                  <p:nvPr/>
                </p:nvGrpSpPr>
                <p:grpSpPr bwMode="auto">
                  <a:xfrm>
                    <a:off x="2091" y="1685"/>
                    <a:ext cx="117" cy="389"/>
                    <a:chOff x="2112" y="1705"/>
                    <a:chExt cx="117" cy="389"/>
                  </a:xfrm>
                </p:grpSpPr>
                <p:sp>
                  <p:nvSpPr>
                    <p:cNvPr id="18548" name="AutoShape 69">
                      <a:extLst>
                        <a:ext uri="{FF2B5EF4-FFF2-40B4-BE49-F238E27FC236}">
                          <a16:creationId xmlns:a16="http://schemas.microsoft.com/office/drawing/2014/main" id="{FC58B042-8C2C-CF49-BCB2-86CDBF0842BD}"/>
                        </a:ext>
                      </a:extLst>
                    </p:cNvPr>
                    <p:cNvSpPr>
                      <a:spLocks noChangeArrowheads="1"/>
                    </p:cNvSpPr>
                    <p:nvPr/>
                  </p:nvSpPr>
                  <p:spPr bwMode="auto">
                    <a:xfrm>
                      <a:off x="2112" y="192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18549" name="Line 70">
                      <a:extLst>
                        <a:ext uri="{FF2B5EF4-FFF2-40B4-BE49-F238E27FC236}">
                          <a16:creationId xmlns:a16="http://schemas.microsoft.com/office/drawing/2014/main" id="{A88F4C69-C346-9948-88E1-49B7C14415B4}"/>
                        </a:ext>
                      </a:extLst>
                    </p:cNvPr>
                    <p:cNvSpPr>
                      <a:spLocks noChangeShapeType="1"/>
                    </p:cNvSpPr>
                    <p:nvPr/>
                  </p:nvSpPr>
                  <p:spPr bwMode="auto">
                    <a:xfrm flipV="1">
                      <a:off x="2170"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grpSp>
              <p:sp>
                <p:nvSpPr>
                  <p:cNvPr id="18514" name="AutoShape 71">
                    <a:extLst>
                      <a:ext uri="{FF2B5EF4-FFF2-40B4-BE49-F238E27FC236}">
                        <a16:creationId xmlns:a16="http://schemas.microsoft.com/office/drawing/2014/main" id="{38E55581-A121-6345-B38A-A43CBB110EB2}"/>
                      </a:ext>
                    </a:extLst>
                  </p:cNvPr>
                  <p:cNvSpPr>
                    <a:spLocks noChangeArrowheads="1"/>
                  </p:cNvSpPr>
                  <p:nvPr/>
                </p:nvSpPr>
                <p:spPr bwMode="auto">
                  <a:xfrm>
                    <a:off x="761" y="1859"/>
                    <a:ext cx="3341" cy="315"/>
                  </a:xfrm>
                  <a:prstGeom prst="roundRect">
                    <a:avLst>
                      <a:gd name="adj"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nvGrpSpPr>
                  <p:cNvPr id="18515" name="Group 72">
                    <a:extLst>
                      <a:ext uri="{FF2B5EF4-FFF2-40B4-BE49-F238E27FC236}">
                        <a16:creationId xmlns:a16="http://schemas.microsoft.com/office/drawing/2014/main" id="{64CB1CD4-1AD5-A442-AD17-B2BE10C9CA2B}"/>
                      </a:ext>
                    </a:extLst>
                  </p:cNvPr>
                  <p:cNvGrpSpPr>
                    <a:grpSpLocks/>
                  </p:cNvGrpSpPr>
                  <p:nvPr/>
                </p:nvGrpSpPr>
                <p:grpSpPr bwMode="auto">
                  <a:xfrm>
                    <a:off x="3918" y="1795"/>
                    <a:ext cx="117" cy="299"/>
                    <a:chOff x="2088" y="1486"/>
                    <a:chExt cx="117" cy="299"/>
                  </a:xfrm>
                </p:grpSpPr>
                <p:sp>
                  <p:nvSpPr>
                    <p:cNvPr id="18546" name="AutoShape 73">
                      <a:extLst>
                        <a:ext uri="{FF2B5EF4-FFF2-40B4-BE49-F238E27FC236}">
                          <a16:creationId xmlns:a16="http://schemas.microsoft.com/office/drawing/2014/main" id="{FB01AD5E-9AA5-014A-A132-F84DD7A6F010}"/>
                        </a:ext>
                      </a:extLst>
                    </p:cNvPr>
                    <p:cNvSpPr>
                      <a:spLocks noChangeArrowheads="1"/>
                    </p:cNvSpPr>
                    <p:nvPr/>
                  </p:nvSpPr>
                  <p:spPr bwMode="auto">
                    <a:xfrm>
                      <a:off x="2088" y="1614"/>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18547" name="Line 74">
                      <a:extLst>
                        <a:ext uri="{FF2B5EF4-FFF2-40B4-BE49-F238E27FC236}">
                          <a16:creationId xmlns:a16="http://schemas.microsoft.com/office/drawing/2014/main" id="{28F65F39-E7BE-5646-AD6E-BC43D7030058}"/>
                        </a:ext>
                      </a:extLst>
                    </p:cNvPr>
                    <p:cNvSpPr>
                      <a:spLocks noChangeShapeType="1"/>
                    </p:cNvSpPr>
                    <p:nvPr/>
                  </p:nvSpPr>
                  <p:spPr bwMode="auto">
                    <a:xfrm flipV="1">
                      <a:off x="2146" y="1486"/>
                      <a:ext cx="0" cy="1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grpSp>
              <p:grpSp>
                <p:nvGrpSpPr>
                  <p:cNvPr id="18516" name="Group 75">
                    <a:extLst>
                      <a:ext uri="{FF2B5EF4-FFF2-40B4-BE49-F238E27FC236}">
                        <a16:creationId xmlns:a16="http://schemas.microsoft.com/office/drawing/2014/main" id="{518A7623-C770-F146-A935-EFE9493223EF}"/>
                      </a:ext>
                    </a:extLst>
                  </p:cNvPr>
                  <p:cNvGrpSpPr>
                    <a:grpSpLocks/>
                  </p:cNvGrpSpPr>
                  <p:nvPr/>
                </p:nvGrpSpPr>
                <p:grpSpPr bwMode="auto">
                  <a:xfrm>
                    <a:off x="2991" y="1685"/>
                    <a:ext cx="117" cy="389"/>
                    <a:chOff x="2112" y="1705"/>
                    <a:chExt cx="117" cy="389"/>
                  </a:xfrm>
                </p:grpSpPr>
                <p:sp>
                  <p:nvSpPr>
                    <p:cNvPr id="18544" name="AutoShape 76">
                      <a:extLst>
                        <a:ext uri="{FF2B5EF4-FFF2-40B4-BE49-F238E27FC236}">
                          <a16:creationId xmlns:a16="http://schemas.microsoft.com/office/drawing/2014/main" id="{57F0D011-CB81-5746-B886-1C829F1C61A2}"/>
                        </a:ext>
                      </a:extLst>
                    </p:cNvPr>
                    <p:cNvSpPr>
                      <a:spLocks noChangeArrowheads="1"/>
                    </p:cNvSpPr>
                    <p:nvPr/>
                  </p:nvSpPr>
                  <p:spPr bwMode="auto">
                    <a:xfrm>
                      <a:off x="2112" y="192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18545" name="Line 77">
                      <a:extLst>
                        <a:ext uri="{FF2B5EF4-FFF2-40B4-BE49-F238E27FC236}">
                          <a16:creationId xmlns:a16="http://schemas.microsoft.com/office/drawing/2014/main" id="{D41D542B-CF94-DC4F-8287-C5B0824FD303}"/>
                        </a:ext>
                      </a:extLst>
                    </p:cNvPr>
                    <p:cNvSpPr>
                      <a:spLocks noChangeShapeType="1"/>
                    </p:cNvSpPr>
                    <p:nvPr/>
                  </p:nvSpPr>
                  <p:spPr bwMode="auto">
                    <a:xfrm flipV="1">
                      <a:off x="2170"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grpSp>
              <p:grpSp>
                <p:nvGrpSpPr>
                  <p:cNvPr id="18517" name="Group 78">
                    <a:extLst>
                      <a:ext uri="{FF2B5EF4-FFF2-40B4-BE49-F238E27FC236}">
                        <a16:creationId xmlns:a16="http://schemas.microsoft.com/office/drawing/2014/main" id="{D2882CEA-1534-CD4B-8DE6-DC1E0B879227}"/>
                      </a:ext>
                    </a:extLst>
                  </p:cNvPr>
                  <p:cNvGrpSpPr>
                    <a:grpSpLocks/>
                  </p:cNvGrpSpPr>
                  <p:nvPr/>
                </p:nvGrpSpPr>
                <p:grpSpPr bwMode="auto">
                  <a:xfrm>
                    <a:off x="3442" y="1685"/>
                    <a:ext cx="117" cy="389"/>
                    <a:chOff x="2112" y="1705"/>
                    <a:chExt cx="117" cy="389"/>
                  </a:xfrm>
                </p:grpSpPr>
                <p:sp>
                  <p:nvSpPr>
                    <p:cNvPr id="18542" name="AutoShape 79">
                      <a:extLst>
                        <a:ext uri="{FF2B5EF4-FFF2-40B4-BE49-F238E27FC236}">
                          <a16:creationId xmlns:a16="http://schemas.microsoft.com/office/drawing/2014/main" id="{E2647826-CB8F-6D45-9643-2C487C7CB72D}"/>
                        </a:ext>
                      </a:extLst>
                    </p:cNvPr>
                    <p:cNvSpPr>
                      <a:spLocks noChangeArrowheads="1"/>
                    </p:cNvSpPr>
                    <p:nvPr/>
                  </p:nvSpPr>
                  <p:spPr bwMode="auto">
                    <a:xfrm>
                      <a:off x="2112" y="192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18543" name="Line 80">
                      <a:extLst>
                        <a:ext uri="{FF2B5EF4-FFF2-40B4-BE49-F238E27FC236}">
                          <a16:creationId xmlns:a16="http://schemas.microsoft.com/office/drawing/2014/main" id="{FF107BA8-A6C5-704D-A3BC-C61B7534C747}"/>
                        </a:ext>
                      </a:extLst>
                    </p:cNvPr>
                    <p:cNvSpPr>
                      <a:spLocks noChangeShapeType="1"/>
                    </p:cNvSpPr>
                    <p:nvPr/>
                  </p:nvSpPr>
                  <p:spPr bwMode="auto">
                    <a:xfrm flipV="1">
                      <a:off x="2170"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grpSp>
              <p:grpSp>
                <p:nvGrpSpPr>
                  <p:cNvPr id="18518" name="Group 81">
                    <a:extLst>
                      <a:ext uri="{FF2B5EF4-FFF2-40B4-BE49-F238E27FC236}">
                        <a16:creationId xmlns:a16="http://schemas.microsoft.com/office/drawing/2014/main" id="{845CC897-2E40-AE46-876D-9BE22F580B59}"/>
                      </a:ext>
                    </a:extLst>
                  </p:cNvPr>
                  <p:cNvGrpSpPr>
                    <a:grpSpLocks/>
                  </p:cNvGrpSpPr>
                  <p:nvPr/>
                </p:nvGrpSpPr>
                <p:grpSpPr bwMode="auto">
                  <a:xfrm>
                    <a:off x="1526" y="1705"/>
                    <a:ext cx="117" cy="369"/>
                    <a:chOff x="1526" y="1705"/>
                    <a:chExt cx="117" cy="369"/>
                  </a:xfrm>
                </p:grpSpPr>
                <p:sp>
                  <p:nvSpPr>
                    <p:cNvPr id="18540" name="Line 82">
                      <a:extLst>
                        <a:ext uri="{FF2B5EF4-FFF2-40B4-BE49-F238E27FC236}">
                          <a16:creationId xmlns:a16="http://schemas.microsoft.com/office/drawing/2014/main" id="{FF25C725-BFBD-0E4D-9A29-C349F0D2178A}"/>
                        </a:ext>
                      </a:extLst>
                    </p:cNvPr>
                    <p:cNvSpPr>
                      <a:spLocks noChangeShapeType="1"/>
                    </p:cNvSpPr>
                    <p:nvPr/>
                  </p:nvSpPr>
                  <p:spPr bwMode="auto">
                    <a:xfrm flipV="1">
                      <a:off x="1584"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sp>
                  <p:nvSpPr>
                    <p:cNvPr id="18541" name="AutoShape 83">
                      <a:extLst>
                        <a:ext uri="{FF2B5EF4-FFF2-40B4-BE49-F238E27FC236}">
                          <a16:creationId xmlns:a16="http://schemas.microsoft.com/office/drawing/2014/main" id="{B6F6AFD9-2CF6-904B-8094-8B355401D73F}"/>
                        </a:ext>
                      </a:extLst>
                    </p:cNvPr>
                    <p:cNvSpPr>
                      <a:spLocks noChangeArrowheads="1"/>
                    </p:cNvSpPr>
                    <p:nvPr/>
                  </p:nvSpPr>
                  <p:spPr bwMode="auto">
                    <a:xfrm>
                      <a:off x="1526" y="190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grpSp>
                <p:nvGrpSpPr>
                  <p:cNvPr id="18519" name="Group 84">
                    <a:extLst>
                      <a:ext uri="{FF2B5EF4-FFF2-40B4-BE49-F238E27FC236}">
                        <a16:creationId xmlns:a16="http://schemas.microsoft.com/office/drawing/2014/main" id="{100897D6-4EF9-D042-ADD0-29A93F011DF5}"/>
                      </a:ext>
                    </a:extLst>
                  </p:cNvPr>
                  <p:cNvGrpSpPr>
                    <a:grpSpLocks/>
                  </p:cNvGrpSpPr>
                  <p:nvPr/>
                </p:nvGrpSpPr>
                <p:grpSpPr bwMode="auto">
                  <a:xfrm>
                    <a:off x="2542" y="1705"/>
                    <a:ext cx="117" cy="369"/>
                    <a:chOff x="2542" y="1705"/>
                    <a:chExt cx="117" cy="369"/>
                  </a:xfrm>
                </p:grpSpPr>
                <p:sp>
                  <p:nvSpPr>
                    <p:cNvPr id="18538" name="Line 85">
                      <a:extLst>
                        <a:ext uri="{FF2B5EF4-FFF2-40B4-BE49-F238E27FC236}">
                          <a16:creationId xmlns:a16="http://schemas.microsoft.com/office/drawing/2014/main" id="{29616BFC-7EB3-494A-A15B-E2DA2289C369}"/>
                        </a:ext>
                      </a:extLst>
                    </p:cNvPr>
                    <p:cNvSpPr>
                      <a:spLocks noChangeShapeType="1"/>
                    </p:cNvSpPr>
                    <p:nvPr/>
                  </p:nvSpPr>
                  <p:spPr bwMode="auto">
                    <a:xfrm flipV="1">
                      <a:off x="2600"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sp>
                  <p:nvSpPr>
                    <p:cNvPr id="18539" name="AutoShape 86">
                      <a:extLst>
                        <a:ext uri="{FF2B5EF4-FFF2-40B4-BE49-F238E27FC236}">
                          <a16:creationId xmlns:a16="http://schemas.microsoft.com/office/drawing/2014/main" id="{4F648F7B-4335-DB46-90E8-64854BB1141B}"/>
                        </a:ext>
                      </a:extLst>
                    </p:cNvPr>
                    <p:cNvSpPr>
                      <a:spLocks noChangeArrowheads="1"/>
                    </p:cNvSpPr>
                    <p:nvPr/>
                  </p:nvSpPr>
                  <p:spPr bwMode="auto">
                    <a:xfrm>
                      <a:off x="2542" y="190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grpSp>
                <p:nvGrpSpPr>
                  <p:cNvPr id="18520" name="Group 87">
                    <a:extLst>
                      <a:ext uri="{FF2B5EF4-FFF2-40B4-BE49-F238E27FC236}">
                        <a16:creationId xmlns:a16="http://schemas.microsoft.com/office/drawing/2014/main" id="{245AD095-6C23-8D42-8EBB-6D8E44BF3CE9}"/>
                      </a:ext>
                    </a:extLst>
                  </p:cNvPr>
                  <p:cNvGrpSpPr>
                    <a:grpSpLocks/>
                  </p:cNvGrpSpPr>
                  <p:nvPr/>
                </p:nvGrpSpPr>
                <p:grpSpPr bwMode="auto">
                  <a:xfrm>
                    <a:off x="2266" y="1721"/>
                    <a:ext cx="89" cy="298"/>
                    <a:chOff x="2266" y="1721"/>
                    <a:chExt cx="89" cy="298"/>
                  </a:xfrm>
                </p:grpSpPr>
                <p:sp>
                  <p:nvSpPr>
                    <p:cNvPr id="18536" name="Line 88">
                      <a:extLst>
                        <a:ext uri="{FF2B5EF4-FFF2-40B4-BE49-F238E27FC236}">
                          <a16:creationId xmlns:a16="http://schemas.microsoft.com/office/drawing/2014/main" id="{F417211E-2C16-2145-9372-80DDD0A3B88A}"/>
                        </a:ext>
                      </a:extLst>
                    </p:cNvPr>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18537" name="AutoShape 89">
                      <a:extLst>
                        <a:ext uri="{FF2B5EF4-FFF2-40B4-BE49-F238E27FC236}">
                          <a16:creationId xmlns:a16="http://schemas.microsoft.com/office/drawing/2014/main" id="{8285543E-371C-834C-85BC-55A9E529D266}"/>
                        </a:ext>
                      </a:extLst>
                    </p:cNvPr>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grpSp>
                <p:nvGrpSpPr>
                  <p:cNvPr id="18521" name="Group 90">
                    <a:extLst>
                      <a:ext uri="{FF2B5EF4-FFF2-40B4-BE49-F238E27FC236}">
                        <a16:creationId xmlns:a16="http://schemas.microsoft.com/office/drawing/2014/main" id="{3739D65D-9486-7C4F-A338-106EE7CB03C8}"/>
                      </a:ext>
                    </a:extLst>
                  </p:cNvPr>
                  <p:cNvGrpSpPr>
                    <a:grpSpLocks/>
                  </p:cNvGrpSpPr>
                  <p:nvPr/>
                </p:nvGrpSpPr>
                <p:grpSpPr bwMode="auto">
                  <a:xfrm>
                    <a:off x="2384" y="1721"/>
                    <a:ext cx="89" cy="298"/>
                    <a:chOff x="2266" y="1721"/>
                    <a:chExt cx="89" cy="298"/>
                  </a:xfrm>
                </p:grpSpPr>
                <p:sp>
                  <p:nvSpPr>
                    <p:cNvPr id="18534" name="Line 91">
                      <a:extLst>
                        <a:ext uri="{FF2B5EF4-FFF2-40B4-BE49-F238E27FC236}">
                          <a16:creationId xmlns:a16="http://schemas.microsoft.com/office/drawing/2014/main" id="{EE090F2E-9DFF-D841-8459-DFFC87CFF0E8}"/>
                        </a:ext>
                      </a:extLst>
                    </p:cNvPr>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18535" name="AutoShape 92">
                      <a:extLst>
                        <a:ext uri="{FF2B5EF4-FFF2-40B4-BE49-F238E27FC236}">
                          <a16:creationId xmlns:a16="http://schemas.microsoft.com/office/drawing/2014/main" id="{4CEEA627-AF26-AC4F-A32B-0B6FEFB7E479}"/>
                        </a:ext>
                      </a:extLst>
                    </p:cNvPr>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grpSp>
                <p:nvGrpSpPr>
                  <p:cNvPr id="18522" name="Group 93">
                    <a:extLst>
                      <a:ext uri="{FF2B5EF4-FFF2-40B4-BE49-F238E27FC236}">
                        <a16:creationId xmlns:a16="http://schemas.microsoft.com/office/drawing/2014/main" id="{DE93A90E-5D6D-534C-8CB8-44209E4545A7}"/>
                      </a:ext>
                    </a:extLst>
                  </p:cNvPr>
                  <p:cNvGrpSpPr>
                    <a:grpSpLocks/>
                  </p:cNvGrpSpPr>
                  <p:nvPr/>
                </p:nvGrpSpPr>
                <p:grpSpPr bwMode="auto">
                  <a:xfrm>
                    <a:off x="2699" y="1721"/>
                    <a:ext cx="89" cy="298"/>
                    <a:chOff x="2266" y="1721"/>
                    <a:chExt cx="89" cy="298"/>
                  </a:xfrm>
                </p:grpSpPr>
                <p:sp>
                  <p:nvSpPr>
                    <p:cNvPr id="18532" name="Line 94">
                      <a:extLst>
                        <a:ext uri="{FF2B5EF4-FFF2-40B4-BE49-F238E27FC236}">
                          <a16:creationId xmlns:a16="http://schemas.microsoft.com/office/drawing/2014/main" id="{33D1E032-B488-6C4D-B168-F450F18ED1BB}"/>
                        </a:ext>
                      </a:extLst>
                    </p:cNvPr>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18533" name="AutoShape 95">
                      <a:extLst>
                        <a:ext uri="{FF2B5EF4-FFF2-40B4-BE49-F238E27FC236}">
                          <a16:creationId xmlns:a16="http://schemas.microsoft.com/office/drawing/2014/main" id="{E729C324-C5F2-BE45-8CD4-EF4B0E91D9DF}"/>
                        </a:ext>
                      </a:extLst>
                    </p:cNvPr>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grpSp>
                <p:nvGrpSpPr>
                  <p:cNvPr id="18523" name="Group 96">
                    <a:extLst>
                      <a:ext uri="{FF2B5EF4-FFF2-40B4-BE49-F238E27FC236}">
                        <a16:creationId xmlns:a16="http://schemas.microsoft.com/office/drawing/2014/main" id="{B44B6A57-81E7-2044-9B61-415E427751A8}"/>
                      </a:ext>
                    </a:extLst>
                  </p:cNvPr>
                  <p:cNvGrpSpPr>
                    <a:grpSpLocks/>
                  </p:cNvGrpSpPr>
                  <p:nvPr/>
                </p:nvGrpSpPr>
                <p:grpSpPr bwMode="auto">
                  <a:xfrm>
                    <a:off x="2834" y="1721"/>
                    <a:ext cx="89" cy="298"/>
                    <a:chOff x="2266" y="1721"/>
                    <a:chExt cx="89" cy="298"/>
                  </a:xfrm>
                </p:grpSpPr>
                <p:sp>
                  <p:nvSpPr>
                    <p:cNvPr id="18530" name="Line 97">
                      <a:extLst>
                        <a:ext uri="{FF2B5EF4-FFF2-40B4-BE49-F238E27FC236}">
                          <a16:creationId xmlns:a16="http://schemas.microsoft.com/office/drawing/2014/main" id="{B2B72D1B-11E8-FD40-BE37-22859A19CC2D}"/>
                        </a:ext>
                      </a:extLst>
                    </p:cNvPr>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18531" name="AutoShape 98">
                      <a:extLst>
                        <a:ext uri="{FF2B5EF4-FFF2-40B4-BE49-F238E27FC236}">
                          <a16:creationId xmlns:a16="http://schemas.microsoft.com/office/drawing/2014/main" id="{EBDCD65B-0601-974D-9CF0-D2A1624AAC9D}"/>
                        </a:ext>
                      </a:extLst>
                    </p:cNvPr>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grpSp>
                <p:nvGrpSpPr>
                  <p:cNvPr id="18524" name="Group 99">
                    <a:extLst>
                      <a:ext uri="{FF2B5EF4-FFF2-40B4-BE49-F238E27FC236}">
                        <a16:creationId xmlns:a16="http://schemas.microsoft.com/office/drawing/2014/main" id="{8B66E6F1-8DB7-B340-A9C2-F91CB80A4116}"/>
                      </a:ext>
                    </a:extLst>
                  </p:cNvPr>
                  <p:cNvGrpSpPr>
                    <a:grpSpLocks/>
                  </p:cNvGrpSpPr>
                  <p:nvPr/>
                </p:nvGrpSpPr>
                <p:grpSpPr bwMode="auto">
                  <a:xfrm>
                    <a:off x="1922" y="1721"/>
                    <a:ext cx="89" cy="298"/>
                    <a:chOff x="2266" y="1721"/>
                    <a:chExt cx="89" cy="298"/>
                  </a:xfrm>
                </p:grpSpPr>
                <p:sp>
                  <p:nvSpPr>
                    <p:cNvPr id="18528" name="Line 100">
                      <a:extLst>
                        <a:ext uri="{FF2B5EF4-FFF2-40B4-BE49-F238E27FC236}">
                          <a16:creationId xmlns:a16="http://schemas.microsoft.com/office/drawing/2014/main" id="{09C1780B-E233-2A4F-BCCB-C2023FA86FC7}"/>
                        </a:ext>
                      </a:extLst>
                    </p:cNvPr>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18529" name="AutoShape 101">
                      <a:extLst>
                        <a:ext uri="{FF2B5EF4-FFF2-40B4-BE49-F238E27FC236}">
                          <a16:creationId xmlns:a16="http://schemas.microsoft.com/office/drawing/2014/main" id="{C3C41977-8193-B448-9D65-D0192F3BD4A7}"/>
                        </a:ext>
                      </a:extLst>
                    </p:cNvPr>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grpSp>
                <p:nvGrpSpPr>
                  <p:cNvPr id="18525" name="Group 102">
                    <a:extLst>
                      <a:ext uri="{FF2B5EF4-FFF2-40B4-BE49-F238E27FC236}">
                        <a16:creationId xmlns:a16="http://schemas.microsoft.com/office/drawing/2014/main" id="{C8B711AD-C19B-A64E-9F55-3F0FC32D5188}"/>
                      </a:ext>
                    </a:extLst>
                  </p:cNvPr>
                  <p:cNvGrpSpPr>
                    <a:grpSpLocks/>
                  </p:cNvGrpSpPr>
                  <p:nvPr/>
                </p:nvGrpSpPr>
                <p:grpSpPr bwMode="auto">
                  <a:xfrm>
                    <a:off x="3253" y="1721"/>
                    <a:ext cx="89" cy="298"/>
                    <a:chOff x="2266" y="1721"/>
                    <a:chExt cx="89" cy="298"/>
                  </a:xfrm>
                </p:grpSpPr>
                <p:sp>
                  <p:nvSpPr>
                    <p:cNvPr id="18526" name="Line 103">
                      <a:extLst>
                        <a:ext uri="{FF2B5EF4-FFF2-40B4-BE49-F238E27FC236}">
                          <a16:creationId xmlns:a16="http://schemas.microsoft.com/office/drawing/2014/main" id="{DDE15FAD-80DD-5D4E-8D05-60B8D40019A7}"/>
                        </a:ext>
                      </a:extLst>
                    </p:cNvPr>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18527" name="AutoShape 104">
                      <a:extLst>
                        <a:ext uri="{FF2B5EF4-FFF2-40B4-BE49-F238E27FC236}">
                          <a16:creationId xmlns:a16="http://schemas.microsoft.com/office/drawing/2014/main" id="{AE6B9A99-C702-A241-8537-49FC5C19DEC7}"/>
                        </a:ext>
                      </a:extLst>
                    </p:cNvPr>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grpSp>
          </p:grpSp>
          <p:sp>
            <p:nvSpPr>
              <p:cNvPr id="18496" name="Rectangle 105">
                <a:extLst>
                  <a:ext uri="{FF2B5EF4-FFF2-40B4-BE49-F238E27FC236}">
                    <a16:creationId xmlns:a16="http://schemas.microsoft.com/office/drawing/2014/main" id="{F7C52AFA-E964-5148-88C5-06770B711272}"/>
                  </a:ext>
                </a:extLst>
              </p:cNvPr>
              <p:cNvSpPr>
                <a:spLocks noChangeArrowheads="1"/>
              </p:cNvSpPr>
              <p:nvPr/>
            </p:nvSpPr>
            <p:spPr bwMode="auto">
              <a:xfrm>
                <a:off x="945" y="573"/>
                <a:ext cx="3912" cy="202"/>
              </a:xfrm>
              <a:prstGeom prst="rect">
                <a:avLst/>
              </a:prstGeom>
              <a:solidFill>
                <a:srgbClr val="CCFFCC"/>
              </a:solidFill>
              <a:ln w="9525">
                <a:miter lim="800000"/>
                <a:headEnd/>
                <a:tailEnd/>
              </a:ln>
              <a:scene3d>
                <a:camera prst="legacyObliqueTopRight"/>
                <a:lightRig rig="legacyFlat3" dir="b"/>
              </a:scene3d>
              <a:sp3d extrusionH="277800" prstMaterial="legacyMatte">
                <a:bevelT w="13500" h="13500" prst="angle"/>
                <a:bevelB w="13500" h="13500" prst="angle"/>
                <a:extrusionClr>
                  <a:srgbClr val="CCFFCC"/>
                </a:extrusionClr>
                <a:contourClr>
                  <a:srgbClr val="CCFFCC"/>
                </a:contourClr>
              </a:sp3d>
            </p:spPr>
            <p:txBody>
              <a:bodyPr lIns="72000" tIns="0" rIns="72000" bIns="0">
                <a:flatTx/>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2000" b="1" i="1">
                    <a:solidFill>
                      <a:srgbClr val="000000"/>
                    </a:solidFill>
                  </a:rPr>
                  <a:t>Processo de Desenvolvimento de Produto</a:t>
                </a:r>
              </a:p>
              <a:p>
                <a:pPr algn="ctr" eaLnBrk="1" hangingPunct="1">
                  <a:spcBef>
                    <a:spcPct val="50000"/>
                  </a:spcBef>
                  <a:buFontTx/>
                  <a:buNone/>
                </a:pPr>
                <a:endParaRPr lang="pt-BR" altLang="pt-BR" sz="1600">
                  <a:solidFill>
                    <a:srgbClr val="000000"/>
                  </a:solidFill>
                </a:endParaRPr>
              </a:p>
            </p:txBody>
          </p:sp>
        </p:grpSp>
      </p:grpSp>
      <p:grpSp>
        <p:nvGrpSpPr>
          <p:cNvPr id="28" name="Group 106">
            <a:extLst>
              <a:ext uri="{FF2B5EF4-FFF2-40B4-BE49-F238E27FC236}">
                <a16:creationId xmlns:a16="http://schemas.microsoft.com/office/drawing/2014/main" id="{345043B2-E021-3749-9499-7BB35F775A57}"/>
              </a:ext>
            </a:extLst>
          </p:cNvPr>
          <p:cNvGrpSpPr>
            <a:grpSpLocks/>
          </p:cNvGrpSpPr>
          <p:nvPr/>
        </p:nvGrpSpPr>
        <p:grpSpPr bwMode="auto">
          <a:xfrm rot="-5976873">
            <a:off x="3889375" y="2933700"/>
            <a:ext cx="1554163" cy="2862263"/>
            <a:chOff x="2181" y="1183"/>
            <a:chExt cx="1419" cy="1966"/>
          </a:xfrm>
        </p:grpSpPr>
        <p:grpSp>
          <p:nvGrpSpPr>
            <p:cNvPr id="18436" name="Group 107">
              <a:extLst>
                <a:ext uri="{FF2B5EF4-FFF2-40B4-BE49-F238E27FC236}">
                  <a16:creationId xmlns:a16="http://schemas.microsoft.com/office/drawing/2014/main" id="{46B07B91-47B2-6F48-B9D9-2535AD69D990}"/>
                </a:ext>
              </a:extLst>
            </p:cNvPr>
            <p:cNvGrpSpPr>
              <a:grpSpLocks/>
            </p:cNvGrpSpPr>
            <p:nvPr/>
          </p:nvGrpSpPr>
          <p:grpSpPr bwMode="auto">
            <a:xfrm>
              <a:off x="2181" y="1183"/>
              <a:ext cx="1203" cy="1195"/>
              <a:chOff x="2181" y="1183"/>
              <a:chExt cx="1203" cy="1195"/>
            </a:xfrm>
          </p:grpSpPr>
          <p:grpSp>
            <p:nvGrpSpPr>
              <p:cNvPr id="18473" name="Group 108">
                <a:extLst>
                  <a:ext uri="{FF2B5EF4-FFF2-40B4-BE49-F238E27FC236}">
                    <a16:creationId xmlns:a16="http://schemas.microsoft.com/office/drawing/2014/main" id="{77B97629-D45A-DC44-994E-C7BB1CDCCDD3}"/>
                  </a:ext>
                </a:extLst>
              </p:cNvPr>
              <p:cNvGrpSpPr>
                <a:grpSpLocks/>
              </p:cNvGrpSpPr>
              <p:nvPr/>
            </p:nvGrpSpPr>
            <p:grpSpPr bwMode="auto">
              <a:xfrm>
                <a:off x="2203" y="1197"/>
                <a:ext cx="1181" cy="1180"/>
                <a:chOff x="2203" y="1197"/>
                <a:chExt cx="1181" cy="1180"/>
              </a:xfrm>
            </p:grpSpPr>
            <p:grpSp>
              <p:nvGrpSpPr>
                <p:cNvPr id="18479" name="Group 109">
                  <a:extLst>
                    <a:ext uri="{FF2B5EF4-FFF2-40B4-BE49-F238E27FC236}">
                      <a16:creationId xmlns:a16="http://schemas.microsoft.com/office/drawing/2014/main" id="{B6654F5D-991F-1F48-96AD-D2FCA75CF82A}"/>
                    </a:ext>
                  </a:extLst>
                </p:cNvPr>
                <p:cNvGrpSpPr>
                  <a:grpSpLocks/>
                </p:cNvGrpSpPr>
                <p:nvPr/>
              </p:nvGrpSpPr>
              <p:grpSpPr bwMode="auto">
                <a:xfrm>
                  <a:off x="2203" y="1197"/>
                  <a:ext cx="1181" cy="1180"/>
                  <a:chOff x="2203" y="1197"/>
                  <a:chExt cx="1181" cy="1180"/>
                </a:xfrm>
              </p:grpSpPr>
              <p:sp>
                <p:nvSpPr>
                  <p:cNvPr id="18485" name="Freeform 110">
                    <a:extLst>
                      <a:ext uri="{FF2B5EF4-FFF2-40B4-BE49-F238E27FC236}">
                        <a16:creationId xmlns:a16="http://schemas.microsoft.com/office/drawing/2014/main" id="{73A108C0-7E20-2145-A445-E03F26E654A9}"/>
                      </a:ext>
                    </a:extLst>
                  </p:cNvPr>
                  <p:cNvSpPr>
                    <a:spLocks/>
                  </p:cNvSpPr>
                  <p:nvPr/>
                </p:nvSpPr>
                <p:spPr bwMode="auto">
                  <a:xfrm>
                    <a:off x="2203" y="1197"/>
                    <a:ext cx="1003" cy="685"/>
                  </a:xfrm>
                  <a:custGeom>
                    <a:avLst/>
                    <a:gdLst>
                      <a:gd name="T0" fmla="*/ 21 w 1003"/>
                      <a:gd name="T1" fmla="*/ 685 h 685"/>
                      <a:gd name="T2" fmla="*/ 6 w 1003"/>
                      <a:gd name="T3" fmla="*/ 604 h 685"/>
                      <a:gd name="T4" fmla="*/ 0 w 1003"/>
                      <a:gd name="T5" fmla="*/ 526 h 685"/>
                      <a:gd name="T6" fmla="*/ 3 w 1003"/>
                      <a:gd name="T7" fmla="*/ 472 h 685"/>
                      <a:gd name="T8" fmla="*/ 12 w 1003"/>
                      <a:gd name="T9" fmla="*/ 423 h 685"/>
                      <a:gd name="T10" fmla="*/ 27 w 1003"/>
                      <a:gd name="T11" fmla="*/ 369 h 685"/>
                      <a:gd name="T12" fmla="*/ 51 w 1003"/>
                      <a:gd name="T13" fmla="*/ 315 h 685"/>
                      <a:gd name="T14" fmla="*/ 81 w 1003"/>
                      <a:gd name="T15" fmla="*/ 258 h 685"/>
                      <a:gd name="T16" fmla="*/ 111 w 1003"/>
                      <a:gd name="T17" fmla="*/ 213 h 685"/>
                      <a:gd name="T18" fmla="*/ 147 w 1003"/>
                      <a:gd name="T19" fmla="*/ 168 h 685"/>
                      <a:gd name="T20" fmla="*/ 189 w 1003"/>
                      <a:gd name="T21" fmla="*/ 129 h 685"/>
                      <a:gd name="T22" fmla="*/ 231 w 1003"/>
                      <a:gd name="T23" fmla="*/ 96 h 685"/>
                      <a:gd name="T24" fmla="*/ 276 w 1003"/>
                      <a:gd name="T25" fmla="*/ 69 h 685"/>
                      <a:gd name="T26" fmla="*/ 331 w 1003"/>
                      <a:gd name="T27" fmla="*/ 45 h 685"/>
                      <a:gd name="T28" fmla="*/ 394 w 1003"/>
                      <a:gd name="T29" fmla="*/ 24 h 685"/>
                      <a:gd name="T30" fmla="*/ 448 w 1003"/>
                      <a:gd name="T31" fmla="*/ 9 h 685"/>
                      <a:gd name="T32" fmla="*/ 514 w 1003"/>
                      <a:gd name="T33" fmla="*/ 0 h 685"/>
                      <a:gd name="T34" fmla="*/ 598 w 1003"/>
                      <a:gd name="T35" fmla="*/ 0 h 685"/>
                      <a:gd name="T36" fmla="*/ 661 w 1003"/>
                      <a:gd name="T37" fmla="*/ 12 h 685"/>
                      <a:gd name="T38" fmla="*/ 736 w 1003"/>
                      <a:gd name="T39" fmla="*/ 30 h 685"/>
                      <a:gd name="T40" fmla="*/ 811 w 1003"/>
                      <a:gd name="T41" fmla="*/ 63 h 685"/>
                      <a:gd name="T42" fmla="*/ 877 w 1003"/>
                      <a:gd name="T43" fmla="*/ 102 h 685"/>
                      <a:gd name="T44" fmla="*/ 922 w 1003"/>
                      <a:gd name="T45" fmla="*/ 141 h 685"/>
                      <a:gd name="T46" fmla="*/ 967 w 1003"/>
                      <a:gd name="T47" fmla="*/ 186 h 685"/>
                      <a:gd name="T48" fmla="*/ 1003 w 1003"/>
                      <a:gd name="T49" fmla="*/ 231 h 685"/>
                      <a:gd name="T50" fmla="*/ 907 w 1003"/>
                      <a:gd name="T51" fmla="*/ 159 h 685"/>
                      <a:gd name="T52" fmla="*/ 856 w 1003"/>
                      <a:gd name="T53" fmla="*/ 129 h 685"/>
                      <a:gd name="T54" fmla="*/ 802 w 1003"/>
                      <a:gd name="T55" fmla="*/ 108 h 685"/>
                      <a:gd name="T56" fmla="*/ 733 w 1003"/>
                      <a:gd name="T57" fmla="*/ 87 h 685"/>
                      <a:gd name="T58" fmla="*/ 667 w 1003"/>
                      <a:gd name="T59" fmla="*/ 78 h 685"/>
                      <a:gd name="T60" fmla="*/ 595 w 1003"/>
                      <a:gd name="T61" fmla="*/ 75 h 685"/>
                      <a:gd name="T62" fmla="*/ 541 w 1003"/>
                      <a:gd name="T63" fmla="*/ 78 h 685"/>
                      <a:gd name="T64" fmla="*/ 484 w 1003"/>
                      <a:gd name="T65" fmla="*/ 87 h 685"/>
                      <a:gd name="T66" fmla="*/ 427 w 1003"/>
                      <a:gd name="T67" fmla="*/ 102 h 685"/>
                      <a:gd name="T68" fmla="*/ 373 w 1003"/>
                      <a:gd name="T69" fmla="*/ 120 h 685"/>
                      <a:gd name="T70" fmla="*/ 313 w 1003"/>
                      <a:gd name="T71" fmla="*/ 150 h 685"/>
                      <a:gd name="T72" fmla="*/ 267 w 1003"/>
                      <a:gd name="T73" fmla="*/ 177 h 685"/>
                      <a:gd name="T74" fmla="*/ 228 w 1003"/>
                      <a:gd name="T75" fmla="*/ 210 h 685"/>
                      <a:gd name="T76" fmla="*/ 183 w 1003"/>
                      <a:gd name="T77" fmla="*/ 246 h 685"/>
                      <a:gd name="T78" fmla="*/ 147 w 1003"/>
                      <a:gd name="T79" fmla="*/ 285 h 685"/>
                      <a:gd name="T80" fmla="*/ 111 w 1003"/>
                      <a:gd name="T81" fmla="*/ 339 h 685"/>
                      <a:gd name="T82" fmla="*/ 78 w 1003"/>
                      <a:gd name="T83" fmla="*/ 396 h 685"/>
                      <a:gd name="T84" fmla="*/ 57 w 1003"/>
                      <a:gd name="T85" fmla="*/ 450 h 685"/>
                      <a:gd name="T86" fmla="*/ 39 w 1003"/>
                      <a:gd name="T87" fmla="*/ 514 h 685"/>
                      <a:gd name="T88" fmla="*/ 27 w 1003"/>
                      <a:gd name="T89" fmla="*/ 592 h 685"/>
                      <a:gd name="T90" fmla="*/ 21 w 1003"/>
                      <a:gd name="T91" fmla="*/ 685 h 68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003"/>
                      <a:gd name="T139" fmla="*/ 0 h 685"/>
                      <a:gd name="T140" fmla="*/ 1003 w 1003"/>
                      <a:gd name="T141" fmla="*/ 685 h 685"/>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003" h="685">
                        <a:moveTo>
                          <a:pt x="21" y="685"/>
                        </a:moveTo>
                        <a:lnTo>
                          <a:pt x="6" y="604"/>
                        </a:lnTo>
                        <a:lnTo>
                          <a:pt x="0" y="526"/>
                        </a:lnTo>
                        <a:lnTo>
                          <a:pt x="3" y="472"/>
                        </a:lnTo>
                        <a:lnTo>
                          <a:pt x="12" y="423"/>
                        </a:lnTo>
                        <a:lnTo>
                          <a:pt x="27" y="369"/>
                        </a:lnTo>
                        <a:lnTo>
                          <a:pt x="51" y="315"/>
                        </a:lnTo>
                        <a:lnTo>
                          <a:pt x="81" y="258"/>
                        </a:lnTo>
                        <a:lnTo>
                          <a:pt x="111" y="213"/>
                        </a:lnTo>
                        <a:lnTo>
                          <a:pt x="147" y="168"/>
                        </a:lnTo>
                        <a:lnTo>
                          <a:pt x="189" y="129"/>
                        </a:lnTo>
                        <a:lnTo>
                          <a:pt x="231" y="96"/>
                        </a:lnTo>
                        <a:lnTo>
                          <a:pt x="276" y="69"/>
                        </a:lnTo>
                        <a:lnTo>
                          <a:pt x="331" y="45"/>
                        </a:lnTo>
                        <a:lnTo>
                          <a:pt x="394" y="24"/>
                        </a:lnTo>
                        <a:lnTo>
                          <a:pt x="448" y="9"/>
                        </a:lnTo>
                        <a:lnTo>
                          <a:pt x="514" y="0"/>
                        </a:lnTo>
                        <a:lnTo>
                          <a:pt x="598" y="0"/>
                        </a:lnTo>
                        <a:lnTo>
                          <a:pt x="661" y="12"/>
                        </a:lnTo>
                        <a:lnTo>
                          <a:pt x="736" y="30"/>
                        </a:lnTo>
                        <a:lnTo>
                          <a:pt x="811" y="63"/>
                        </a:lnTo>
                        <a:lnTo>
                          <a:pt x="877" y="102"/>
                        </a:lnTo>
                        <a:lnTo>
                          <a:pt x="922" y="141"/>
                        </a:lnTo>
                        <a:lnTo>
                          <a:pt x="967" y="186"/>
                        </a:lnTo>
                        <a:lnTo>
                          <a:pt x="1003" y="231"/>
                        </a:lnTo>
                        <a:lnTo>
                          <a:pt x="907" y="159"/>
                        </a:lnTo>
                        <a:lnTo>
                          <a:pt x="856" y="129"/>
                        </a:lnTo>
                        <a:lnTo>
                          <a:pt x="802" y="108"/>
                        </a:lnTo>
                        <a:lnTo>
                          <a:pt x="733" y="87"/>
                        </a:lnTo>
                        <a:lnTo>
                          <a:pt x="667" y="78"/>
                        </a:lnTo>
                        <a:lnTo>
                          <a:pt x="595" y="75"/>
                        </a:lnTo>
                        <a:lnTo>
                          <a:pt x="541" y="78"/>
                        </a:lnTo>
                        <a:lnTo>
                          <a:pt x="484" y="87"/>
                        </a:lnTo>
                        <a:lnTo>
                          <a:pt x="427" y="102"/>
                        </a:lnTo>
                        <a:lnTo>
                          <a:pt x="373" y="120"/>
                        </a:lnTo>
                        <a:lnTo>
                          <a:pt x="313" y="150"/>
                        </a:lnTo>
                        <a:lnTo>
                          <a:pt x="267" y="177"/>
                        </a:lnTo>
                        <a:lnTo>
                          <a:pt x="228" y="210"/>
                        </a:lnTo>
                        <a:lnTo>
                          <a:pt x="183" y="246"/>
                        </a:lnTo>
                        <a:lnTo>
                          <a:pt x="147" y="285"/>
                        </a:lnTo>
                        <a:lnTo>
                          <a:pt x="111" y="339"/>
                        </a:lnTo>
                        <a:lnTo>
                          <a:pt x="78" y="396"/>
                        </a:lnTo>
                        <a:lnTo>
                          <a:pt x="57" y="450"/>
                        </a:lnTo>
                        <a:lnTo>
                          <a:pt x="39" y="514"/>
                        </a:lnTo>
                        <a:lnTo>
                          <a:pt x="27" y="592"/>
                        </a:lnTo>
                        <a:lnTo>
                          <a:pt x="21" y="68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8486" name="Freeform 111">
                    <a:extLst>
                      <a:ext uri="{FF2B5EF4-FFF2-40B4-BE49-F238E27FC236}">
                        <a16:creationId xmlns:a16="http://schemas.microsoft.com/office/drawing/2014/main" id="{03BBCA1C-3EC6-A144-87D5-4D4DFF6718C3}"/>
                      </a:ext>
                    </a:extLst>
                  </p:cNvPr>
                  <p:cNvSpPr>
                    <a:spLocks/>
                  </p:cNvSpPr>
                  <p:nvPr/>
                </p:nvSpPr>
                <p:spPr bwMode="auto">
                  <a:xfrm>
                    <a:off x="2278" y="1536"/>
                    <a:ext cx="1106" cy="841"/>
                  </a:xfrm>
                  <a:custGeom>
                    <a:avLst/>
                    <a:gdLst>
                      <a:gd name="T0" fmla="*/ 0 w 1106"/>
                      <a:gd name="T1" fmla="*/ 511 h 841"/>
                      <a:gd name="T2" fmla="*/ 63 w 1106"/>
                      <a:gd name="T3" fmla="*/ 583 h 841"/>
                      <a:gd name="T4" fmla="*/ 132 w 1106"/>
                      <a:gd name="T5" fmla="*/ 646 h 841"/>
                      <a:gd name="T6" fmla="*/ 195 w 1106"/>
                      <a:gd name="T7" fmla="*/ 682 h 841"/>
                      <a:gd name="T8" fmla="*/ 286 w 1106"/>
                      <a:gd name="T9" fmla="*/ 721 h 841"/>
                      <a:gd name="T10" fmla="*/ 358 w 1106"/>
                      <a:gd name="T11" fmla="*/ 742 h 841"/>
                      <a:gd name="T12" fmla="*/ 424 w 1106"/>
                      <a:gd name="T13" fmla="*/ 751 h 841"/>
                      <a:gd name="T14" fmla="*/ 502 w 1106"/>
                      <a:gd name="T15" fmla="*/ 751 h 841"/>
                      <a:gd name="T16" fmla="*/ 559 w 1106"/>
                      <a:gd name="T17" fmla="*/ 745 h 841"/>
                      <a:gd name="T18" fmla="*/ 628 w 1106"/>
                      <a:gd name="T19" fmla="*/ 733 h 841"/>
                      <a:gd name="T20" fmla="*/ 697 w 1106"/>
                      <a:gd name="T21" fmla="*/ 712 h 841"/>
                      <a:gd name="T22" fmla="*/ 754 w 1106"/>
                      <a:gd name="T23" fmla="*/ 682 h 841"/>
                      <a:gd name="T24" fmla="*/ 808 w 1106"/>
                      <a:gd name="T25" fmla="*/ 649 h 841"/>
                      <a:gd name="T26" fmla="*/ 856 w 1106"/>
                      <a:gd name="T27" fmla="*/ 616 h 841"/>
                      <a:gd name="T28" fmla="*/ 904 w 1106"/>
                      <a:gd name="T29" fmla="*/ 568 h 841"/>
                      <a:gd name="T30" fmla="*/ 952 w 1106"/>
                      <a:gd name="T31" fmla="*/ 514 h 841"/>
                      <a:gd name="T32" fmla="*/ 989 w 1106"/>
                      <a:gd name="T33" fmla="*/ 463 h 841"/>
                      <a:gd name="T34" fmla="*/ 1010 w 1106"/>
                      <a:gd name="T35" fmla="*/ 412 h 841"/>
                      <a:gd name="T36" fmla="*/ 1037 w 1106"/>
                      <a:gd name="T37" fmla="*/ 331 h 841"/>
                      <a:gd name="T38" fmla="*/ 1055 w 1106"/>
                      <a:gd name="T39" fmla="*/ 247 h 841"/>
                      <a:gd name="T40" fmla="*/ 1058 w 1106"/>
                      <a:gd name="T41" fmla="*/ 172 h 841"/>
                      <a:gd name="T42" fmla="*/ 1046 w 1106"/>
                      <a:gd name="T43" fmla="*/ 90 h 841"/>
                      <a:gd name="T44" fmla="*/ 1019 w 1106"/>
                      <a:gd name="T45" fmla="*/ 0 h 841"/>
                      <a:gd name="T46" fmla="*/ 1046 w 1106"/>
                      <a:gd name="T47" fmla="*/ 48 h 841"/>
                      <a:gd name="T48" fmla="*/ 1076 w 1106"/>
                      <a:gd name="T49" fmla="*/ 117 h 841"/>
                      <a:gd name="T50" fmla="*/ 1091 w 1106"/>
                      <a:gd name="T51" fmla="*/ 181 h 841"/>
                      <a:gd name="T52" fmla="*/ 1106 w 1106"/>
                      <a:gd name="T53" fmla="*/ 241 h 841"/>
                      <a:gd name="T54" fmla="*/ 1103 w 1106"/>
                      <a:gd name="T55" fmla="*/ 292 h 841"/>
                      <a:gd name="T56" fmla="*/ 1100 w 1106"/>
                      <a:gd name="T57" fmla="*/ 361 h 841"/>
                      <a:gd name="T58" fmla="*/ 1064 w 1106"/>
                      <a:gd name="T59" fmla="*/ 493 h 841"/>
                      <a:gd name="T60" fmla="*/ 1028 w 1106"/>
                      <a:gd name="T61" fmla="*/ 565 h 841"/>
                      <a:gd name="T62" fmla="*/ 983 w 1106"/>
                      <a:gd name="T63" fmla="*/ 628 h 841"/>
                      <a:gd name="T64" fmla="*/ 934 w 1106"/>
                      <a:gd name="T65" fmla="*/ 682 h 841"/>
                      <a:gd name="T66" fmla="*/ 886 w 1106"/>
                      <a:gd name="T67" fmla="*/ 721 h 841"/>
                      <a:gd name="T68" fmla="*/ 820 w 1106"/>
                      <a:gd name="T69" fmla="*/ 766 h 841"/>
                      <a:gd name="T70" fmla="*/ 754 w 1106"/>
                      <a:gd name="T71" fmla="*/ 796 h 841"/>
                      <a:gd name="T72" fmla="*/ 691 w 1106"/>
                      <a:gd name="T73" fmla="*/ 817 h 841"/>
                      <a:gd name="T74" fmla="*/ 610 w 1106"/>
                      <a:gd name="T75" fmla="*/ 838 h 841"/>
                      <a:gd name="T76" fmla="*/ 550 w 1106"/>
                      <a:gd name="T77" fmla="*/ 841 h 841"/>
                      <a:gd name="T78" fmla="*/ 484 w 1106"/>
                      <a:gd name="T79" fmla="*/ 841 h 841"/>
                      <a:gd name="T80" fmla="*/ 418 w 1106"/>
                      <a:gd name="T81" fmla="*/ 829 h 841"/>
                      <a:gd name="T82" fmla="*/ 346 w 1106"/>
                      <a:gd name="T83" fmla="*/ 814 h 841"/>
                      <a:gd name="T84" fmla="*/ 298 w 1106"/>
                      <a:gd name="T85" fmla="*/ 796 h 841"/>
                      <a:gd name="T86" fmla="*/ 234 w 1106"/>
                      <a:gd name="T87" fmla="*/ 763 h 841"/>
                      <a:gd name="T88" fmla="*/ 180 w 1106"/>
                      <a:gd name="T89" fmla="*/ 733 h 841"/>
                      <a:gd name="T90" fmla="*/ 129 w 1106"/>
                      <a:gd name="T91" fmla="*/ 691 h 841"/>
                      <a:gd name="T92" fmla="*/ 75 w 1106"/>
                      <a:gd name="T93" fmla="*/ 634 h 841"/>
                      <a:gd name="T94" fmla="*/ 24 w 1106"/>
                      <a:gd name="T95" fmla="*/ 562 h 841"/>
                      <a:gd name="T96" fmla="*/ 0 w 1106"/>
                      <a:gd name="T97" fmla="*/ 511 h 84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106"/>
                      <a:gd name="T148" fmla="*/ 0 h 841"/>
                      <a:gd name="T149" fmla="*/ 1106 w 1106"/>
                      <a:gd name="T150" fmla="*/ 841 h 841"/>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106" h="841">
                        <a:moveTo>
                          <a:pt x="0" y="511"/>
                        </a:moveTo>
                        <a:lnTo>
                          <a:pt x="63" y="583"/>
                        </a:lnTo>
                        <a:lnTo>
                          <a:pt x="132" y="646"/>
                        </a:lnTo>
                        <a:lnTo>
                          <a:pt x="195" y="682"/>
                        </a:lnTo>
                        <a:lnTo>
                          <a:pt x="286" y="721"/>
                        </a:lnTo>
                        <a:lnTo>
                          <a:pt x="358" y="742"/>
                        </a:lnTo>
                        <a:lnTo>
                          <a:pt x="424" y="751"/>
                        </a:lnTo>
                        <a:lnTo>
                          <a:pt x="502" y="751"/>
                        </a:lnTo>
                        <a:lnTo>
                          <a:pt x="559" y="745"/>
                        </a:lnTo>
                        <a:lnTo>
                          <a:pt x="628" y="733"/>
                        </a:lnTo>
                        <a:lnTo>
                          <a:pt x="697" y="712"/>
                        </a:lnTo>
                        <a:lnTo>
                          <a:pt x="754" y="682"/>
                        </a:lnTo>
                        <a:lnTo>
                          <a:pt x="808" y="649"/>
                        </a:lnTo>
                        <a:lnTo>
                          <a:pt x="856" y="616"/>
                        </a:lnTo>
                        <a:lnTo>
                          <a:pt x="904" y="568"/>
                        </a:lnTo>
                        <a:lnTo>
                          <a:pt x="952" y="514"/>
                        </a:lnTo>
                        <a:lnTo>
                          <a:pt x="989" y="463"/>
                        </a:lnTo>
                        <a:lnTo>
                          <a:pt x="1010" y="412"/>
                        </a:lnTo>
                        <a:lnTo>
                          <a:pt x="1037" y="331"/>
                        </a:lnTo>
                        <a:lnTo>
                          <a:pt x="1055" y="247"/>
                        </a:lnTo>
                        <a:lnTo>
                          <a:pt x="1058" y="172"/>
                        </a:lnTo>
                        <a:lnTo>
                          <a:pt x="1046" y="90"/>
                        </a:lnTo>
                        <a:lnTo>
                          <a:pt x="1019" y="0"/>
                        </a:lnTo>
                        <a:lnTo>
                          <a:pt x="1046" y="48"/>
                        </a:lnTo>
                        <a:lnTo>
                          <a:pt x="1076" y="117"/>
                        </a:lnTo>
                        <a:lnTo>
                          <a:pt x="1091" y="181"/>
                        </a:lnTo>
                        <a:lnTo>
                          <a:pt x="1106" y="241"/>
                        </a:lnTo>
                        <a:lnTo>
                          <a:pt x="1103" y="292"/>
                        </a:lnTo>
                        <a:lnTo>
                          <a:pt x="1100" y="361"/>
                        </a:lnTo>
                        <a:lnTo>
                          <a:pt x="1064" y="493"/>
                        </a:lnTo>
                        <a:lnTo>
                          <a:pt x="1028" y="565"/>
                        </a:lnTo>
                        <a:lnTo>
                          <a:pt x="983" y="628"/>
                        </a:lnTo>
                        <a:lnTo>
                          <a:pt x="934" y="682"/>
                        </a:lnTo>
                        <a:lnTo>
                          <a:pt x="886" y="721"/>
                        </a:lnTo>
                        <a:lnTo>
                          <a:pt x="820" y="766"/>
                        </a:lnTo>
                        <a:lnTo>
                          <a:pt x="754" y="796"/>
                        </a:lnTo>
                        <a:lnTo>
                          <a:pt x="691" y="817"/>
                        </a:lnTo>
                        <a:lnTo>
                          <a:pt x="610" y="838"/>
                        </a:lnTo>
                        <a:lnTo>
                          <a:pt x="550" y="841"/>
                        </a:lnTo>
                        <a:lnTo>
                          <a:pt x="484" y="841"/>
                        </a:lnTo>
                        <a:lnTo>
                          <a:pt x="418" y="829"/>
                        </a:lnTo>
                        <a:lnTo>
                          <a:pt x="346" y="814"/>
                        </a:lnTo>
                        <a:lnTo>
                          <a:pt x="298" y="796"/>
                        </a:lnTo>
                        <a:lnTo>
                          <a:pt x="234" y="763"/>
                        </a:lnTo>
                        <a:lnTo>
                          <a:pt x="180" y="733"/>
                        </a:lnTo>
                        <a:lnTo>
                          <a:pt x="129" y="691"/>
                        </a:lnTo>
                        <a:lnTo>
                          <a:pt x="75" y="634"/>
                        </a:lnTo>
                        <a:lnTo>
                          <a:pt x="24" y="562"/>
                        </a:lnTo>
                        <a:lnTo>
                          <a:pt x="0" y="511"/>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grpSp>
              <p:nvGrpSpPr>
                <p:cNvPr id="18480" name="Group 112">
                  <a:extLst>
                    <a:ext uri="{FF2B5EF4-FFF2-40B4-BE49-F238E27FC236}">
                      <a16:creationId xmlns:a16="http://schemas.microsoft.com/office/drawing/2014/main" id="{C67B3224-90B0-0B47-A77C-78CCFE5D66A0}"/>
                    </a:ext>
                  </a:extLst>
                </p:cNvPr>
                <p:cNvGrpSpPr>
                  <a:grpSpLocks/>
                </p:cNvGrpSpPr>
                <p:nvPr/>
              </p:nvGrpSpPr>
              <p:grpSpPr bwMode="auto">
                <a:xfrm>
                  <a:off x="2210" y="1213"/>
                  <a:ext cx="1172" cy="1113"/>
                  <a:chOff x="2210" y="1213"/>
                  <a:chExt cx="1172" cy="1113"/>
                </a:xfrm>
              </p:grpSpPr>
              <p:sp>
                <p:nvSpPr>
                  <p:cNvPr id="18481" name="Freeform 113">
                    <a:extLst>
                      <a:ext uri="{FF2B5EF4-FFF2-40B4-BE49-F238E27FC236}">
                        <a16:creationId xmlns:a16="http://schemas.microsoft.com/office/drawing/2014/main" id="{CDC71650-6FDC-CB4B-B2E3-EF871135A9A7}"/>
                      </a:ext>
                    </a:extLst>
                  </p:cNvPr>
                  <p:cNvSpPr>
                    <a:spLocks/>
                  </p:cNvSpPr>
                  <p:nvPr/>
                </p:nvSpPr>
                <p:spPr bwMode="auto">
                  <a:xfrm>
                    <a:off x="2276" y="2048"/>
                    <a:ext cx="287" cy="278"/>
                  </a:xfrm>
                  <a:custGeom>
                    <a:avLst/>
                    <a:gdLst>
                      <a:gd name="T0" fmla="*/ 0 w 287"/>
                      <a:gd name="T1" fmla="*/ 0 h 278"/>
                      <a:gd name="T2" fmla="*/ 30 w 287"/>
                      <a:gd name="T3" fmla="*/ 56 h 278"/>
                      <a:gd name="T4" fmla="*/ 59 w 287"/>
                      <a:gd name="T5" fmla="*/ 99 h 278"/>
                      <a:gd name="T6" fmla="*/ 90 w 287"/>
                      <a:gd name="T7" fmla="*/ 138 h 278"/>
                      <a:gd name="T8" fmla="*/ 138 w 287"/>
                      <a:gd name="T9" fmla="*/ 185 h 278"/>
                      <a:gd name="T10" fmla="*/ 174 w 287"/>
                      <a:gd name="T11" fmla="*/ 215 h 278"/>
                      <a:gd name="T12" fmla="*/ 220 w 287"/>
                      <a:gd name="T13" fmla="*/ 244 h 278"/>
                      <a:gd name="T14" fmla="*/ 287 w 287"/>
                      <a:gd name="T15" fmla="*/ 278 h 278"/>
                      <a:gd name="T16" fmla="*/ 212 w 287"/>
                      <a:gd name="T17" fmla="*/ 176 h 278"/>
                      <a:gd name="T18" fmla="*/ 170 w 287"/>
                      <a:gd name="T19" fmla="*/ 152 h 278"/>
                      <a:gd name="T20" fmla="*/ 140 w 287"/>
                      <a:gd name="T21" fmla="*/ 131 h 278"/>
                      <a:gd name="T22" fmla="*/ 96 w 287"/>
                      <a:gd name="T23" fmla="*/ 101 h 278"/>
                      <a:gd name="T24" fmla="*/ 62 w 287"/>
                      <a:gd name="T25" fmla="*/ 69 h 278"/>
                      <a:gd name="T26" fmla="*/ 35 w 287"/>
                      <a:gd name="T27" fmla="*/ 42 h 278"/>
                      <a:gd name="T28" fmla="*/ 0 w 287"/>
                      <a:gd name="T29" fmla="*/ 0 h 27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87"/>
                      <a:gd name="T46" fmla="*/ 0 h 278"/>
                      <a:gd name="T47" fmla="*/ 287 w 287"/>
                      <a:gd name="T48" fmla="*/ 278 h 27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87" h="278">
                        <a:moveTo>
                          <a:pt x="0" y="0"/>
                        </a:moveTo>
                        <a:lnTo>
                          <a:pt x="30" y="56"/>
                        </a:lnTo>
                        <a:lnTo>
                          <a:pt x="59" y="99"/>
                        </a:lnTo>
                        <a:lnTo>
                          <a:pt x="90" y="138"/>
                        </a:lnTo>
                        <a:lnTo>
                          <a:pt x="138" y="185"/>
                        </a:lnTo>
                        <a:lnTo>
                          <a:pt x="174" y="215"/>
                        </a:lnTo>
                        <a:lnTo>
                          <a:pt x="220" y="244"/>
                        </a:lnTo>
                        <a:lnTo>
                          <a:pt x="287" y="278"/>
                        </a:lnTo>
                        <a:lnTo>
                          <a:pt x="212" y="176"/>
                        </a:lnTo>
                        <a:lnTo>
                          <a:pt x="170" y="152"/>
                        </a:lnTo>
                        <a:lnTo>
                          <a:pt x="140" y="131"/>
                        </a:lnTo>
                        <a:lnTo>
                          <a:pt x="96" y="101"/>
                        </a:lnTo>
                        <a:lnTo>
                          <a:pt x="62" y="69"/>
                        </a:lnTo>
                        <a:lnTo>
                          <a:pt x="35" y="42"/>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8482" name="Freeform 114">
                    <a:extLst>
                      <a:ext uri="{FF2B5EF4-FFF2-40B4-BE49-F238E27FC236}">
                        <a16:creationId xmlns:a16="http://schemas.microsoft.com/office/drawing/2014/main" id="{F9406587-A3D6-6D44-9EAA-04191251B148}"/>
                      </a:ext>
                    </a:extLst>
                  </p:cNvPr>
                  <p:cNvSpPr>
                    <a:spLocks/>
                  </p:cNvSpPr>
                  <p:nvPr/>
                </p:nvSpPr>
                <p:spPr bwMode="auto">
                  <a:xfrm>
                    <a:off x="3279" y="1530"/>
                    <a:ext cx="103" cy="546"/>
                  </a:xfrm>
                  <a:custGeom>
                    <a:avLst/>
                    <a:gdLst>
                      <a:gd name="T0" fmla="*/ 19 w 103"/>
                      <a:gd name="T1" fmla="*/ 0 h 546"/>
                      <a:gd name="T2" fmla="*/ 39 w 103"/>
                      <a:gd name="T3" fmla="*/ 37 h 546"/>
                      <a:gd name="T4" fmla="*/ 52 w 103"/>
                      <a:gd name="T5" fmla="*/ 69 h 546"/>
                      <a:gd name="T6" fmla="*/ 66 w 103"/>
                      <a:gd name="T7" fmla="*/ 102 h 546"/>
                      <a:gd name="T8" fmla="*/ 76 w 103"/>
                      <a:gd name="T9" fmla="*/ 134 h 546"/>
                      <a:gd name="T10" fmla="*/ 84 w 103"/>
                      <a:gd name="T11" fmla="*/ 164 h 546"/>
                      <a:gd name="T12" fmla="*/ 99 w 103"/>
                      <a:gd name="T13" fmla="*/ 217 h 546"/>
                      <a:gd name="T14" fmla="*/ 103 w 103"/>
                      <a:gd name="T15" fmla="*/ 269 h 546"/>
                      <a:gd name="T16" fmla="*/ 100 w 103"/>
                      <a:gd name="T17" fmla="*/ 349 h 546"/>
                      <a:gd name="T18" fmla="*/ 93 w 103"/>
                      <a:gd name="T19" fmla="*/ 403 h 546"/>
                      <a:gd name="T20" fmla="*/ 82 w 103"/>
                      <a:gd name="T21" fmla="*/ 447 h 546"/>
                      <a:gd name="T22" fmla="*/ 65 w 103"/>
                      <a:gd name="T23" fmla="*/ 493 h 546"/>
                      <a:gd name="T24" fmla="*/ 42 w 103"/>
                      <a:gd name="T25" fmla="*/ 546 h 546"/>
                      <a:gd name="T26" fmla="*/ 0 w 103"/>
                      <a:gd name="T27" fmla="*/ 443 h 546"/>
                      <a:gd name="T28" fmla="*/ 19 w 103"/>
                      <a:gd name="T29" fmla="*/ 398 h 546"/>
                      <a:gd name="T30" fmla="*/ 28 w 103"/>
                      <a:gd name="T31" fmla="*/ 374 h 546"/>
                      <a:gd name="T32" fmla="*/ 39 w 103"/>
                      <a:gd name="T33" fmla="*/ 343 h 546"/>
                      <a:gd name="T34" fmla="*/ 46 w 103"/>
                      <a:gd name="T35" fmla="*/ 311 h 546"/>
                      <a:gd name="T36" fmla="*/ 52 w 103"/>
                      <a:gd name="T37" fmla="*/ 262 h 546"/>
                      <a:gd name="T38" fmla="*/ 55 w 103"/>
                      <a:gd name="T39" fmla="*/ 221 h 546"/>
                      <a:gd name="T40" fmla="*/ 55 w 103"/>
                      <a:gd name="T41" fmla="*/ 160 h 546"/>
                      <a:gd name="T42" fmla="*/ 46 w 103"/>
                      <a:gd name="T43" fmla="*/ 105 h 546"/>
                      <a:gd name="T44" fmla="*/ 36 w 103"/>
                      <a:gd name="T45" fmla="*/ 60 h 546"/>
                      <a:gd name="T46" fmla="*/ 30 w 103"/>
                      <a:gd name="T47" fmla="*/ 36 h 546"/>
                      <a:gd name="T48" fmla="*/ 19 w 103"/>
                      <a:gd name="T49" fmla="*/ 0 h 5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3"/>
                      <a:gd name="T76" fmla="*/ 0 h 546"/>
                      <a:gd name="T77" fmla="*/ 103 w 103"/>
                      <a:gd name="T78" fmla="*/ 546 h 5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3" h="546">
                        <a:moveTo>
                          <a:pt x="19" y="0"/>
                        </a:moveTo>
                        <a:lnTo>
                          <a:pt x="39" y="37"/>
                        </a:lnTo>
                        <a:lnTo>
                          <a:pt x="52" y="69"/>
                        </a:lnTo>
                        <a:lnTo>
                          <a:pt x="66" y="102"/>
                        </a:lnTo>
                        <a:lnTo>
                          <a:pt x="76" y="134"/>
                        </a:lnTo>
                        <a:lnTo>
                          <a:pt x="84" y="164"/>
                        </a:lnTo>
                        <a:lnTo>
                          <a:pt x="99" y="217"/>
                        </a:lnTo>
                        <a:lnTo>
                          <a:pt x="103" y="269"/>
                        </a:lnTo>
                        <a:lnTo>
                          <a:pt x="100" y="349"/>
                        </a:lnTo>
                        <a:lnTo>
                          <a:pt x="93" y="403"/>
                        </a:lnTo>
                        <a:lnTo>
                          <a:pt x="82" y="447"/>
                        </a:lnTo>
                        <a:lnTo>
                          <a:pt x="65" y="493"/>
                        </a:lnTo>
                        <a:lnTo>
                          <a:pt x="42" y="546"/>
                        </a:lnTo>
                        <a:lnTo>
                          <a:pt x="0" y="443"/>
                        </a:lnTo>
                        <a:lnTo>
                          <a:pt x="19" y="398"/>
                        </a:lnTo>
                        <a:lnTo>
                          <a:pt x="28" y="374"/>
                        </a:lnTo>
                        <a:lnTo>
                          <a:pt x="39" y="343"/>
                        </a:lnTo>
                        <a:lnTo>
                          <a:pt x="46" y="311"/>
                        </a:lnTo>
                        <a:lnTo>
                          <a:pt x="52" y="262"/>
                        </a:lnTo>
                        <a:lnTo>
                          <a:pt x="55" y="221"/>
                        </a:lnTo>
                        <a:lnTo>
                          <a:pt x="55" y="160"/>
                        </a:lnTo>
                        <a:lnTo>
                          <a:pt x="46" y="105"/>
                        </a:lnTo>
                        <a:lnTo>
                          <a:pt x="36" y="60"/>
                        </a:lnTo>
                        <a:lnTo>
                          <a:pt x="30" y="36"/>
                        </a:lnTo>
                        <a:lnTo>
                          <a:pt x="19"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8483" name="Freeform 115">
                    <a:extLst>
                      <a:ext uri="{FF2B5EF4-FFF2-40B4-BE49-F238E27FC236}">
                        <a16:creationId xmlns:a16="http://schemas.microsoft.com/office/drawing/2014/main" id="{735CA84B-3C77-A34E-9520-C6F4767D2103}"/>
                      </a:ext>
                    </a:extLst>
                  </p:cNvPr>
                  <p:cNvSpPr>
                    <a:spLocks/>
                  </p:cNvSpPr>
                  <p:nvPr/>
                </p:nvSpPr>
                <p:spPr bwMode="auto">
                  <a:xfrm>
                    <a:off x="2741" y="1213"/>
                    <a:ext cx="408" cy="165"/>
                  </a:xfrm>
                  <a:custGeom>
                    <a:avLst/>
                    <a:gdLst>
                      <a:gd name="T0" fmla="*/ 0 w 408"/>
                      <a:gd name="T1" fmla="*/ 0 h 165"/>
                      <a:gd name="T2" fmla="*/ 31 w 408"/>
                      <a:gd name="T3" fmla="*/ 60 h 165"/>
                      <a:gd name="T4" fmla="*/ 79 w 408"/>
                      <a:gd name="T5" fmla="*/ 57 h 165"/>
                      <a:gd name="T6" fmla="*/ 123 w 408"/>
                      <a:gd name="T7" fmla="*/ 60 h 165"/>
                      <a:gd name="T8" fmla="*/ 164 w 408"/>
                      <a:gd name="T9" fmla="*/ 66 h 165"/>
                      <a:gd name="T10" fmla="*/ 202 w 408"/>
                      <a:gd name="T11" fmla="*/ 73 h 165"/>
                      <a:gd name="T12" fmla="*/ 240 w 408"/>
                      <a:gd name="T13" fmla="*/ 83 h 165"/>
                      <a:gd name="T14" fmla="*/ 266 w 408"/>
                      <a:gd name="T15" fmla="*/ 91 h 165"/>
                      <a:gd name="T16" fmla="*/ 300 w 408"/>
                      <a:gd name="T17" fmla="*/ 105 h 165"/>
                      <a:gd name="T18" fmla="*/ 339 w 408"/>
                      <a:gd name="T19" fmla="*/ 124 h 165"/>
                      <a:gd name="T20" fmla="*/ 408 w 408"/>
                      <a:gd name="T21" fmla="*/ 165 h 165"/>
                      <a:gd name="T22" fmla="*/ 368 w 408"/>
                      <a:gd name="T23" fmla="*/ 123 h 165"/>
                      <a:gd name="T24" fmla="*/ 340 w 408"/>
                      <a:gd name="T25" fmla="*/ 102 h 165"/>
                      <a:gd name="T26" fmla="*/ 303 w 408"/>
                      <a:gd name="T27" fmla="*/ 78 h 165"/>
                      <a:gd name="T28" fmla="*/ 280 w 408"/>
                      <a:gd name="T29" fmla="*/ 64 h 165"/>
                      <a:gd name="T30" fmla="*/ 229 w 408"/>
                      <a:gd name="T31" fmla="*/ 40 h 165"/>
                      <a:gd name="T32" fmla="*/ 196 w 408"/>
                      <a:gd name="T33" fmla="*/ 28 h 165"/>
                      <a:gd name="T34" fmla="*/ 169 w 408"/>
                      <a:gd name="T35" fmla="*/ 19 h 165"/>
                      <a:gd name="T36" fmla="*/ 144 w 408"/>
                      <a:gd name="T37" fmla="*/ 13 h 165"/>
                      <a:gd name="T38" fmla="*/ 105 w 408"/>
                      <a:gd name="T39" fmla="*/ 6 h 165"/>
                      <a:gd name="T40" fmla="*/ 64 w 408"/>
                      <a:gd name="T41" fmla="*/ 1 h 165"/>
                      <a:gd name="T42" fmla="*/ 18 w 408"/>
                      <a:gd name="T43" fmla="*/ 0 h 165"/>
                      <a:gd name="T44" fmla="*/ 0 w 408"/>
                      <a:gd name="T45" fmla="*/ 0 h 16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08"/>
                      <a:gd name="T70" fmla="*/ 0 h 165"/>
                      <a:gd name="T71" fmla="*/ 408 w 408"/>
                      <a:gd name="T72" fmla="*/ 165 h 16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08" h="165">
                        <a:moveTo>
                          <a:pt x="0" y="0"/>
                        </a:moveTo>
                        <a:lnTo>
                          <a:pt x="31" y="60"/>
                        </a:lnTo>
                        <a:lnTo>
                          <a:pt x="79" y="57"/>
                        </a:lnTo>
                        <a:lnTo>
                          <a:pt x="123" y="60"/>
                        </a:lnTo>
                        <a:lnTo>
                          <a:pt x="164" y="66"/>
                        </a:lnTo>
                        <a:lnTo>
                          <a:pt x="202" y="73"/>
                        </a:lnTo>
                        <a:lnTo>
                          <a:pt x="240" y="83"/>
                        </a:lnTo>
                        <a:lnTo>
                          <a:pt x="266" y="91"/>
                        </a:lnTo>
                        <a:lnTo>
                          <a:pt x="300" y="105"/>
                        </a:lnTo>
                        <a:lnTo>
                          <a:pt x="339" y="124"/>
                        </a:lnTo>
                        <a:lnTo>
                          <a:pt x="408" y="165"/>
                        </a:lnTo>
                        <a:lnTo>
                          <a:pt x="368" y="123"/>
                        </a:lnTo>
                        <a:lnTo>
                          <a:pt x="340" y="102"/>
                        </a:lnTo>
                        <a:lnTo>
                          <a:pt x="303" y="78"/>
                        </a:lnTo>
                        <a:lnTo>
                          <a:pt x="280" y="64"/>
                        </a:lnTo>
                        <a:lnTo>
                          <a:pt x="229" y="40"/>
                        </a:lnTo>
                        <a:lnTo>
                          <a:pt x="196" y="28"/>
                        </a:lnTo>
                        <a:lnTo>
                          <a:pt x="169" y="19"/>
                        </a:lnTo>
                        <a:lnTo>
                          <a:pt x="144" y="13"/>
                        </a:lnTo>
                        <a:lnTo>
                          <a:pt x="105" y="6"/>
                        </a:lnTo>
                        <a:lnTo>
                          <a:pt x="64" y="1"/>
                        </a:lnTo>
                        <a:lnTo>
                          <a:pt x="18" y="0"/>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8484" name="Freeform 116">
                    <a:extLst>
                      <a:ext uri="{FF2B5EF4-FFF2-40B4-BE49-F238E27FC236}">
                        <a16:creationId xmlns:a16="http://schemas.microsoft.com/office/drawing/2014/main" id="{9E486299-7A5B-9443-ACED-102C6F8E9A20}"/>
                      </a:ext>
                    </a:extLst>
                  </p:cNvPr>
                  <p:cNvSpPr>
                    <a:spLocks/>
                  </p:cNvSpPr>
                  <p:nvPr/>
                </p:nvSpPr>
                <p:spPr bwMode="auto">
                  <a:xfrm>
                    <a:off x="2210" y="1445"/>
                    <a:ext cx="130" cy="387"/>
                  </a:xfrm>
                  <a:custGeom>
                    <a:avLst/>
                    <a:gdLst>
                      <a:gd name="T0" fmla="*/ 0 w 130"/>
                      <a:gd name="T1" fmla="*/ 297 h 387"/>
                      <a:gd name="T2" fmla="*/ 3 w 130"/>
                      <a:gd name="T3" fmla="*/ 267 h 387"/>
                      <a:gd name="T4" fmla="*/ 5 w 130"/>
                      <a:gd name="T5" fmla="*/ 234 h 387"/>
                      <a:gd name="T6" fmla="*/ 14 w 130"/>
                      <a:gd name="T7" fmla="*/ 181 h 387"/>
                      <a:gd name="T8" fmla="*/ 24 w 130"/>
                      <a:gd name="T9" fmla="*/ 139 h 387"/>
                      <a:gd name="T10" fmla="*/ 38 w 130"/>
                      <a:gd name="T11" fmla="*/ 101 h 387"/>
                      <a:gd name="T12" fmla="*/ 56 w 130"/>
                      <a:gd name="T13" fmla="*/ 62 h 387"/>
                      <a:gd name="T14" fmla="*/ 72 w 130"/>
                      <a:gd name="T15" fmla="*/ 32 h 387"/>
                      <a:gd name="T16" fmla="*/ 92 w 130"/>
                      <a:gd name="T17" fmla="*/ 0 h 387"/>
                      <a:gd name="T18" fmla="*/ 130 w 130"/>
                      <a:gd name="T19" fmla="*/ 50 h 387"/>
                      <a:gd name="T20" fmla="*/ 108 w 130"/>
                      <a:gd name="T21" fmla="*/ 80 h 387"/>
                      <a:gd name="T22" fmla="*/ 92 w 130"/>
                      <a:gd name="T23" fmla="*/ 107 h 387"/>
                      <a:gd name="T24" fmla="*/ 79 w 130"/>
                      <a:gd name="T25" fmla="*/ 132 h 387"/>
                      <a:gd name="T26" fmla="*/ 60 w 130"/>
                      <a:gd name="T27" fmla="*/ 167 h 387"/>
                      <a:gd name="T28" fmla="*/ 48 w 130"/>
                      <a:gd name="T29" fmla="*/ 198 h 387"/>
                      <a:gd name="T30" fmla="*/ 41 w 130"/>
                      <a:gd name="T31" fmla="*/ 228 h 387"/>
                      <a:gd name="T32" fmla="*/ 32 w 130"/>
                      <a:gd name="T33" fmla="*/ 258 h 387"/>
                      <a:gd name="T34" fmla="*/ 26 w 130"/>
                      <a:gd name="T35" fmla="*/ 291 h 387"/>
                      <a:gd name="T36" fmla="*/ 21 w 130"/>
                      <a:gd name="T37" fmla="*/ 331 h 387"/>
                      <a:gd name="T38" fmla="*/ 17 w 130"/>
                      <a:gd name="T39" fmla="*/ 371 h 387"/>
                      <a:gd name="T40" fmla="*/ 10 w 130"/>
                      <a:gd name="T41" fmla="*/ 387 h 387"/>
                      <a:gd name="T42" fmla="*/ 0 w 130"/>
                      <a:gd name="T43" fmla="*/ 297 h 38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30"/>
                      <a:gd name="T67" fmla="*/ 0 h 387"/>
                      <a:gd name="T68" fmla="*/ 130 w 130"/>
                      <a:gd name="T69" fmla="*/ 387 h 38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30" h="387">
                        <a:moveTo>
                          <a:pt x="0" y="297"/>
                        </a:moveTo>
                        <a:lnTo>
                          <a:pt x="3" y="267"/>
                        </a:lnTo>
                        <a:lnTo>
                          <a:pt x="5" y="234"/>
                        </a:lnTo>
                        <a:lnTo>
                          <a:pt x="14" y="181"/>
                        </a:lnTo>
                        <a:lnTo>
                          <a:pt x="24" y="139"/>
                        </a:lnTo>
                        <a:lnTo>
                          <a:pt x="38" y="101"/>
                        </a:lnTo>
                        <a:lnTo>
                          <a:pt x="56" y="62"/>
                        </a:lnTo>
                        <a:lnTo>
                          <a:pt x="72" y="32"/>
                        </a:lnTo>
                        <a:lnTo>
                          <a:pt x="92" y="0"/>
                        </a:lnTo>
                        <a:lnTo>
                          <a:pt x="130" y="50"/>
                        </a:lnTo>
                        <a:lnTo>
                          <a:pt x="108" y="80"/>
                        </a:lnTo>
                        <a:lnTo>
                          <a:pt x="92" y="107"/>
                        </a:lnTo>
                        <a:lnTo>
                          <a:pt x="79" y="132"/>
                        </a:lnTo>
                        <a:lnTo>
                          <a:pt x="60" y="167"/>
                        </a:lnTo>
                        <a:lnTo>
                          <a:pt x="48" y="198"/>
                        </a:lnTo>
                        <a:lnTo>
                          <a:pt x="41" y="228"/>
                        </a:lnTo>
                        <a:lnTo>
                          <a:pt x="32" y="258"/>
                        </a:lnTo>
                        <a:lnTo>
                          <a:pt x="26" y="291"/>
                        </a:lnTo>
                        <a:lnTo>
                          <a:pt x="21" y="331"/>
                        </a:lnTo>
                        <a:lnTo>
                          <a:pt x="17" y="371"/>
                        </a:lnTo>
                        <a:lnTo>
                          <a:pt x="10" y="387"/>
                        </a:lnTo>
                        <a:lnTo>
                          <a:pt x="0" y="297"/>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grpSp>
          <p:sp>
            <p:nvSpPr>
              <p:cNvPr id="18474" name="Oval 117">
                <a:extLst>
                  <a:ext uri="{FF2B5EF4-FFF2-40B4-BE49-F238E27FC236}">
                    <a16:creationId xmlns:a16="http://schemas.microsoft.com/office/drawing/2014/main" id="{74C38AF3-363B-FD4C-9702-2D7F760F9810}"/>
                  </a:ext>
                </a:extLst>
              </p:cNvPr>
              <p:cNvSpPr>
                <a:spLocks noChangeArrowheads="1"/>
              </p:cNvSpPr>
              <p:nvPr/>
            </p:nvSpPr>
            <p:spPr bwMode="auto">
              <a:xfrm>
                <a:off x="2229" y="1273"/>
                <a:ext cx="1154" cy="1105"/>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nvGrpSpPr>
              <p:cNvPr id="18475" name="Group 118">
                <a:extLst>
                  <a:ext uri="{FF2B5EF4-FFF2-40B4-BE49-F238E27FC236}">
                    <a16:creationId xmlns:a16="http://schemas.microsoft.com/office/drawing/2014/main" id="{C0BE7D98-3E63-0049-BC71-F208CC035BB9}"/>
                  </a:ext>
                </a:extLst>
              </p:cNvPr>
              <p:cNvGrpSpPr>
                <a:grpSpLocks/>
              </p:cNvGrpSpPr>
              <p:nvPr/>
            </p:nvGrpSpPr>
            <p:grpSpPr bwMode="auto">
              <a:xfrm>
                <a:off x="2181" y="1183"/>
                <a:ext cx="1154" cy="1105"/>
                <a:chOff x="2181" y="1183"/>
                <a:chExt cx="1154" cy="1105"/>
              </a:xfrm>
            </p:grpSpPr>
            <p:sp>
              <p:nvSpPr>
                <p:cNvPr id="18476" name="Oval 119">
                  <a:extLst>
                    <a:ext uri="{FF2B5EF4-FFF2-40B4-BE49-F238E27FC236}">
                      <a16:creationId xmlns:a16="http://schemas.microsoft.com/office/drawing/2014/main" id="{260A111A-7402-BA4F-B9BE-BEC2896D46E1}"/>
                    </a:ext>
                  </a:extLst>
                </p:cNvPr>
                <p:cNvSpPr>
                  <a:spLocks noChangeArrowheads="1"/>
                </p:cNvSpPr>
                <p:nvPr/>
              </p:nvSpPr>
              <p:spPr bwMode="auto">
                <a:xfrm>
                  <a:off x="2194" y="1198"/>
                  <a:ext cx="1127" cy="1078"/>
                </a:xfrm>
                <a:prstGeom prst="ellipse">
                  <a:avLst/>
                </a:prstGeom>
                <a:noFill/>
                <a:ln w="63500">
                  <a:solidFill>
                    <a:srgbClr val="9F9F9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18477" name="Oval 120">
                  <a:extLst>
                    <a:ext uri="{FF2B5EF4-FFF2-40B4-BE49-F238E27FC236}">
                      <a16:creationId xmlns:a16="http://schemas.microsoft.com/office/drawing/2014/main" id="{7DA2CEF9-D3FD-2E44-896C-93AB3EA2175B}"/>
                    </a:ext>
                  </a:extLst>
                </p:cNvPr>
                <p:cNvSpPr>
                  <a:spLocks noChangeArrowheads="1"/>
                </p:cNvSpPr>
                <p:nvPr/>
              </p:nvSpPr>
              <p:spPr bwMode="auto">
                <a:xfrm>
                  <a:off x="2181" y="1183"/>
                  <a:ext cx="1154" cy="1105"/>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18478" name="Oval 121">
                  <a:extLst>
                    <a:ext uri="{FF2B5EF4-FFF2-40B4-BE49-F238E27FC236}">
                      <a16:creationId xmlns:a16="http://schemas.microsoft.com/office/drawing/2014/main" id="{553C9A42-3AC9-0D48-9D37-86A46B4D3E67}"/>
                    </a:ext>
                  </a:extLst>
                </p:cNvPr>
                <p:cNvSpPr>
                  <a:spLocks noChangeArrowheads="1"/>
                </p:cNvSpPr>
                <p:nvPr/>
              </p:nvSpPr>
              <p:spPr bwMode="auto">
                <a:xfrm>
                  <a:off x="2213" y="1213"/>
                  <a:ext cx="1090" cy="1046"/>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grpSp>
        <p:grpSp>
          <p:nvGrpSpPr>
            <p:cNvPr id="18437" name="Group 122">
              <a:extLst>
                <a:ext uri="{FF2B5EF4-FFF2-40B4-BE49-F238E27FC236}">
                  <a16:creationId xmlns:a16="http://schemas.microsoft.com/office/drawing/2014/main" id="{79B06057-31F9-4E4F-8A3C-82CF7BF6AB2B}"/>
                </a:ext>
              </a:extLst>
            </p:cNvPr>
            <p:cNvGrpSpPr>
              <a:grpSpLocks/>
            </p:cNvGrpSpPr>
            <p:nvPr/>
          </p:nvGrpSpPr>
          <p:grpSpPr bwMode="auto">
            <a:xfrm>
              <a:off x="3008" y="2225"/>
              <a:ext cx="592" cy="924"/>
              <a:chOff x="3008" y="2225"/>
              <a:chExt cx="592" cy="924"/>
            </a:xfrm>
          </p:grpSpPr>
          <p:sp>
            <p:nvSpPr>
              <p:cNvPr id="18438" name="Freeform 123">
                <a:extLst>
                  <a:ext uri="{FF2B5EF4-FFF2-40B4-BE49-F238E27FC236}">
                    <a16:creationId xmlns:a16="http://schemas.microsoft.com/office/drawing/2014/main" id="{D2632921-33D2-4543-9E1C-6AE1FE664462}"/>
                  </a:ext>
                </a:extLst>
              </p:cNvPr>
              <p:cNvSpPr>
                <a:spLocks/>
              </p:cNvSpPr>
              <p:nvPr/>
            </p:nvSpPr>
            <p:spPr bwMode="auto">
              <a:xfrm>
                <a:off x="3013" y="2272"/>
                <a:ext cx="564" cy="808"/>
              </a:xfrm>
              <a:custGeom>
                <a:avLst/>
                <a:gdLst>
                  <a:gd name="T0" fmla="*/ 0 w 564"/>
                  <a:gd name="T1" fmla="*/ 60 h 808"/>
                  <a:gd name="T2" fmla="*/ 400 w 564"/>
                  <a:gd name="T3" fmla="*/ 808 h 808"/>
                  <a:gd name="T4" fmla="*/ 564 w 564"/>
                  <a:gd name="T5" fmla="*/ 725 h 808"/>
                  <a:gd name="T6" fmla="*/ 162 w 564"/>
                  <a:gd name="T7" fmla="*/ 0 h 808"/>
                  <a:gd name="T8" fmla="*/ 0 w 564"/>
                  <a:gd name="T9" fmla="*/ 60 h 808"/>
                  <a:gd name="T10" fmla="*/ 0 60000 65536"/>
                  <a:gd name="T11" fmla="*/ 0 60000 65536"/>
                  <a:gd name="T12" fmla="*/ 0 60000 65536"/>
                  <a:gd name="T13" fmla="*/ 0 60000 65536"/>
                  <a:gd name="T14" fmla="*/ 0 60000 65536"/>
                  <a:gd name="T15" fmla="*/ 0 w 564"/>
                  <a:gd name="T16" fmla="*/ 0 h 808"/>
                  <a:gd name="T17" fmla="*/ 564 w 564"/>
                  <a:gd name="T18" fmla="*/ 808 h 808"/>
                </a:gdLst>
                <a:ahLst/>
                <a:cxnLst>
                  <a:cxn ang="T10">
                    <a:pos x="T0" y="T1"/>
                  </a:cxn>
                  <a:cxn ang="T11">
                    <a:pos x="T2" y="T3"/>
                  </a:cxn>
                  <a:cxn ang="T12">
                    <a:pos x="T4" y="T5"/>
                  </a:cxn>
                  <a:cxn ang="T13">
                    <a:pos x="T6" y="T7"/>
                  </a:cxn>
                  <a:cxn ang="T14">
                    <a:pos x="T8" y="T9"/>
                  </a:cxn>
                </a:cxnLst>
                <a:rect l="T15" t="T16" r="T17" b="T18"/>
                <a:pathLst>
                  <a:path w="564" h="808">
                    <a:moveTo>
                      <a:pt x="0" y="60"/>
                    </a:moveTo>
                    <a:lnTo>
                      <a:pt x="400" y="808"/>
                    </a:lnTo>
                    <a:lnTo>
                      <a:pt x="564" y="725"/>
                    </a:lnTo>
                    <a:lnTo>
                      <a:pt x="162" y="0"/>
                    </a:lnTo>
                    <a:lnTo>
                      <a:pt x="0" y="60"/>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8439" name="Arc 124">
                <a:extLst>
                  <a:ext uri="{FF2B5EF4-FFF2-40B4-BE49-F238E27FC236}">
                    <a16:creationId xmlns:a16="http://schemas.microsoft.com/office/drawing/2014/main" id="{631DE150-8221-6A4B-9AF7-3554188C3C62}"/>
                  </a:ext>
                </a:extLst>
              </p:cNvPr>
              <p:cNvSpPr>
                <a:spLocks/>
              </p:cNvSpPr>
              <p:nvPr/>
            </p:nvSpPr>
            <p:spPr bwMode="auto">
              <a:xfrm>
                <a:off x="3010" y="2225"/>
                <a:ext cx="170" cy="105"/>
              </a:xfrm>
              <a:custGeom>
                <a:avLst/>
                <a:gdLst>
                  <a:gd name="T0" fmla="*/ 0 w 42152"/>
                  <a:gd name="T1" fmla="*/ 0 h 27693"/>
                  <a:gd name="T2" fmla="*/ 0 w 42152"/>
                  <a:gd name="T3" fmla="*/ 0 h 27693"/>
                  <a:gd name="T4" fmla="*/ 0 w 42152"/>
                  <a:gd name="T5" fmla="*/ 0 h 27693"/>
                  <a:gd name="T6" fmla="*/ 0 60000 65536"/>
                  <a:gd name="T7" fmla="*/ 0 60000 65536"/>
                  <a:gd name="T8" fmla="*/ 0 60000 65536"/>
                  <a:gd name="T9" fmla="*/ 0 w 42152"/>
                  <a:gd name="T10" fmla="*/ 0 h 27693"/>
                  <a:gd name="T11" fmla="*/ 42152 w 42152"/>
                  <a:gd name="T12" fmla="*/ 27693 h 27693"/>
                </a:gdLst>
                <a:ahLst/>
                <a:cxnLst>
                  <a:cxn ang="T6">
                    <a:pos x="T0" y="T1"/>
                  </a:cxn>
                  <a:cxn ang="T7">
                    <a:pos x="T2" y="T3"/>
                  </a:cxn>
                  <a:cxn ang="T8">
                    <a:pos x="T4" y="T5"/>
                  </a:cxn>
                </a:cxnLst>
                <a:rect l="T9" t="T10" r="T11" b="T12"/>
                <a:pathLst>
                  <a:path w="42152" h="27693" fill="none" extrusionOk="0">
                    <a:moveTo>
                      <a:pt x="877" y="27692"/>
                    </a:moveTo>
                    <a:cubicBezTo>
                      <a:pt x="295" y="25714"/>
                      <a:pt x="0" y="23662"/>
                      <a:pt x="0" y="21600"/>
                    </a:cubicBezTo>
                    <a:cubicBezTo>
                      <a:pt x="0" y="9670"/>
                      <a:pt x="9670" y="0"/>
                      <a:pt x="21600" y="0"/>
                    </a:cubicBezTo>
                    <a:cubicBezTo>
                      <a:pt x="30968" y="-1"/>
                      <a:pt x="39268" y="6038"/>
                      <a:pt x="42151" y="14952"/>
                    </a:cubicBezTo>
                  </a:path>
                  <a:path w="42152" h="27693" stroke="0" extrusionOk="0">
                    <a:moveTo>
                      <a:pt x="877" y="27692"/>
                    </a:moveTo>
                    <a:cubicBezTo>
                      <a:pt x="295" y="25714"/>
                      <a:pt x="0" y="23662"/>
                      <a:pt x="0" y="21600"/>
                    </a:cubicBezTo>
                    <a:cubicBezTo>
                      <a:pt x="0" y="9670"/>
                      <a:pt x="9670" y="0"/>
                      <a:pt x="21600" y="0"/>
                    </a:cubicBezTo>
                    <a:cubicBezTo>
                      <a:pt x="30968" y="-1"/>
                      <a:pt x="39268" y="6038"/>
                      <a:pt x="42151" y="14952"/>
                    </a:cubicBezTo>
                    <a:lnTo>
                      <a:pt x="21600" y="21600"/>
                    </a:lnTo>
                    <a:lnTo>
                      <a:pt x="877" y="27692"/>
                    </a:lnTo>
                    <a:close/>
                  </a:path>
                </a:pathLst>
              </a:custGeom>
              <a:solidFill>
                <a:srgbClr val="5F3F1F"/>
              </a:solidFill>
              <a:ln w="12700">
                <a:solidFill>
                  <a:srgbClr val="000000"/>
                </a:solidFill>
                <a:round/>
                <a:headEnd/>
                <a:tailEnd/>
              </a:ln>
            </p:spPr>
            <p:txBody>
              <a:bodyPr/>
              <a:lstStyle/>
              <a:p>
                <a:endParaRPr lang="pt-BR"/>
              </a:p>
            </p:txBody>
          </p:sp>
          <p:sp>
            <p:nvSpPr>
              <p:cNvPr id="18440" name="Arc 125">
                <a:extLst>
                  <a:ext uri="{FF2B5EF4-FFF2-40B4-BE49-F238E27FC236}">
                    <a16:creationId xmlns:a16="http://schemas.microsoft.com/office/drawing/2014/main" id="{152497EC-AC73-8546-B078-8E78B0A99F5B}"/>
                  </a:ext>
                </a:extLst>
              </p:cNvPr>
              <p:cNvSpPr>
                <a:spLocks/>
              </p:cNvSpPr>
              <p:nvPr/>
            </p:nvSpPr>
            <p:spPr bwMode="auto">
              <a:xfrm>
                <a:off x="3014" y="2236"/>
                <a:ext cx="172" cy="100"/>
              </a:xfrm>
              <a:custGeom>
                <a:avLst/>
                <a:gdLst>
                  <a:gd name="T0" fmla="*/ 0 w 42065"/>
                  <a:gd name="T1" fmla="*/ 0 h 24039"/>
                  <a:gd name="T2" fmla="*/ 0 w 42065"/>
                  <a:gd name="T3" fmla="*/ 0 h 24039"/>
                  <a:gd name="T4" fmla="*/ 0 w 42065"/>
                  <a:gd name="T5" fmla="*/ 0 h 24039"/>
                  <a:gd name="T6" fmla="*/ 0 60000 65536"/>
                  <a:gd name="T7" fmla="*/ 0 60000 65536"/>
                  <a:gd name="T8" fmla="*/ 0 60000 65536"/>
                  <a:gd name="T9" fmla="*/ 0 w 42065"/>
                  <a:gd name="T10" fmla="*/ 0 h 24039"/>
                  <a:gd name="T11" fmla="*/ 42065 w 42065"/>
                  <a:gd name="T12" fmla="*/ 24039 h 24039"/>
                </a:gdLst>
                <a:ahLst/>
                <a:cxnLst>
                  <a:cxn ang="T6">
                    <a:pos x="T0" y="T1"/>
                  </a:cxn>
                  <a:cxn ang="T7">
                    <a:pos x="T2" y="T3"/>
                  </a:cxn>
                  <a:cxn ang="T8">
                    <a:pos x="T4" y="T5"/>
                  </a:cxn>
                </a:cxnLst>
                <a:rect l="T9" t="T10" r="T11" b="T12"/>
                <a:pathLst>
                  <a:path w="42065" h="24039" fill="none" extrusionOk="0">
                    <a:moveTo>
                      <a:pt x="138" y="24038"/>
                    </a:moveTo>
                    <a:cubicBezTo>
                      <a:pt x="46" y="23229"/>
                      <a:pt x="0" y="22414"/>
                      <a:pt x="0" y="21600"/>
                    </a:cubicBezTo>
                    <a:cubicBezTo>
                      <a:pt x="0" y="9670"/>
                      <a:pt x="9670" y="0"/>
                      <a:pt x="21600" y="0"/>
                    </a:cubicBezTo>
                    <a:cubicBezTo>
                      <a:pt x="30866" y="-1"/>
                      <a:pt x="39100" y="5910"/>
                      <a:pt x="42064" y="14690"/>
                    </a:cubicBezTo>
                  </a:path>
                  <a:path w="42065" h="24039" stroke="0" extrusionOk="0">
                    <a:moveTo>
                      <a:pt x="138" y="24038"/>
                    </a:moveTo>
                    <a:cubicBezTo>
                      <a:pt x="46" y="23229"/>
                      <a:pt x="0" y="22414"/>
                      <a:pt x="0" y="21600"/>
                    </a:cubicBezTo>
                    <a:cubicBezTo>
                      <a:pt x="0" y="9670"/>
                      <a:pt x="9670" y="0"/>
                      <a:pt x="21600" y="0"/>
                    </a:cubicBezTo>
                    <a:cubicBezTo>
                      <a:pt x="30866" y="-1"/>
                      <a:pt x="39100" y="5910"/>
                      <a:pt x="42064" y="14690"/>
                    </a:cubicBezTo>
                    <a:lnTo>
                      <a:pt x="21600" y="21600"/>
                    </a:lnTo>
                    <a:lnTo>
                      <a:pt x="138" y="24038"/>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8441" name="Freeform 126">
                <a:extLst>
                  <a:ext uri="{FF2B5EF4-FFF2-40B4-BE49-F238E27FC236}">
                    <a16:creationId xmlns:a16="http://schemas.microsoft.com/office/drawing/2014/main" id="{67E48593-8D6A-FB47-9E83-DCB78F6850F2}"/>
                  </a:ext>
                </a:extLst>
              </p:cNvPr>
              <p:cNvSpPr>
                <a:spLocks/>
              </p:cNvSpPr>
              <p:nvPr/>
            </p:nvSpPr>
            <p:spPr bwMode="auto">
              <a:xfrm>
                <a:off x="3008" y="2237"/>
                <a:ext cx="107" cy="207"/>
              </a:xfrm>
              <a:custGeom>
                <a:avLst/>
                <a:gdLst>
                  <a:gd name="T0" fmla="*/ 3 w 107"/>
                  <a:gd name="T1" fmla="*/ 96 h 207"/>
                  <a:gd name="T2" fmla="*/ 0 w 107"/>
                  <a:gd name="T3" fmla="*/ 82 h 207"/>
                  <a:gd name="T4" fmla="*/ 0 w 107"/>
                  <a:gd name="T5" fmla="*/ 69 h 207"/>
                  <a:gd name="T6" fmla="*/ 2 w 107"/>
                  <a:gd name="T7" fmla="*/ 58 h 207"/>
                  <a:gd name="T8" fmla="*/ 6 w 107"/>
                  <a:gd name="T9" fmla="*/ 42 h 207"/>
                  <a:gd name="T10" fmla="*/ 12 w 107"/>
                  <a:gd name="T11" fmla="*/ 29 h 207"/>
                  <a:gd name="T12" fmla="*/ 21 w 107"/>
                  <a:gd name="T13" fmla="*/ 17 h 207"/>
                  <a:gd name="T14" fmla="*/ 31 w 107"/>
                  <a:gd name="T15" fmla="*/ 7 h 207"/>
                  <a:gd name="T16" fmla="*/ 41 w 107"/>
                  <a:gd name="T17" fmla="*/ 0 h 207"/>
                  <a:gd name="T18" fmla="*/ 107 w 107"/>
                  <a:gd name="T19" fmla="*/ 112 h 207"/>
                  <a:gd name="T20" fmla="*/ 95 w 107"/>
                  <a:gd name="T21" fmla="*/ 119 h 207"/>
                  <a:gd name="T22" fmla="*/ 87 w 107"/>
                  <a:gd name="T23" fmla="*/ 127 h 207"/>
                  <a:gd name="T24" fmla="*/ 79 w 107"/>
                  <a:gd name="T25" fmla="*/ 135 h 207"/>
                  <a:gd name="T26" fmla="*/ 73 w 107"/>
                  <a:gd name="T27" fmla="*/ 145 h 207"/>
                  <a:gd name="T28" fmla="*/ 66 w 107"/>
                  <a:gd name="T29" fmla="*/ 163 h 207"/>
                  <a:gd name="T30" fmla="*/ 62 w 107"/>
                  <a:gd name="T31" fmla="*/ 187 h 207"/>
                  <a:gd name="T32" fmla="*/ 62 w 107"/>
                  <a:gd name="T33" fmla="*/ 207 h 207"/>
                  <a:gd name="T34" fmla="*/ 3 w 107"/>
                  <a:gd name="T35" fmla="*/ 96 h 20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7"/>
                  <a:gd name="T55" fmla="*/ 0 h 207"/>
                  <a:gd name="T56" fmla="*/ 107 w 107"/>
                  <a:gd name="T57" fmla="*/ 207 h 20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7" h="207">
                    <a:moveTo>
                      <a:pt x="3" y="96"/>
                    </a:moveTo>
                    <a:lnTo>
                      <a:pt x="0" y="82"/>
                    </a:lnTo>
                    <a:lnTo>
                      <a:pt x="0" y="69"/>
                    </a:lnTo>
                    <a:lnTo>
                      <a:pt x="2" y="58"/>
                    </a:lnTo>
                    <a:lnTo>
                      <a:pt x="6" y="42"/>
                    </a:lnTo>
                    <a:lnTo>
                      <a:pt x="12" y="29"/>
                    </a:lnTo>
                    <a:lnTo>
                      <a:pt x="21" y="17"/>
                    </a:lnTo>
                    <a:lnTo>
                      <a:pt x="31" y="7"/>
                    </a:lnTo>
                    <a:lnTo>
                      <a:pt x="41" y="0"/>
                    </a:lnTo>
                    <a:lnTo>
                      <a:pt x="107" y="112"/>
                    </a:lnTo>
                    <a:lnTo>
                      <a:pt x="95" y="119"/>
                    </a:lnTo>
                    <a:lnTo>
                      <a:pt x="87" y="127"/>
                    </a:lnTo>
                    <a:lnTo>
                      <a:pt x="79" y="135"/>
                    </a:lnTo>
                    <a:lnTo>
                      <a:pt x="73" y="145"/>
                    </a:lnTo>
                    <a:lnTo>
                      <a:pt x="66" y="163"/>
                    </a:lnTo>
                    <a:lnTo>
                      <a:pt x="62" y="187"/>
                    </a:lnTo>
                    <a:lnTo>
                      <a:pt x="62" y="207"/>
                    </a:lnTo>
                    <a:lnTo>
                      <a:pt x="3" y="96"/>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8442" name="Arc 127">
                <a:extLst>
                  <a:ext uri="{FF2B5EF4-FFF2-40B4-BE49-F238E27FC236}">
                    <a16:creationId xmlns:a16="http://schemas.microsoft.com/office/drawing/2014/main" id="{254B4B42-EF5F-1C4E-82EB-0BCF8D055C95}"/>
                  </a:ext>
                </a:extLst>
              </p:cNvPr>
              <p:cNvSpPr>
                <a:spLocks/>
              </p:cNvSpPr>
              <p:nvPr/>
            </p:nvSpPr>
            <p:spPr bwMode="auto">
              <a:xfrm>
                <a:off x="3009" y="2229"/>
                <a:ext cx="87" cy="99"/>
              </a:xfrm>
              <a:custGeom>
                <a:avLst/>
                <a:gdLst>
                  <a:gd name="T0" fmla="*/ 0 w 21600"/>
                  <a:gd name="T1" fmla="*/ 0 h 26092"/>
                  <a:gd name="T2" fmla="*/ 0 w 21600"/>
                  <a:gd name="T3" fmla="*/ 0 h 26092"/>
                  <a:gd name="T4" fmla="*/ 0 w 21600"/>
                  <a:gd name="T5" fmla="*/ 0 h 26092"/>
                  <a:gd name="T6" fmla="*/ 0 60000 65536"/>
                  <a:gd name="T7" fmla="*/ 0 60000 65536"/>
                  <a:gd name="T8" fmla="*/ 0 60000 65536"/>
                  <a:gd name="T9" fmla="*/ 0 w 21600"/>
                  <a:gd name="T10" fmla="*/ 0 h 26092"/>
                  <a:gd name="T11" fmla="*/ 21600 w 21600"/>
                  <a:gd name="T12" fmla="*/ 26092 h 26092"/>
                </a:gdLst>
                <a:ahLst/>
                <a:cxnLst>
                  <a:cxn ang="T6">
                    <a:pos x="T0" y="T1"/>
                  </a:cxn>
                  <a:cxn ang="T7">
                    <a:pos x="T2" y="T3"/>
                  </a:cxn>
                  <a:cxn ang="T8">
                    <a:pos x="T4" y="T5"/>
                  </a:cxn>
                </a:cxnLst>
                <a:rect l="T9" t="T10" r="T11" b="T12"/>
                <a:pathLst>
                  <a:path w="21600" h="26092" fill="none" extrusionOk="0">
                    <a:moveTo>
                      <a:pt x="806" y="26092"/>
                    </a:moveTo>
                    <a:cubicBezTo>
                      <a:pt x="271" y="24188"/>
                      <a:pt x="0" y="22221"/>
                      <a:pt x="0" y="20244"/>
                    </a:cubicBezTo>
                    <a:cubicBezTo>
                      <a:pt x="-1" y="11219"/>
                      <a:pt x="5610" y="3146"/>
                      <a:pt x="14067" y="-1"/>
                    </a:cubicBezTo>
                  </a:path>
                  <a:path w="21600" h="26092" stroke="0" extrusionOk="0">
                    <a:moveTo>
                      <a:pt x="806" y="26092"/>
                    </a:moveTo>
                    <a:cubicBezTo>
                      <a:pt x="271" y="24188"/>
                      <a:pt x="0" y="22221"/>
                      <a:pt x="0" y="20244"/>
                    </a:cubicBezTo>
                    <a:cubicBezTo>
                      <a:pt x="-1" y="11219"/>
                      <a:pt x="5610" y="3146"/>
                      <a:pt x="14067" y="-1"/>
                    </a:cubicBezTo>
                    <a:lnTo>
                      <a:pt x="21600" y="20244"/>
                    </a:lnTo>
                    <a:lnTo>
                      <a:pt x="806" y="26092"/>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18443" name="Arc 128">
                <a:extLst>
                  <a:ext uri="{FF2B5EF4-FFF2-40B4-BE49-F238E27FC236}">
                    <a16:creationId xmlns:a16="http://schemas.microsoft.com/office/drawing/2014/main" id="{FC9B1C4B-1763-1C40-8F28-D0C7870B14D0}"/>
                  </a:ext>
                </a:extLst>
              </p:cNvPr>
              <p:cNvSpPr>
                <a:spLocks/>
              </p:cNvSpPr>
              <p:nvPr/>
            </p:nvSpPr>
            <p:spPr bwMode="auto">
              <a:xfrm>
                <a:off x="3072" y="2338"/>
                <a:ext cx="171" cy="103"/>
              </a:xfrm>
              <a:custGeom>
                <a:avLst/>
                <a:gdLst>
                  <a:gd name="T0" fmla="*/ 0 w 42293"/>
                  <a:gd name="T1" fmla="*/ 0 h 27167"/>
                  <a:gd name="T2" fmla="*/ 0 w 42293"/>
                  <a:gd name="T3" fmla="*/ 0 h 27167"/>
                  <a:gd name="T4" fmla="*/ 0 w 42293"/>
                  <a:gd name="T5" fmla="*/ 0 h 27167"/>
                  <a:gd name="T6" fmla="*/ 0 60000 65536"/>
                  <a:gd name="T7" fmla="*/ 0 60000 65536"/>
                  <a:gd name="T8" fmla="*/ 0 60000 65536"/>
                  <a:gd name="T9" fmla="*/ 0 w 42293"/>
                  <a:gd name="T10" fmla="*/ 0 h 27167"/>
                  <a:gd name="T11" fmla="*/ 42293 w 42293"/>
                  <a:gd name="T12" fmla="*/ 27167 h 27167"/>
                </a:gdLst>
                <a:ahLst/>
                <a:cxnLst>
                  <a:cxn ang="T6">
                    <a:pos x="T0" y="T1"/>
                  </a:cxn>
                  <a:cxn ang="T7">
                    <a:pos x="T2" y="T3"/>
                  </a:cxn>
                  <a:cxn ang="T8">
                    <a:pos x="T4" y="T5"/>
                  </a:cxn>
                </a:cxnLst>
                <a:rect l="T9" t="T10" r="T11" b="T12"/>
                <a:pathLst>
                  <a:path w="42293" h="27167" fill="none" extrusionOk="0">
                    <a:moveTo>
                      <a:pt x="729" y="27167"/>
                    </a:moveTo>
                    <a:cubicBezTo>
                      <a:pt x="245" y="25351"/>
                      <a:pt x="0" y="23479"/>
                      <a:pt x="0" y="21600"/>
                    </a:cubicBezTo>
                    <a:cubicBezTo>
                      <a:pt x="0" y="9670"/>
                      <a:pt x="9670" y="0"/>
                      <a:pt x="21600" y="0"/>
                    </a:cubicBezTo>
                    <a:cubicBezTo>
                      <a:pt x="31144" y="-1"/>
                      <a:pt x="39556" y="6263"/>
                      <a:pt x="42293" y="15406"/>
                    </a:cubicBezTo>
                  </a:path>
                  <a:path w="42293" h="27167" stroke="0" extrusionOk="0">
                    <a:moveTo>
                      <a:pt x="729" y="27167"/>
                    </a:moveTo>
                    <a:cubicBezTo>
                      <a:pt x="245" y="25351"/>
                      <a:pt x="0" y="23479"/>
                      <a:pt x="0" y="21600"/>
                    </a:cubicBezTo>
                    <a:cubicBezTo>
                      <a:pt x="0" y="9670"/>
                      <a:pt x="9670" y="0"/>
                      <a:pt x="21600" y="0"/>
                    </a:cubicBezTo>
                    <a:cubicBezTo>
                      <a:pt x="31144" y="-1"/>
                      <a:pt x="39556" y="6263"/>
                      <a:pt x="42293" y="15406"/>
                    </a:cubicBezTo>
                    <a:lnTo>
                      <a:pt x="21600" y="21600"/>
                    </a:lnTo>
                    <a:lnTo>
                      <a:pt x="729" y="27167"/>
                    </a:lnTo>
                    <a:close/>
                  </a:path>
                </a:pathLst>
              </a:custGeom>
              <a:solidFill>
                <a:srgbClr val="7F3F00"/>
              </a:solidFill>
              <a:ln w="12700">
                <a:solidFill>
                  <a:srgbClr val="000000"/>
                </a:solidFill>
                <a:round/>
                <a:headEnd/>
                <a:tailEnd/>
              </a:ln>
            </p:spPr>
            <p:txBody>
              <a:bodyPr/>
              <a:lstStyle/>
              <a:p>
                <a:endParaRPr lang="pt-BR"/>
              </a:p>
            </p:txBody>
          </p:sp>
          <p:grpSp>
            <p:nvGrpSpPr>
              <p:cNvPr id="18444" name="Group 129">
                <a:extLst>
                  <a:ext uri="{FF2B5EF4-FFF2-40B4-BE49-F238E27FC236}">
                    <a16:creationId xmlns:a16="http://schemas.microsoft.com/office/drawing/2014/main" id="{E360B3D0-D4BF-DE45-8BEA-5DF8828E0906}"/>
                  </a:ext>
                </a:extLst>
              </p:cNvPr>
              <p:cNvGrpSpPr>
                <a:grpSpLocks/>
              </p:cNvGrpSpPr>
              <p:nvPr/>
            </p:nvGrpSpPr>
            <p:grpSpPr bwMode="auto">
              <a:xfrm>
                <a:off x="3078" y="2354"/>
                <a:ext cx="182" cy="119"/>
                <a:chOff x="3078" y="2354"/>
                <a:chExt cx="182" cy="119"/>
              </a:xfrm>
            </p:grpSpPr>
            <p:grpSp>
              <p:nvGrpSpPr>
                <p:cNvPr id="18468" name="Group 130">
                  <a:extLst>
                    <a:ext uri="{FF2B5EF4-FFF2-40B4-BE49-F238E27FC236}">
                      <a16:creationId xmlns:a16="http://schemas.microsoft.com/office/drawing/2014/main" id="{D6842CCF-247E-954B-92BB-3CD6D1C44EBC}"/>
                    </a:ext>
                  </a:extLst>
                </p:cNvPr>
                <p:cNvGrpSpPr>
                  <a:grpSpLocks/>
                </p:cNvGrpSpPr>
                <p:nvPr/>
              </p:nvGrpSpPr>
              <p:grpSpPr bwMode="auto">
                <a:xfrm>
                  <a:off x="3078" y="2354"/>
                  <a:ext cx="173" cy="101"/>
                  <a:chOff x="3078" y="2354"/>
                  <a:chExt cx="173" cy="101"/>
                </a:xfrm>
              </p:grpSpPr>
              <p:sp>
                <p:nvSpPr>
                  <p:cNvPr id="18470" name="Arc 131">
                    <a:extLst>
                      <a:ext uri="{FF2B5EF4-FFF2-40B4-BE49-F238E27FC236}">
                        <a16:creationId xmlns:a16="http://schemas.microsoft.com/office/drawing/2014/main" id="{F03B6C85-028F-8540-A315-4D10E0EB6B3A}"/>
                      </a:ext>
                    </a:extLst>
                  </p:cNvPr>
                  <p:cNvSpPr>
                    <a:spLocks/>
                  </p:cNvSpPr>
                  <p:nvPr/>
                </p:nvSpPr>
                <p:spPr bwMode="auto">
                  <a:xfrm>
                    <a:off x="3078" y="2354"/>
                    <a:ext cx="172" cy="100"/>
                  </a:xfrm>
                  <a:custGeom>
                    <a:avLst/>
                    <a:gdLst>
                      <a:gd name="T0" fmla="*/ 0 w 42520"/>
                      <a:gd name="T1" fmla="*/ 0 h 26361"/>
                      <a:gd name="T2" fmla="*/ 0 w 42520"/>
                      <a:gd name="T3" fmla="*/ 0 h 26361"/>
                      <a:gd name="T4" fmla="*/ 0 w 42520"/>
                      <a:gd name="T5" fmla="*/ 0 h 26361"/>
                      <a:gd name="T6" fmla="*/ 0 60000 65536"/>
                      <a:gd name="T7" fmla="*/ 0 60000 65536"/>
                      <a:gd name="T8" fmla="*/ 0 60000 65536"/>
                      <a:gd name="T9" fmla="*/ 0 w 42520"/>
                      <a:gd name="T10" fmla="*/ 0 h 26361"/>
                      <a:gd name="T11" fmla="*/ 42520 w 42520"/>
                      <a:gd name="T12" fmla="*/ 26361 h 26361"/>
                    </a:gdLst>
                    <a:ahLst/>
                    <a:cxnLst>
                      <a:cxn ang="T6">
                        <a:pos x="T0" y="T1"/>
                      </a:cxn>
                      <a:cxn ang="T7">
                        <a:pos x="T2" y="T3"/>
                      </a:cxn>
                      <a:cxn ang="T8">
                        <a:pos x="T4" y="T5"/>
                      </a:cxn>
                    </a:cxnLst>
                    <a:rect l="T9" t="T10" r="T11" b="T12"/>
                    <a:pathLst>
                      <a:path w="42520" h="26361" fill="none" extrusionOk="0">
                        <a:moveTo>
                          <a:pt x="531" y="26360"/>
                        </a:moveTo>
                        <a:cubicBezTo>
                          <a:pt x="178" y="24798"/>
                          <a:pt x="0" y="23201"/>
                          <a:pt x="0" y="21600"/>
                        </a:cubicBezTo>
                        <a:cubicBezTo>
                          <a:pt x="0" y="9670"/>
                          <a:pt x="9670" y="0"/>
                          <a:pt x="21600" y="0"/>
                        </a:cubicBezTo>
                        <a:cubicBezTo>
                          <a:pt x="31457" y="-1"/>
                          <a:pt x="40064" y="6673"/>
                          <a:pt x="42519" y="16221"/>
                        </a:cubicBezTo>
                      </a:path>
                      <a:path w="42520" h="26361" stroke="0" extrusionOk="0">
                        <a:moveTo>
                          <a:pt x="531" y="26360"/>
                        </a:moveTo>
                        <a:cubicBezTo>
                          <a:pt x="178" y="24798"/>
                          <a:pt x="0" y="23201"/>
                          <a:pt x="0" y="21600"/>
                        </a:cubicBezTo>
                        <a:cubicBezTo>
                          <a:pt x="0" y="9670"/>
                          <a:pt x="9670" y="0"/>
                          <a:pt x="21600" y="0"/>
                        </a:cubicBezTo>
                        <a:cubicBezTo>
                          <a:pt x="31457" y="-1"/>
                          <a:pt x="40064" y="6673"/>
                          <a:pt x="42519" y="16221"/>
                        </a:cubicBezTo>
                        <a:lnTo>
                          <a:pt x="21600" y="21600"/>
                        </a:lnTo>
                        <a:lnTo>
                          <a:pt x="531" y="26360"/>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8471" name="Arc 132">
                    <a:extLst>
                      <a:ext uri="{FF2B5EF4-FFF2-40B4-BE49-F238E27FC236}">
                        <a16:creationId xmlns:a16="http://schemas.microsoft.com/office/drawing/2014/main" id="{53C0200D-1E23-E444-A8C7-4EDB3E6F4C1A}"/>
                      </a:ext>
                    </a:extLst>
                  </p:cNvPr>
                  <p:cNvSpPr>
                    <a:spLocks/>
                  </p:cNvSpPr>
                  <p:nvPr/>
                </p:nvSpPr>
                <p:spPr bwMode="auto">
                  <a:xfrm>
                    <a:off x="3078" y="2364"/>
                    <a:ext cx="88" cy="90"/>
                  </a:xfrm>
                  <a:custGeom>
                    <a:avLst/>
                    <a:gdLst>
                      <a:gd name="T0" fmla="*/ 0 w 21600"/>
                      <a:gd name="T1" fmla="*/ 0 h 23652"/>
                      <a:gd name="T2" fmla="*/ 0 w 21600"/>
                      <a:gd name="T3" fmla="*/ 0 h 23652"/>
                      <a:gd name="T4" fmla="*/ 0 w 21600"/>
                      <a:gd name="T5" fmla="*/ 0 h 23652"/>
                      <a:gd name="T6" fmla="*/ 0 60000 65536"/>
                      <a:gd name="T7" fmla="*/ 0 60000 65536"/>
                      <a:gd name="T8" fmla="*/ 0 60000 65536"/>
                      <a:gd name="T9" fmla="*/ 0 w 21600"/>
                      <a:gd name="T10" fmla="*/ 0 h 23652"/>
                      <a:gd name="T11" fmla="*/ 21600 w 21600"/>
                      <a:gd name="T12" fmla="*/ 23652 h 23652"/>
                    </a:gdLst>
                    <a:ahLst/>
                    <a:cxnLst>
                      <a:cxn ang="T6">
                        <a:pos x="T0" y="T1"/>
                      </a:cxn>
                      <a:cxn ang="T7">
                        <a:pos x="T2" y="T3"/>
                      </a:cxn>
                      <a:cxn ang="T8">
                        <a:pos x="T4" y="T5"/>
                      </a:cxn>
                    </a:cxnLst>
                    <a:rect l="T9" t="T10" r="T11" b="T12"/>
                    <a:pathLst>
                      <a:path w="21600" h="23652" fill="none" extrusionOk="0">
                        <a:moveTo>
                          <a:pt x="531" y="23651"/>
                        </a:moveTo>
                        <a:cubicBezTo>
                          <a:pt x="178" y="22089"/>
                          <a:pt x="0" y="20492"/>
                          <a:pt x="0" y="18891"/>
                        </a:cubicBezTo>
                        <a:cubicBezTo>
                          <a:pt x="-1" y="11039"/>
                          <a:pt x="4260" y="3806"/>
                          <a:pt x="11126" y="-1"/>
                        </a:cubicBezTo>
                      </a:path>
                      <a:path w="21600" h="23652" stroke="0" extrusionOk="0">
                        <a:moveTo>
                          <a:pt x="531" y="23651"/>
                        </a:moveTo>
                        <a:cubicBezTo>
                          <a:pt x="178" y="22089"/>
                          <a:pt x="0" y="20492"/>
                          <a:pt x="0" y="18891"/>
                        </a:cubicBezTo>
                        <a:cubicBezTo>
                          <a:pt x="-1" y="11039"/>
                          <a:pt x="4260" y="3806"/>
                          <a:pt x="11126" y="-1"/>
                        </a:cubicBezTo>
                        <a:lnTo>
                          <a:pt x="21600" y="18891"/>
                        </a:lnTo>
                        <a:lnTo>
                          <a:pt x="531" y="23651"/>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8472" name="Arc 133">
                    <a:extLst>
                      <a:ext uri="{FF2B5EF4-FFF2-40B4-BE49-F238E27FC236}">
                        <a16:creationId xmlns:a16="http://schemas.microsoft.com/office/drawing/2014/main" id="{4815C292-03F2-7744-839D-62C905882563}"/>
                      </a:ext>
                    </a:extLst>
                  </p:cNvPr>
                  <p:cNvSpPr>
                    <a:spLocks/>
                  </p:cNvSpPr>
                  <p:nvPr/>
                </p:nvSpPr>
                <p:spPr bwMode="auto">
                  <a:xfrm>
                    <a:off x="3079" y="2354"/>
                    <a:ext cx="172" cy="101"/>
                  </a:xfrm>
                  <a:custGeom>
                    <a:avLst/>
                    <a:gdLst>
                      <a:gd name="T0" fmla="*/ 0 w 42453"/>
                      <a:gd name="T1" fmla="*/ 0 h 26668"/>
                      <a:gd name="T2" fmla="*/ 0 w 42453"/>
                      <a:gd name="T3" fmla="*/ 0 h 26668"/>
                      <a:gd name="T4" fmla="*/ 0 w 42453"/>
                      <a:gd name="T5" fmla="*/ 0 h 26668"/>
                      <a:gd name="T6" fmla="*/ 0 60000 65536"/>
                      <a:gd name="T7" fmla="*/ 0 60000 65536"/>
                      <a:gd name="T8" fmla="*/ 0 60000 65536"/>
                      <a:gd name="T9" fmla="*/ 0 w 42453"/>
                      <a:gd name="T10" fmla="*/ 0 h 26668"/>
                      <a:gd name="T11" fmla="*/ 42453 w 42453"/>
                      <a:gd name="T12" fmla="*/ 26668 h 26668"/>
                    </a:gdLst>
                    <a:ahLst/>
                    <a:cxnLst>
                      <a:cxn ang="T6">
                        <a:pos x="T0" y="T1"/>
                      </a:cxn>
                      <a:cxn ang="T7">
                        <a:pos x="T2" y="T3"/>
                      </a:cxn>
                      <a:cxn ang="T8">
                        <a:pos x="T4" y="T5"/>
                      </a:cxn>
                    </a:cxnLst>
                    <a:rect l="T9" t="T10" r="T11" b="T12"/>
                    <a:pathLst>
                      <a:path w="42453" h="26668" fill="none" extrusionOk="0">
                        <a:moveTo>
                          <a:pt x="602" y="26668"/>
                        </a:moveTo>
                        <a:cubicBezTo>
                          <a:pt x="202" y="25008"/>
                          <a:pt x="0" y="23307"/>
                          <a:pt x="0" y="21600"/>
                        </a:cubicBezTo>
                        <a:cubicBezTo>
                          <a:pt x="0" y="9670"/>
                          <a:pt x="9670" y="0"/>
                          <a:pt x="21600" y="0"/>
                        </a:cubicBezTo>
                        <a:cubicBezTo>
                          <a:pt x="31361" y="-1"/>
                          <a:pt x="39909" y="6546"/>
                          <a:pt x="42453" y="15969"/>
                        </a:cubicBezTo>
                      </a:path>
                      <a:path w="42453" h="26668" stroke="0" extrusionOk="0">
                        <a:moveTo>
                          <a:pt x="602" y="26668"/>
                        </a:moveTo>
                        <a:cubicBezTo>
                          <a:pt x="202" y="25008"/>
                          <a:pt x="0" y="23307"/>
                          <a:pt x="0" y="21600"/>
                        </a:cubicBezTo>
                        <a:cubicBezTo>
                          <a:pt x="0" y="9670"/>
                          <a:pt x="9670" y="0"/>
                          <a:pt x="21600" y="0"/>
                        </a:cubicBezTo>
                        <a:cubicBezTo>
                          <a:pt x="31361" y="-1"/>
                          <a:pt x="39909" y="6546"/>
                          <a:pt x="42453" y="15969"/>
                        </a:cubicBezTo>
                        <a:lnTo>
                          <a:pt x="21600" y="21600"/>
                        </a:lnTo>
                        <a:lnTo>
                          <a:pt x="602" y="26668"/>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grpSp>
            <p:sp>
              <p:nvSpPr>
                <p:cNvPr id="18469" name="Arc 134">
                  <a:extLst>
                    <a:ext uri="{FF2B5EF4-FFF2-40B4-BE49-F238E27FC236}">
                      <a16:creationId xmlns:a16="http://schemas.microsoft.com/office/drawing/2014/main" id="{CD732414-6D42-5643-8328-36E8976E6C9F}"/>
                    </a:ext>
                  </a:extLst>
                </p:cNvPr>
                <p:cNvSpPr>
                  <a:spLocks/>
                </p:cNvSpPr>
                <p:nvPr/>
              </p:nvSpPr>
              <p:spPr bwMode="auto">
                <a:xfrm>
                  <a:off x="3088" y="2372"/>
                  <a:ext cx="172" cy="101"/>
                </a:xfrm>
                <a:custGeom>
                  <a:avLst/>
                  <a:gdLst>
                    <a:gd name="T0" fmla="*/ 0 w 42453"/>
                    <a:gd name="T1" fmla="*/ 0 h 26668"/>
                    <a:gd name="T2" fmla="*/ 0 w 42453"/>
                    <a:gd name="T3" fmla="*/ 0 h 26668"/>
                    <a:gd name="T4" fmla="*/ 0 w 42453"/>
                    <a:gd name="T5" fmla="*/ 0 h 26668"/>
                    <a:gd name="T6" fmla="*/ 0 60000 65536"/>
                    <a:gd name="T7" fmla="*/ 0 60000 65536"/>
                    <a:gd name="T8" fmla="*/ 0 60000 65536"/>
                    <a:gd name="T9" fmla="*/ 0 w 42453"/>
                    <a:gd name="T10" fmla="*/ 0 h 26668"/>
                    <a:gd name="T11" fmla="*/ 42453 w 42453"/>
                    <a:gd name="T12" fmla="*/ 26668 h 26668"/>
                  </a:gdLst>
                  <a:ahLst/>
                  <a:cxnLst>
                    <a:cxn ang="T6">
                      <a:pos x="T0" y="T1"/>
                    </a:cxn>
                    <a:cxn ang="T7">
                      <a:pos x="T2" y="T3"/>
                    </a:cxn>
                    <a:cxn ang="T8">
                      <a:pos x="T4" y="T5"/>
                    </a:cxn>
                  </a:cxnLst>
                  <a:rect l="T9" t="T10" r="T11" b="T12"/>
                  <a:pathLst>
                    <a:path w="42453" h="26668" fill="none" extrusionOk="0">
                      <a:moveTo>
                        <a:pt x="602" y="26668"/>
                      </a:moveTo>
                      <a:cubicBezTo>
                        <a:pt x="202" y="25008"/>
                        <a:pt x="0" y="23307"/>
                        <a:pt x="0" y="21600"/>
                      </a:cubicBezTo>
                      <a:cubicBezTo>
                        <a:pt x="0" y="9670"/>
                        <a:pt x="9670" y="0"/>
                        <a:pt x="21600" y="0"/>
                      </a:cubicBezTo>
                      <a:cubicBezTo>
                        <a:pt x="31361" y="-1"/>
                        <a:pt x="39909" y="6546"/>
                        <a:pt x="42453" y="15969"/>
                      </a:cubicBezTo>
                    </a:path>
                    <a:path w="42453" h="26668" stroke="0" extrusionOk="0">
                      <a:moveTo>
                        <a:pt x="602" y="26668"/>
                      </a:moveTo>
                      <a:cubicBezTo>
                        <a:pt x="202" y="25008"/>
                        <a:pt x="0" y="23307"/>
                        <a:pt x="0" y="21600"/>
                      </a:cubicBezTo>
                      <a:cubicBezTo>
                        <a:pt x="0" y="9670"/>
                        <a:pt x="9670" y="0"/>
                        <a:pt x="21600" y="0"/>
                      </a:cubicBezTo>
                      <a:cubicBezTo>
                        <a:pt x="31361" y="-1"/>
                        <a:pt x="39909" y="6546"/>
                        <a:pt x="42453" y="15969"/>
                      </a:cubicBezTo>
                      <a:lnTo>
                        <a:pt x="21600" y="21600"/>
                      </a:lnTo>
                      <a:lnTo>
                        <a:pt x="602" y="26668"/>
                      </a:lnTo>
                      <a:close/>
                    </a:path>
                  </a:pathLst>
                </a:custGeom>
                <a:solidFill>
                  <a:srgbClr val="7F3F00"/>
                </a:solidFill>
                <a:ln w="12700">
                  <a:solidFill>
                    <a:srgbClr val="000000"/>
                  </a:solidFill>
                  <a:round/>
                  <a:headEnd/>
                  <a:tailEnd/>
                </a:ln>
              </p:spPr>
              <p:txBody>
                <a:bodyPr/>
                <a:lstStyle/>
                <a:p>
                  <a:endParaRPr lang="pt-BR"/>
                </a:p>
              </p:txBody>
            </p:sp>
          </p:grpSp>
          <p:grpSp>
            <p:nvGrpSpPr>
              <p:cNvPr id="18445" name="Group 135">
                <a:extLst>
                  <a:ext uri="{FF2B5EF4-FFF2-40B4-BE49-F238E27FC236}">
                    <a16:creationId xmlns:a16="http://schemas.microsoft.com/office/drawing/2014/main" id="{4BEAB9C1-ED82-2E47-B031-4E78E537A54F}"/>
                  </a:ext>
                </a:extLst>
              </p:cNvPr>
              <p:cNvGrpSpPr>
                <a:grpSpLocks/>
              </p:cNvGrpSpPr>
              <p:nvPr/>
            </p:nvGrpSpPr>
            <p:grpSpPr bwMode="auto">
              <a:xfrm>
                <a:off x="3095" y="2388"/>
                <a:ext cx="182" cy="118"/>
                <a:chOff x="3095" y="2388"/>
                <a:chExt cx="182" cy="118"/>
              </a:xfrm>
            </p:grpSpPr>
            <p:grpSp>
              <p:nvGrpSpPr>
                <p:cNvPr id="18463" name="Group 136">
                  <a:extLst>
                    <a:ext uri="{FF2B5EF4-FFF2-40B4-BE49-F238E27FC236}">
                      <a16:creationId xmlns:a16="http://schemas.microsoft.com/office/drawing/2014/main" id="{320133C3-04DC-3D40-AEF7-CAA6C81F0F0B}"/>
                    </a:ext>
                  </a:extLst>
                </p:cNvPr>
                <p:cNvGrpSpPr>
                  <a:grpSpLocks/>
                </p:cNvGrpSpPr>
                <p:nvPr/>
              </p:nvGrpSpPr>
              <p:grpSpPr bwMode="auto">
                <a:xfrm>
                  <a:off x="3095" y="2388"/>
                  <a:ext cx="173" cy="100"/>
                  <a:chOff x="3095" y="2388"/>
                  <a:chExt cx="173" cy="100"/>
                </a:xfrm>
              </p:grpSpPr>
              <p:sp>
                <p:nvSpPr>
                  <p:cNvPr id="18465" name="Arc 137">
                    <a:extLst>
                      <a:ext uri="{FF2B5EF4-FFF2-40B4-BE49-F238E27FC236}">
                        <a16:creationId xmlns:a16="http://schemas.microsoft.com/office/drawing/2014/main" id="{D5AD6263-7851-F84E-9286-6CCCF03C84A6}"/>
                      </a:ext>
                    </a:extLst>
                  </p:cNvPr>
                  <p:cNvSpPr>
                    <a:spLocks/>
                  </p:cNvSpPr>
                  <p:nvPr/>
                </p:nvSpPr>
                <p:spPr bwMode="auto">
                  <a:xfrm>
                    <a:off x="3095" y="2388"/>
                    <a:ext cx="173" cy="99"/>
                  </a:xfrm>
                  <a:custGeom>
                    <a:avLst/>
                    <a:gdLst>
                      <a:gd name="T0" fmla="*/ 0 w 42583"/>
                      <a:gd name="T1" fmla="*/ 0 h 26108"/>
                      <a:gd name="T2" fmla="*/ 0 w 42583"/>
                      <a:gd name="T3" fmla="*/ 0 h 26108"/>
                      <a:gd name="T4" fmla="*/ 0 w 42583"/>
                      <a:gd name="T5" fmla="*/ 0 h 26108"/>
                      <a:gd name="T6" fmla="*/ 0 60000 65536"/>
                      <a:gd name="T7" fmla="*/ 0 60000 65536"/>
                      <a:gd name="T8" fmla="*/ 0 60000 65536"/>
                      <a:gd name="T9" fmla="*/ 0 w 42583"/>
                      <a:gd name="T10" fmla="*/ 0 h 26108"/>
                      <a:gd name="T11" fmla="*/ 42583 w 42583"/>
                      <a:gd name="T12" fmla="*/ 26108 h 26108"/>
                    </a:gdLst>
                    <a:ahLst/>
                    <a:cxnLst>
                      <a:cxn ang="T6">
                        <a:pos x="T0" y="T1"/>
                      </a:cxn>
                      <a:cxn ang="T7">
                        <a:pos x="T2" y="T3"/>
                      </a:cxn>
                      <a:cxn ang="T8">
                        <a:pos x="T4" y="T5"/>
                      </a:cxn>
                    </a:cxnLst>
                    <a:rect l="T9" t="T10" r="T11" b="T12"/>
                    <a:pathLst>
                      <a:path w="42583" h="26108" fill="none" extrusionOk="0">
                        <a:moveTo>
                          <a:pt x="475" y="26108"/>
                        </a:moveTo>
                        <a:cubicBezTo>
                          <a:pt x="159" y="24626"/>
                          <a:pt x="0" y="23115"/>
                          <a:pt x="0" y="21600"/>
                        </a:cubicBezTo>
                        <a:cubicBezTo>
                          <a:pt x="0" y="9670"/>
                          <a:pt x="9670" y="0"/>
                          <a:pt x="21600" y="0"/>
                        </a:cubicBezTo>
                        <a:cubicBezTo>
                          <a:pt x="31554" y="-1"/>
                          <a:pt x="40220" y="6803"/>
                          <a:pt x="42582" y="16474"/>
                        </a:cubicBezTo>
                      </a:path>
                      <a:path w="42583" h="26108" stroke="0" extrusionOk="0">
                        <a:moveTo>
                          <a:pt x="475" y="26108"/>
                        </a:moveTo>
                        <a:cubicBezTo>
                          <a:pt x="159" y="24626"/>
                          <a:pt x="0" y="23115"/>
                          <a:pt x="0" y="21600"/>
                        </a:cubicBezTo>
                        <a:cubicBezTo>
                          <a:pt x="0" y="9670"/>
                          <a:pt x="9670" y="0"/>
                          <a:pt x="21600" y="0"/>
                        </a:cubicBezTo>
                        <a:cubicBezTo>
                          <a:pt x="31554" y="-1"/>
                          <a:pt x="40220" y="6803"/>
                          <a:pt x="42582" y="16474"/>
                        </a:cubicBezTo>
                        <a:lnTo>
                          <a:pt x="21600" y="21600"/>
                        </a:lnTo>
                        <a:lnTo>
                          <a:pt x="475" y="26108"/>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8466" name="Arc 138">
                    <a:extLst>
                      <a:ext uri="{FF2B5EF4-FFF2-40B4-BE49-F238E27FC236}">
                        <a16:creationId xmlns:a16="http://schemas.microsoft.com/office/drawing/2014/main" id="{9EEF3B5B-888B-BF47-9782-588649C81D15}"/>
                      </a:ext>
                    </a:extLst>
                  </p:cNvPr>
                  <p:cNvSpPr>
                    <a:spLocks/>
                  </p:cNvSpPr>
                  <p:nvPr/>
                </p:nvSpPr>
                <p:spPr bwMode="auto">
                  <a:xfrm>
                    <a:off x="3095" y="2398"/>
                    <a:ext cx="88" cy="89"/>
                  </a:xfrm>
                  <a:custGeom>
                    <a:avLst/>
                    <a:gdLst>
                      <a:gd name="T0" fmla="*/ 0 w 21600"/>
                      <a:gd name="T1" fmla="*/ 0 h 23399"/>
                      <a:gd name="T2" fmla="*/ 0 w 21600"/>
                      <a:gd name="T3" fmla="*/ 0 h 23399"/>
                      <a:gd name="T4" fmla="*/ 0 w 21600"/>
                      <a:gd name="T5" fmla="*/ 0 h 23399"/>
                      <a:gd name="T6" fmla="*/ 0 60000 65536"/>
                      <a:gd name="T7" fmla="*/ 0 60000 65536"/>
                      <a:gd name="T8" fmla="*/ 0 60000 65536"/>
                      <a:gd name="T9" fmla="*/ 0 w 21600"/>
                      <a:gd name="T10" fmla="*/ 0 h 23399"/>
                      <a:gd name="T11" fmla="*/ 21600 w 21600"/>
                      <a:gd name="T12" fmla="*/ 23399 h 23399"/>
                    </a:gdLst>
                    <a:ahLst/>
                    <a:cxnLst>
                      <a:cxn ang="T6">
                        <a:pos x="T0" y="T1"/>
                      </a:cxn>
                      <a:cxn ang="T7">
                        <a:pos x="T2" y="T3"/>
                      </a:cxn>
                      <a:cxn ang="T8">
                        <a:pos x="T4" y="T5"/>
                      </a:cxn>
                    </a:cxnLst>
                    <a:rect l="T9" t="T10" r="T11" b="T12"/>
                    <a:pathLst>
                      <a:path w="21600" h="23399" fill="none" extrusionOk="0">
                        <a:moveTo>
                          <a:pt x="475" y="23399"/>
                        </a:moveTo>
                        <a:cubicBezTo>
                          <a:pt x="159" y="21917"/>
                          <a:pt x="0" y="20406"/>
                          <a:pt x="0" y="18891"/>
                        </a:cubicBezTo>
                        <a:cubicBezTo>
                          <a:pt x="-1" y="11039"/>
                          <a:pt x="4260" y="3806"/>
                          <a:pt x="11126" y="-1"/>
                        </a:cubicBezTo>
                      </a:path>
                      <a:path w="21600" h="23399" stroke="0" extrusionOk="0">
                        <a:moveTo>
                          <a:pt x="475" y="23399"/>
                        </a:moveTo>
                        <a:cubicBezTo>
                          <a:pt x="159" y="21917"/>
                          <a:pt x="0" y="20406"/>
                          <a:pt x="0" y="18891"/>
                        </a:cubicBezTo>
                        <a:cubicBezTo>
                          <a:pt x="-1" y="11039"/>
                          <a:pt x="4260" y="3806"/>
                          <a:pt x="11126" y="-1"/>
                        </a:cubicBezTo>
                        <a:lnTo>
                          <a:pt x="21600" y="18891"/>
                        </a:lnTo>
                        <a:lnTo>
                          <a:pt x="475" y="23399"/>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8467" name="Arc 139">
                    <a:extLst>
                      <a:ext uri="{FF2B5EF4-FFF2-40B4-BE49-F238E27FC236}">
                        <a16:creationId xmlns:a16="http://schemas.microsoft.com/office/drawing/2014/main" id="{60066B48-943F-7A4A-8FB6-BD55C6431B20}"/>
                      </a:ext>
                    </a:extLst>
                  </p:cNvPr>
                  <p:cNvSpPr>
                    <a:spLocks/>
                  </p:cNvSpPr>
                  <p:nvPr/>
                </p:nvSpPr>
                <p:spPr bwMode="auto">
                  <a:xfrm>
                    <a:off x="3096" y="2388"/>
                    <a:ext cx="172" cy="100"/>
                  </a:xfrm>
                  <a:custGeom>
                    <a:avLst/>
                    <a:gdLst>
                      <a:gd name="T0" fmla="*/ 0 w 42520"/>
                      <a:gd name="T1" fmla="*/ 0 h 26361"/>
                      <a:gd name="T2" fmla="*/ 0 w 42520"/>
                      <a:gd name="T3" fmla="*/ 0 h 26361"/>
                      <a:gd name="T4" fmla="*/ 0 w 42520"/>
                      <a:gd name="T5" fmla="*/ 0 h 26361"/>
                      <a:gd name="T6" fmla="*/ 0 60000 65536"/>
                      <a:gd name="T7" fmla="*/ 0 60000 65536"/>
                      <a:gd name="T8" fmla="*/ 0 60000 65536"/>
                      <a:gd name="T9" fmla="*/ 0 w 42520"/>
                      <a:gd name="T10" fmla="*/ 0 h 26361"/>
                      <a:gd name="T11" fmla="*/ 42520 w 42520"/>
                      <a:gd name="T12" fmla="*/ 26361 h 26361"/>
                    </a:gdLst>
                    <a:ahLst/>
                    <a:cxnLst>
                      <a:cxn ang="T6">
                        <a:pos x="T0" y="T1"/>
                      </a:cxn>
                      <a:cxn ang="T7">
                        <a:pos x="T2" y="T3"/>
                      </a:cxn>
                      <a:cxn ang="T8">
                        <a:pos x="T4" y="T5"/>
                      </a:cxn>
                    </a:cxnLst>
                    <a:rect l="T9" t="T10" r="T11" b="T12"/>
                    <a:pathLst>
                      <a:path w="42520" h="26361" fill="none" extrusionOk="0">
                        <a:moveTo>
                          <a:pt x="531" y="26360"/>
                        </a:moveTo>
                        <a:cubicBezTo>
                          <a:pt x="178" y="24798"/>
                          <a:pt x="0" y="23201"/>
                          <a:pt x="0" y="21600"/>
                        </a:cubicBezTo>
                        <a:cubicBezTo>
                          <a:pt x="0" y="9670"/>
                          <a:pt x="9670" y="0"/>
                          <a:pt x="21600" y="0"/>
                        </a:cubicBezTo>
                        <a:cubicBezTo>
                          <a:pt x="31457" y="-1"/>
                          <a:pt x="40064" y="6673"/>
                          <a:pt x="42519" y="16221"/>
                        </a:cubicBezTo>
                      </a:path>
                      <a:path w="42520" h="26361" stroke="0" extrusionOk="0">
                        <a:moveTo>
                          <a:pt x="531" y="26360"/>
                        </a:moveTo>
                        <a:cubicBezTo>
                          <a:pt x="178" y="24798"/>
                          <a:pt x="0" y="23201"/>
                          <a:pt x="0" y="21600"/>
                        </a:cubicBezTo>
                        <a:cubicBezTo>
                          <a:pt x="0" y="9670"/>
                          <a:pt x="9670" y="0"/>
                          <a:pt x="21600" y="0"/>
                        </a:cubicBezTo>
                        <a:cubicBezTo>
                          <a:pt x="31457" y="-1"/>
                          <a:pt x="40064" y="6673"/>
                          <a:pt x="42519" y="16221"/>
                        </a:cubicBezTo>
                        <a:lnTo>
                          <a:pt x="21600" y="21600"/>
                        </a:lnTo>
                        <a:lnTo>
                          <a:pt x="531" y="2636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grpSp>
            <p:sp>
              <p:nvSpPr>
                <p:cNvPr id="18464" name="Arc 140">
                  <a:extLst>
                    <a:ext uri="{FF2B5EF4-FFF2-40B4-BE49-F238E27FC236}">
                      <a16:creationId xmlns:a16="http://schemas.microsoft.com/office/drawing/2014/main" id="{5E4CC2DE-96CC-CA44-B1A8-A374A4B91F62}"/>
                    </a:ext>
                  </a:extLst>
                </p:cNvPr>
                <p:cNvSpPr>
                  <a:spLocks/>
                </p:cNvSpPr>
                <p:nvPr/>
              </p:nvSpPr>
              <p:spPr bwMode="auto">
                <a:xfrm>
                  <a:off x="3105" y="2406"/>
                  <a:ext cx="172" cy="100"/>
                </a:xfrm>
                <a:custGeom>
                  <a:avLst/>
                  <a:gdLst>
                    <a:gd name="T0" fmla="*/ 0 w 42520"/>
                    <a:gd name="T1" fmla="*/ 0 h 26361"/>
                    <a:gd name="T2" fmla="*/ 0 w 42520"/>
                    <a:gd name="T3" fmla="*/ 0 h 26361"/>
                    <a:gd name="T4" fmla="*/ 0 w 42520"/>
                    <a:gd name="T5" fmla="*/ 0 h 26361"/>
                    <a:gd name="T6" fmla="*/ 0 60000 65536"/>
                    <a:gd name="T7" fmla="*/ 0 60000 65536"/>
                    <a:gd name="T8" fmla="*/ 0 60000 65536"/>
                    <a:gd name="T9" fmla="*/ 0 w 42520"/>
                    <a:gd name="T10" fmla="*/ 0 h 26361"/>
                    <a:gd name="T11" fmla="*/ 42520 w 42520"/>
                    <a:gd name="T12" fmla="*/ 26361 h 26361"/>
                  </a:gdLst>
                  <a:ahLst/>
                  <a:cxnLst>
                    <a:cxn ang="T6">
                      <a:pos x="T0" y="T1"/>
                    </a:cxn>
                    <a:cxn ang="T7">
                      <a:pos x="T2" y="T3"/>
                    </a:cxn>
                    <a:cxn ang="T8">
                      <a:pos x="T4" y="T5"/>
                    </a:cxn>
                  </a:cxnLst>
                  <a:rect l="T9" t="T10" r="T11" b="T12"/>
                  <a:pathLst>
                    <a:path w="42520" h="26361" fill="none" extrusionOk="0">
                      <a:moveTo>
                        <a:pt x="531" y="26360"/>
                      </a:moveTo>
                      <a:cubicBezTo>
                        <a:pt x="178" y="24798"/>
                        <a:pt x="0" y="23201"/>
                        <a:pt x="0" y="21600"/>
                      </a:cubicBezTo>
                      <a:cubicBezTo>
                        <a:pt x="0" y="9670"/>
                        <a:pt x="9670" y="0"/>
                        <a:pt x="21600" y="0"/>
                      </a:cubicBezTo>
                      <a:cubicBezTo>
                        <a:pt x="31457" y="-1"/>
                        <a:pt x="40064" y="6673"/>
                        <a:pt x="42519" y="16221"/>
                      </a:cubicBezTo>
                    </a:path>
                    <a:path w="42520" h="26361" stroke="0" extrusionOk="0">
                      <a:moveTo>
                        <a:pt x="531" y="26360"/>
                      </a:moveTo>
                      <a:cubicBezTo>
                        <a:pt x="178" y="24798"/>
                        <a:pt x="0" y="23201"/>
                        <a:pt x="0" y="21600"/>
                      </a:cubicBezTo>
                      <a:cubicBezTo>
                        <a:pt x="0" y="9670"/>
                        <a:pt x="9670" y="0"/>
                        <a:pt x="21600" y="0"/>
                      </a:cubicBezTo>
                      <a:cubicBezTo>
                        <a:pt x="31457" y="-1"/>
                        <a:pt x="40064" y="6673"/>
                        <a:pt x="42519" y="16221"/>
                      </a:cubicBezTo>
                      <a:lnTo>
                        <a:pt x="21600" y="21600"/>
                      </a:lnTo>
                      <a:lnTo>
                        <a:pt x="531" y="26360"/>
                      </a:lnTo>
                      <a:close/>
                    </a:path>
                  </a:pathLst>
                </a:custGeom>
                <a:solidFill>
                  <a:srgbClr val="7F3F00"/>
                </a:solidFill>
                <a:ln w="12700">
                  <a:solidFill>
                    <a:srgbClr val="000000"/>
                  </a:solidFill>
                  <a:round/>
                  <a:headEnd/>
                  <a:tailEnd/>
                </a:ln>
              </p:spPr>
              <p:txBody>
                <a:bodyPr/>
                <a:lstStyle/>
                <a:p>
                  <a:endParaRPr lang="pt-BR"/>
                </a:p>
              </p:txBody>
            </p:sp>
          </p:grpSp>
          <p:grpSp>
            <p:nvGrpSpPr>
              <p:cNvPr id="18446" name="Group 141">
                <a:extLst>
                  <a:ext uri="{FF2B5EF4-FFF2-40B4-BE49-F238E27FC236}">
                    <a16:creationId xmlns:a16="http://schemas.microsoft.com/office/drawing/2014/main" id="{9CBC0592-A980-324D-AFEB-DEB1856E6EFB}"/>
                  </a:ext>
                </a:extLst>
              </p:cNvPr>
              <p:cNvGrpSpPr>
                <a:grpSpLocks/>
              </p:cNvGrpSpPr>
              <p:nvPr/>
            </p:nvGrpSpPr>
            <p:grpSpPr bwMode="auto">
              <a:xfrm>
                <a:off x="3113" y="2420"/>
                <a:ext cx="173" cy="98"/>
                <a:chOff x="3113" y="2420"/>
                <a:chExt cx="173" cy="98"/>
              </a:xfrm>
            </p:grpSpPr>
            <p:sp>
              <p:nvSpPr>
                <p:cNvPr id="18461" name="Arc 142">
                  <a:extLst>
                    <a:ext uri="{FF2B5EF4-FFF2-40B4-BE49-F238E27FC236}">
                      <a16:creationId xmlns:a16="http://schemas.microsoft.com/office/drawing/2014/main" id="{FC2B853A-4289-894A-B55E-68B316F8E3A1}"/>
                    </a:ext>
                  </a:extLst>
                </p:cNvPr>
                <p:cNvSpPr>
                  <a:spLocks/>
                </p:cNvSpPr>
                <p:nvPr/>
              </p:nvSpPr>
              <p:spPr bwMode="auto">
                <a:xfrm>
                  <a:off x="3113" y="2420"/>
                  <a:ext cx="173" cy="98"/>
                </a:xfrm>
                <a:custGeom>
                  <a:avLst/>
                  <a:gdLst>
                    <a:gd name="T0" fmla="*/ 0 w 42657"/>
                    <a:gd name="T1" fmla="*/ 0 h 25854"/>
                    <a:gd name="T2" fmla="*/ 0 w 42657"/>
                    <a:gd name="T3" fmla="*/ 0 h 25854"/>
                    <a:gd name="T4" fmla="*/ 0 w 42657"/>
                    <a:gd name="T5" fmla="*/ 0 h 25854"/>
                    <a:gd name="T6" fmla="*/ 0 60000 65536"/>
                    <a:gd name="T7" fmla="*/ 0 60000 65536"/>
                    <a:gd name="T8" fmla="*/ 0 60000 65536"/>
                    <a:gd name="T9" fmla="*/ 0 w 42657"/>
                    <a:gd name="T10" fmla="*/ 0 h 25854"/>
                    <a:gd name="T11" fmla="*/ 42657 w 42657"/>
                    <a:gd name="T12" fmla="*/ 25854 h 25854"/>
                  </a:gdLst>
                  <a:ahLst/>
                  <a:cxnLst>
                    <a:cxn ang="T6">
                      <a:pos x="T0" y="T1"/>
                    </a:cxn>
                    <a:cxn ang="T7">
                      <a:pos x="T2" y="T3"/>
                    </a:cxn>
                    <a:cxn ang="T8">
                      <a:pos x="T4" y="T5"/>
                    </a:cxn>
                  </a:cxnLst>
                  <a:rect l="T9" t="T10" r="T11" b="T12"/>
                  <a:pathLst>
                    <a:path w="42657" h="25854" fill="none" extrusionOk="0">
                      <a:moveTo>
                        <a:pt x="423" y="25853"/>
                      </a:moveTo>
                      <a:cubicBezTo>
                        <a:pt x="141" y="24453"/>
                        <a:pt x="0" y="23028"/>
                        <a:pt x="0" y="21600"/>
                      </a:cubicBezTo>
                      <a:cubicBezTo>
                        <a:pt x="0" y="9670"/>
                        <a:pt x="9670" y="0"/>
                        <a:pt x="21600" y="0"/>
                      </a:cubicBezTo>
                      <a:cubicBezTo>
                        <a:pt x="31674" y="-1"/>
                        <a:pt x="40410" y="6964"/>
                        <a:pt x="42656" y="16785"/>
                      </a:cubicBezTo>
                    </a:path>
                    <a:path w="42657" h="25854" stroke="0" extrusionOk="0">
                      <a:moveTo>
                        <a:pt x="423" y="25853"/>
                      </a:moveTo>
                      <a:cubicBezTo>
                        <a:pt x="141" y="24453"/>
                        <a:pt x="0" y="23028"/>
                        <a:pt x="0" y="21600"/>
                      </a:cubicBezTo>
                      <a:cubicBezTo>
                        <a:pt x="0" y="9670"/>
                        <a:pt x="9670" y="0"/>
                        <a:pt x="21600" y="0"/>
                      </a:cubicBezTo>
                      <a:cubicBezTo>
                        <a:pt x="31674" y="-1"/>
                        <a:pt x="40410" y="6964"/>
                        <a:pt x="42656" y="16785"/>
                      </a:cubicBezTo>
                      <a:lnTo>
                        <a:pt x="21600" y="21600"/>
                      </a:lnTo>
                      <a:lnTo>
                        <a:pt x="423" y="25853"/>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8462" name="Arc 143">
                  <a:extLst>
                    <a:ext uri="{FF2B5EF4-FFF2-40B4-BE49-F238E27FC236}">
                      <a16:creationId xmlns:a16="http://schemas.microsoft.com/office/drawing/2014/main" id="{AAF3A90C-5D36-E04F-821B-01D579E2CDAC}"/>
                    </a:ext>
                  </a:extLst>
                </p:cNvPr>
                <p:cNvSpPr>
                  <a:spLocks/>
                </p:cNvSpPr>
                <p:nvPr/>
              </p:nvSpPr>
              <p:spPr bwMode="auto">
                <a:xfrm>
                  <a:off x="3113" y="2430"/>
                  <a:ext cx="88" cy="88"/>
                </a:xfrm>
                <a:custGeom>
                  <a:avLst/>
                  <a:gdLst>
                    <a:gd name="T0" fmla="*/ 0 w 21600"/>
                    <a:gd name="T1" fmla="*/ 0 h 23145"/>
                    <a:gd name="T2" fmla="*/ 0 w 21600"/>
                    <a:gd name="T3" fmla="*/ 0 h 23145"/>
                    <a:gd name="T4" fmla="*/ 0 w 21600"/>
                    <a:gd name="T5" fmla="*/ 0 h 23145"/>
                    <a:gd name="T6" fmla="*/ 0 60000 65536"/>
                    <a:gd name="T7" fmla="*/ 0 60000 65536"/>
                    <a:gd name="T8" fmla="*/ 0 60000 65536"/>
                    <a:gd name="T9" fmla="*/ 0 w 21600"/>
                    <a:gd name="T10" fmla="*/ 0 h 23145"/>
                    <a:gd name="T11" fmla="*/ 21600 w 21600"/>
                    <a:gd name="T12" fmla="*/ 23145 h 23145"/>
                  </a:gdLst>
                  <a:ahLst/>
                  <a:cxnLst>
                    <a:cxn ang="T6">
                      <a:pos x="T0" y="T1"/>
                    </a:cxn>
                    <a:cxn ang="T7">
                      <a:pos x="T2" y="T3"/>
                    </a:cxn>
                    <a:cxn ang="T8">
                      <a:pos x="T4" y="T5"/>
                    </a:cxn>
                  </a:cxnLst>
                  <a:rect l="T9" t="T10" r="T11" b="T12"/>
                  <a:pathLst>
                    <a:path w="21600" h="23145" fill="none" extrusionOk="0">
                      <a:moveTo>
                        <a:pt x="423" y="23144"/>
                      </a:moveTo>
                      <a:cubicBezTo>
                        <a:pt x="141" y="21744"/>
                        <a:pt x="0" y="20319"/>
                        <a:pt x="0" y="18891"/>
                      </a:cubicBezTo>
                      <a:cubicBezTo>
                        <a:pt x="-1" y="11039"/>
                        <a:pt x="4260" y="3806"/>
                        <a:pt x="11126" y="-1"/>
                      </a:cubicBezTo>
                    </a:path>
                    <a:path w="21600" h="23145" stroke="0" extrusionOk="0">
                      <a:moveTo>
                        <a:pt x="423" y="23144"/>
                      </a:moveTo>
                      <a:cubicBezTo>
                        <a:pt x="141" y="21744"/>
                        <a:pt x="0" y="20319"/>
                        <a:pt x="0" y="18891"/>
                      </a:cubicBezTo>
                      <a:cubicBezTo>
                        <a:pt x="-1" y="11039"/>
                        <a:pt x="4260" y="3806"/>
                        <a:pt x="11126" y="-1"/>
                      </a:cubicBezTo>
                      <a:lnTo>
                        <a:pt x="21600" y="18891"/>
                      </a:lnTo>
                      <a:lnTo>
                        <a:pt x="423" y="23144"/>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grpSp>
            <p:nvGrpSpPr>
              <p:cNvPr id="18447" name="Group 144">
                <a:extLst>
                  <a:ext uri="{FF2B5EF4-FFF2-40B4-BE49-F238E27FC236}">
                    <a16:creationId xmlns:a16="http://schemas.microsoft.com/office/drawing/2014/main" id="{8BD0789A-4C91-734C-819C-4E2FCE015858}"/>
                  </a:ext>
                </a:extLst>
              </p:cNvPr>
              <p:cNvGrpSpPr>
                <a:grpSpLocks/>
              </p:cNvGrpSpPr>
              <p:nvPr/>
            </p:nvGrpSpPr>
            <p:grpSpPr bwMode="auto">
              <a:xfrm>
                <a:off x="3114" y="2420"/>
                <a:ext cx="182" cy="117"/>
                <a:chOff x="3114" y="2420"/>
                <a:chExt cx="182" cy="117"/>
              </a:xfrm>
            </p:grpSpPr>
            <p:sp>
              <p:nvSpPr>
                <p:cNvPr id="18459" name="Arc 145">
                  <a:extLst>
                    <a:ext uri="{FF2B5EF4-FFF2-40B4-BE49-F238E27FC236}">
                      <a16:creationId xmlns:a16="http://schemas.microsoft.com/office/drawing/2014/main" id="{2A89E05F-6EF4-D44B-A1FB-593D6E0D3418}"/>
                    </a:ext>
                  </a:extLst>
                </p:cNvPr>
                <p:cNvSpPr>
                  <a:spLocks/>
                </p:cNvSpPr>
                <p:nvPr/>
              </p:nvSpPr>
              <p:spPr bwMode="auto">
                <a:xfrm>
                  <a:off x="3114" y="2420"/>
                  <a:ext cx="173" cy="99"/>
                </a:xfrm>
                <a:custGeom>
                  <a:avLst/>
                  <a:gdLst>
                    <a:gd name="T0" fmla="*/ 0 w 42583"/>
                    <a:gd name="T1" fmla="*/ 0 h 26108"/>
                    <a:gd name="T2" fmla="*/ 0 w 42583"/>
                    <a:gd name="T3" fmla="*/ 0 h 26108"/>
                    <a:gd name="T4" fmla="*/ 0 w 42583"/>
                    <a:gd name="T5" fmla="*/ 0 h 26108"/>
                    <a:gd name="T6" fmla="*/ 0 60000 65536"/>
                    <a:gd name="T7" fmla="*/ 0 60000 65536"/>
                    <a:gd name="T8" fmla="*/ 0 60000 65536"/>
                    <a:gd name="T9" fmla="*/ 0 w 42583"/>
                    <a:gd name="T10" fmla="*/ 0 h 26108"/>
                    <a:gd name="T11" fmla="*/ 42583 w 42583"/>
                    <a:gd name="T12" fmla="*/ 26108 h 26108"/>
                  </a:gdLst>
                  <a:ahLst/>
                  <a:cxnLst>
                    <a:cxn ang="T6">
                      <a:pos x="T0" y="T1"/>
                    </a:cxn>
                    <a:cxn ang="T7">
                      <a:pos x="T2" y="T3"/>
                    </a:cxn>
                    <a:cxn ang="T8">
                      <a:pos x="T4" y="T5"/>
                    </a:cxn>
                  </a:cxnLst>
                  <a:rect l="T9" t="T10" r="T11" b="T12"/>
                  <a:pathLst>
                    <a:path w="42583" h="26108" fill="none" extrusionOk="0">
                      <a:moveTo>
                        <a:pt x="475" y="26108"/>
                      </a:moveTo>
                      <a:cubicBezTo>
                        <a:pt x="159" y="24626"/>
                        <a:pt x="0" y="23115"/>
                        <a:pt x="0" y="21600"/>
                      </a:cubicBezTo>
                      <a:cubicBezTo>
                        <a:pt x="0" y="9670"/>
                        <a:pt x="9670" y="0"/>
                        <a:pt x="21600" y="0"/>
                      </a:cubicBezTo>
                      <a:cubicBezTo>
                        <a:pt x="31554" y="-1"/>
                        <a:pt x="40220" y="6803"/>
                        <a:pt x="42582" y="16474"/>
                      </a:cubicBezTo>
                    </a:path>
                    <a:path w="42583" h="26108" stroke="0" extrusionOk="0">
                      <a:moveTo>
                        <a:pt x="475" y="26108"/>
                      </a:moveTo>
                      <a:cubicBezTo>
                        <a:pt x="159" y="24626"/>
                        <a:pt x="0" y="23115"/>
                        <a:pt x="0" y="21600"/>
                      </a:cubicBezTo>
                      <a:cubicBezTo>
                        <a:pt x="0" y="9670"/>
                        <a:pt x="9670" y="0"/>
                        <a:pt x="21600" y="0"/>
                      </a:cubicBezTo>
                      <a:cubicBezTo>
                        <a:pt x="31554" y="-1"/>
                        <a:pt x="40220" y="6803"/>
                        <a:pt x="42582" y="16474"/>
                      </a:cubicBezTo>
                      <a:lnTo>
                        <a:pt x="21600" y="21600"/>
                      </a:lnTo>
                      <a:lnTo>
                        <a:pt x="475" y="26108"/>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18460" name="Arc 146">
                  <a:extLst>
                    <a:ext uri="{FF2B5EF4-FFF2-40B4-BE49-F238E27FC236}">
                      <a16:creationId xmlns:a16="http://schemas.microsoft.com/office/drawing/2014/main" id="{A2B926C5-5956-0546-A5AB-40AF50EAC6D6}"/>
                    </a:ext>
                  </a:extLst>
                </p:cNvPr>
                <p:cNvSpPr>
                  <a:spLocks/>
                </p:cNvSpPr>
                <p:nvPr/>
              </p:nvSpPr>
              <p:spPr bwMode="auto">
                <a:xfrm>
                  <a:off x="3123" y="2438"/>
                  <a:ext cx="173" cy="99"/>
                </a:xfrm>
                <a:custGeom>
                  <a:avLst/>
                  <a:gdLst>
                    <a:gd name="T0" fmla="*/ 0 w 42583"/>
                    <a:gd name="T1" fmla="*/ 0 h 26108"/>
                    <a:gd name="T2" fmla="*/ 0 w 42583"/>
                    <a:gd name="T3" fmla="*/ 0 h 26108"/>
                    <a:gd name="T4" fmla="*/ 0 w 42583"/>
                    <a:gd name="T5" fmla="*/ 0 h 26108"/>
                    <a:gd name="T6" fmla="*/ 0 60000 65536"/>
                    <a:gd name="T7" fmla="*/ 0 60000 65536"/>
                    <a:gd name="T8" fmla="*/ 0 60000 65536"/>
                    <a:gd name="T9" fmla="*/ 0 w 42583"/>
                    <a:gd name="T10" fmla="*/ 0 h 26108"/>
                    <a:gd name="T11" fmla="*/ 42583 w 42583"/>
                    <a:gd name="T12" fmla="*/ 26108 h 26108"/>
                  </a:gdLst>
                  <a:ahLst/>
                  <a:cxnLst>
                    <a:cxn ang="T6">
                      <a:pos x="T0" y="T1"/>
                    </a:cxn>
                    <a:cxn ang="T7">
                      <a:pos x="T2" y="T3"/>
                    </a:cxn>
                    <a:cxn ang="T8">
                      <a:pos x="T4" y="T5"/>
                    </a:cxn>
                  </a:cxnLst>
                  <a:rect l="T9" t="T10" r="T11" b="T12"/>
                  <a:pathLst>
                    <a:path w="42583" h="26108" fill="none" extrusionOk="0">
                      <a:moveTo>
                        <a:pt x="475" y="26108"/>
                      </a:moveTo>
                      <a:cubicBezTo>
                        <a:pt x="159" y="24626"/>
                        <a:pt x="0" y="23115"/>
                        <a:pt x="0" y="21600"/>
                      </a:cubicBezTo>
                      <a:cubicBezTo>
                        <a:pt x="0" y="9670"/>
                        <a:pt x="9670" y="0"/>
                        <a:pt x="21600" y="0"/>
                      </a:cubicBezTo>
                      <a:cubicBezTo>
                        <a:pt x="31554" y="-1"/>
                        <a:pt x="40220" y="6803"/>
                        <a:pt x="42582" y="16474"/>
                      </a:cubicBezTo>
                    </a:path>
                    <a:path w="42583" h="26108" stroke="0" extrusionOk="0">
                      <a:moveTo>
                        <a:pt x="475" y="26108"/>
                      </a:moveTo>
                      <a:cubicBezTo>
                        <a:pt x="159" y="24626"/>
                        <a:pt x="0" y="23115"/>
                        <a:pt x="0" y="21600"/>
                      </a:cubicBezTo>
                      <a:cubicBezTo>
                        <a:pt x="0" y="9670"/>
                        <a:pt x="9670" y="0"/>
                        <a:pt x="21600" y="0"/>
                      </a:cubicBezTo>
                      <a:cubicBezTo>
                        <a:pt x="31554" y="-1"/>
                        <a:pt x="40220" y="6803"/>
                        <a:pt x="42582" y="16474"/>
                      </a:cubicBezTo>
                      <a:lnTo>
                        <a:pt x="21600" y="21600"/>
                      </a:lnTo>
                      <a:lnTo>
                        <a:pt x="475" y="26108"/>
                      </a:lnTo>
                      <a:close/>
                    </a:path>
                  </a:pathLst>
                </a:custGeom>
                <a:solidFill>
                  <a:srgbClr val="7F3F00"/>
                </a:solidFill>
                <a:ln w="12700">
                  <a:solidFill>
                    <a:srgbClr val="000000"/>
                  </a:solidFill>
                  <a:round/>
                  <a:headEnd/>
                  <a:tailEnd/>
                </a:ln>
              </p:spPr>
              <p:txBody>
                <a:bodyPr/>
                <a:lstStyle/>
                <a:p>
                  <a:endParaRPr lang="pt-BR"/>
                </a:p>
              </p:txBody>
            </p:sp>
          </p:grpSp>
          <p:grpSp>
            <p:nvGrpSpPr>
              <p:cNvPr id="18448" name="Group 147">
                <a:extLst>
                  <a:ext uri="{FF2B5EF4-FFF2-40B4-BE49-F238E27FC236}">
                    <a16:creationId xmlns:a16="http://schemas.microsoft.com/office/drawing/2014/main" id="{FFB953C1-E705-E040-A09F-1363E6B11016}"/>
                  </a:ext>
                </a:extLst>
              </p:cNvPr>
              <p:cNvGrpSpPr>
                <a:grpSpLocks/>
              </p:cNvGrpSpPr>
              <p:nvPr/>
            </p:nvGrpSpPr>
            <p:grpSpPr bwMode="auto">
              <a:xfrm>
                <a:off x="3014" y="2275"/>
                <a:ext cx="565" cy="811"/>
                <a:chOff x="3014" y="2275"/>
                <a:chExt cx="565" cy="811"/>
              </a:xfrm>
            </p:grpSpPr>
            <p:sp>
              <p:nvSpPr>
                <p:cNvPr id="18457" name="Line 148">
                  <a:extLst>
                    <a:ext uri="{FF2B5EF4-FFF2-40B4-BE49-F238E27FC236}">
                      <a16:creationId xmlns:a16="http://schemas.microsoft.com/office/drawing/2014/main" id="{83E17AB0-290E-684D-B230-D9A2B17336B6}"/>
                    </a:ext>
                  </a:extLst>
                </p:cNvPr>
                <p:cNvSpPr>
                  <a:spLocks noChangeShapeType="1"/>
                </p:cNvSpPr>
                <p:nvPr/>
              </p:nvSpPr>
              <p:spPr bwMode="auto">
                <a:xfrm>
                  <a:off x="3178" y="2275"/>
                  <a:ext cx="401" cy="72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18458" name="Line 149">
                  <a:extLst>
                    <a:ext uri="{FF2B5EF4-FFF2-40B4-BE49-F238E27FC236}">
                      <a16:creationId xmlns:a16="http://schemas.microsoft.com/office/drawing/2014/main" id="{3ED73EC2-AB7D-5C44-893C-208BE237B404}"/>
                    </a:ext>
                  </a:extLst>
                </p:cNvPr>
                <p:cNvSpPr>
                  <a:spLocks noChangeShapeType="1"/>
                </p:cNvSpPr>
                <p:nvPr/>
              </p:nvSpPr>
              <p:spPr bwMode="auto">
                <a:xfrm>
                  <a:off x="3014" y="2333"/>
                  <a:ext cx="402" cy="75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grpSp>
          <p:grpSp>
            <p:nvGrpSpPr>
              <p:cNvPr id="18449" name="Group 150">
                <a:extLst>
                  <a:ext uri="{FF2B5EF4-FFF2-40B4-BE49-F238E27FC236}">
                    <a16:creationId xmlns:a16="http://schemas.microsoft.com/office/drawing/2014/main" id="{65976F48-B08F-FE45-BA8B-653133697AC6}"/>
                  </a:ext>
                </a:extLst>
              </p:cNvPr>
              <p:cNvGrpSpPr>
                <a:grpSpLocks/>
              </p:cNvGrpSpPr>
              <p:nvPr/>
            </p:nvGrpSpPr>
            <p:grpSpPr bwMode="auto">
              <a:xfrm>
                <a:off x="3131" y="2452"/>
                <a:ext cx="181" cy="116"/>
                <a:chOff x="3131" y="2452"/>
                <a:chExt cx="181" cy="116"/>
              </a:xfrm>
            </p:grpSpPr>
            <p:grpSp>
              <p:nvGrpSpPr>
                <p:cNvPr id="18452" name="Group 151">
                  <a:extLst>
                    <a:ext uri="{FF2B5EF4-FFF2-40B4-BE49-F238E27FC236}">
                      <a16:creationId xmlns:a16="http://schemas.microsoft.com/office/drawing/2014/main" id="{E86F0C16-CED4-174D-90E5-D15760ADADAC}"/>
                    </a:ext>
                  </a:extLst>
                </p:cNvPr>
                <p:cNvGrpSpPr>
                  <a:grpSpLocks/>
                </p:cNvGrpSpPr>
                <p:nvPr/>
              </p:nvGrpSpPr>
              <p:grpSpPr bwMode="auto">
                <a:xfrm>
                  <a:off x="3131" y="2452"/>
                  <a:ext cx="173" cy="97"/>
                  <a:chOff x="3131" y="2452"/>
                  <a:chExt cx="173" cy="97"/>
                </a:xfrm>
              </p:grpSpPr>
              <p:sp>
                <p:nvSpPr>
                  <p:cNvPr id="18455" name="Arc 152">
                    <a:extLst>
                      <a:ext uri="{FF2B5EF4-FFF2-40B4-BE49-F238E27FC236}">
                        <a16:creationId xmlns:a16="http://schemas.microsoft.com/office/drawing/2014/main" id="{7093DCBC-F1BF-444E-91F3-B90EFB2AF6FF}"/>
                      </a:ext>
                    </a:extLst>
                  </p:cNvPr>
                  <p:cNvSpPr>
                    <a:spLocks/>
                  </p:cNvSpPr>
                  <p:nvPr/>
                </p:nvSpPr>
                <p:spPr bwMode="auto">
                  <a:xfrm>
                    <a:off x="3131" y="2452"/>
                    <a:ext cx="173" cy="97"/>
                  </a:xfrm>
                  <a:custGeom>
                    <a:avLst/>
                    <a:gdLst>
                      <a:gd name="T0" fmla="*/ 0 w 42713"/>
                      <a:gd name="T1" fmla="*/ 0 h 25597"/>
                      <a:gd name="T2" fmla="*/ 0 w 42713"/>
                      <a:gd name="T3" fmla="*/ 0 h 25597"/>
                      <a:gd name="T4" fmla="*/ 0 w 42713"/>
                      <a:gd name="T5" fmla="*/ 0 h 25597"/>
                      <a:gd name="T6" fmla="*/ 0 60000 65536"/>
                      <a:gd name="T7" fmla="*/ 0 60000 65536"/>
                      <a:gd name="T8" fmla="*/ 0 60000 65536"/>
                      <a:gd name="T9" fmla="*/ 0 w 42713"/>
                      <a:gd name="T10" fmla="*/ 0 h 25597"/>
                      <a:gd name="T11" fmla="*/ 42713 w 42713"/>
                      <a:gd name="T12" fmla="*/ 25597 h 25597"/>
                    </a:gdLst>
                    <a:ahLst/>
                    <a:cxnLst>
                      <a:cxn ang="T6">
                        <a:pos x="T0" y="T1"/>
                      </a:cxn>
                      <a:cxn ang="T7">
                        <a:pos x="T2" y="T3"/>
                      </a:cxn>
                      <a:cxn ang="T8">
                        <a:pos x="T4" y="T5"/>
                      </a:cxn>
                    </a:cxnLst>
                    <a:rect l="T9" t="T10" r="T11" b="T12"/>
                    <a:pathLst>
                      <a:path w="42713" h="25597" fill="none" extrusionOk="0">
                        <a:moveTo>
                          <a:pt x="373" y="25596"/>
                        </a:moveTo>
                        <a:cubicBezTo>
                          <a:pt x="124" y="24279"/>
                          <a:pt x="0" y="22941"/>
                          <a:pt x="0" y="21600"/>
                        </a:cubicBezTo>
                        <a:cubicBezTo>
                          <a:pt x="0" y="9670"/>
                          <a:pt x="9670" y="0"/>
                          <a:pt x="21600" y="0"/>
                        </a:cubicBezTo>
                        <a:cubicBezTo>
                          <a:pt x="31772" y="-1"/>
                          <a:pt x="40565" y="7097"/>
                          <a:pt x="42713" y="17039"/>
                        </a:cubicBezTo>
                      </a:path>
                      <a:path w="42713" h="25597" stroke="0" extrusionOk="0">
                        <a:moveTo>
                          <a:pt x="373" y="25596"/>
                        </a:moveTo>
                        <a:cubicBezTo>
                          <a:pt x="124" y="24279"/>
                          <a:pt x="0" y="22941"/>
                          <a:pt x="0" y="21600"/>
                        </a:cubicBezTo>
                        <a:cubicBezTo>
                          <a:pt x="0" y="9670"/>
                          <a:pt x="9670" y="0"/>
                          <a:pt x="21600" y="0"/>
                        </a:cubicBezTo>
                        <a:cubicBezTo>
                          <a:pt x="31772" y="-1"/>
                          <a:pt x="40565" y="7097"/>
                          <a:pt x="42713" y="17039"/>
                        </a:cubicBezTo>
                        <a:lnTo>
                          <a:pt x="21600" y="21600"/>
                        </a:lnTo>
                        <a:lnTo>
                          <a:pt x="373" y="25596"/>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8456" name="Arc 153">
                    <a:extLst>
                      <a:ext uri="{FF2B5EF4-FFF2-40B4-BE49-F238E27FC236}">
                        <a16:creationId xmlns:a16="http://schemas.microsoft.com/office/drawing/2014/main" id="{229048CE-5ACF-F248-90A5-9D034C04C4C4}"/>
                      </a:ext>
                    </a:extLst>
                  </p:cNvPr>
                  <p:cNvSpPr>
                    <a:spLocks/>
                  </p:cNvSpPr>
                  <p:nvPr/>
                </p:nvSpPr>
                <p:spPr bwMode="auto">
                  <a:xfrm>
                    <a:off x="3131" y="2462"/>
                    <a:ext cx="88" cy="87"/>
                  </a:xfrm>
                  <a:custGeom>
                    <a:avLst/>
                    <a:gdLst>
                      <a:gd name="T0" fmla="*/ 0 w 21600"/>
                      <a:gd name="T1" fmla="*/ 0 h 22888"/>
                      <a:gd name="T2" fmla="*/ 0 w 21600"/>
                      <a:gd name="T3" fmla="*/ 0 h 22888"/>
                      <a:gd name="T4" fmla="*/ 0 w 21600"/>
                      <a:gd name="T5" fmla="*/ 0 h 22888"/>
                      <a:gd name="T6" fmla="*/ 0 60000 65536"/>
                      <a:gd name="T7" fmla="*/ 0 60000 65536"/>
                      <a:gd name="T8" fmla="*/ 0 60000 65536"/>
                      <a:gd name="T9" fmla="*/ 0 w 21600"/>
                      <a:gd name="T10" fmla="*/ 0 h 22888"/>
                      <a:gd name="T11" fmla="*/ 21600 w 21600"/>
                      <a:gd name="T12" fmla="*/ 22888 h 22888"/>
                    </a:gdLst>
                    <a:ahLst/>
                    <a:cxnLst>
                      <a:cxn ang="T6">
                        <a:pos x="T0" y="T1"/>
                      </a:cxn>
                      <a:cxn ang="T7">
                        <a:pos x="T2" y="T3"/>
                      </a:cxn>
                      <a:cxn ang="T8">
                        <a:pos x="T4" y="T5"/>
                      </a:cxn>
                    </a:cxnLst>
                    <a:rect l="T9" t="T10" r="T11" b="T12"/>
                    <a:pathLst>
                      <a:path w="21600" h="22888" fill="none" extrusionOk="0">
                        <a:moveTo>
                          <a:pt x="373" y="22887"/>
                        </a:moveTo>
                        <a:cubicBezTo>
                          <a:pt x="124" y="21570"/>
                          <a:pt x="0" y="20232"/>
                          <a:pt x="0" y="18891"/>
                        </a:cubicBezTo>
                        <a:cubicBezTo>
                          <a:pt x="-1" y="11039"/>
                          <a:pt x="4260" y="3806"/>
                          <a:pt x="11126" y="-1"/>
                        </a:cubicBezTo>
                      </a:path>
                      <a:path w="21600" h="22888" stroke="0" extrusionOk="0">
                        <a:moveTo>
                          <a:pt x="373" y="22887"/>
                        </a:moveTo>
                        <a:cubicBezTo>
                          <a:pt x="124" y="21570"/>
                          <a:pt x="0" y="20232"/>
                          <a:pt x="0" y="18891"/>
                        </a:cubicBezTo>
                        <a:cubicBezTo>
                          <a:pt x="-1" y="11039"/>
                          <a:pt x="4260" y="3806"/>
                          <a:pt x="11126" y="-1"/>
                        </a:cubicBezTo>
                        <a:lnTo>
                          <a:pt x="21600" y="18891"/>
                        </a:lnTo>
                        <a:lnTo>
                          <a:pt x="373" y="22887"/>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sp>
              <p:nvSpPr>
                <p:cNvPr id="18453" name="Arc 154">
                  <a:extLst>
                    <a:ext uri="{FF2B5EF4-FFF2-40B4-BE49-F238E27FC236}">
                      <a16:creationId xmlns:a16="http://schemas.microsoft.com/office/drawing/2014/main" id="{1729191B-9CEE-6441-AF2D-9A2F6218AA8F}"/>
                    </a:ext>
                  </a:extLst>
                </p:cNvPr>
                <p:cNvSpPr>
                  <a:spLocks/>
                </p:cNvSpPr>
                <p:nvPr/>
              </p:nvSpPr>
              <p:spPr bwMode="auto">
                <a:xfrm>
                  <a:off x="3132" y="2452"/>
                  <a:ext cx="173" cy="98"/>
                </a:xfrm>
                <a:custGeom>
                  <a:avLst/>
                  <a:gdLst>
                    <a:gd name="T0" fmla="*/ 0 w 42657"/>
                    <a:gd name="T1" fmla="*/ 0 h 25854"/>
                    <a:gd name="T2" fmla="*/ 0 w 42657"/>
                    <a:gd name="T3" fmla="*/ 0 h 25854"/>
                    <a:gd name="T4" fmla="*/ 0 w 42657"/>
                    <a:gd name="T5" fmla="*/ 0 h 25854"/>
                    <a:gd name="T6" fmla="*/ 0 60000 65536"/>
                    <a:gd name="T7" fmla="*/ 0 60000 65536"/>
                    <a:gd name="T8" fmla="*/ 0 60000 65536"/>
                    <a:gd name="T9" fmla="*/ 0 w 42657"/>
                    <a:gd name="T10" fmla="*/ 0 h 25854"/>
                    <a:gd name="T11" fmla="*/ 42657 w 42657"/>
                    <a:gd name="T12" fmla="*/ 25854 h 25854"/>
                  </a:gdLst>
                  <a:ahLst/>
                  <a:cxnLst>
                    <a:cxn ang="T6">
                      <a:pos x="T0" y="T1"/>
                    </a:cxn>
                    <a:cxn ang="T7">
                      <a:pos x="T2" y="T3"/>
                    </a:cxn>
                    <a:cxn ang="T8">
                      <a:pos x="T4" y="T5"/>
                    </a:cxn>
                  </a:cxnLst>
                  <a:rect l="T9" t="T10" r="T11" b="T12"/>
                  <a:pathLst>
                    <a:path w="42657" h="25854" fill="none" extrusionOk="0">
                      <a:moveTo>
                        <a:pt x="423" y="25853"/>
                      </a:moveTo>
                      <a:cubicBezTo>
                        <a:pt x="141" y="24453"/>
                        <a:pt x="0" y="23028"/>
                        <a:pt x="0" y="21600"/>
                      </a:cubicBezTo>
                      <a:cubicBezTo>
                        <a:pt x="0" y="9670"/>
                        <a:pt x="9670" y="0"/>
                        <a:pt x="21600" y="0"/>
                      </a:cubicBezTo>
                      <a:cubicBezTo>
                        <a:pt x="31674" y="-1"/>
                        <a:pt x="40410" y="6964"/>
                        <a:pt x="42656" y="16785"/>
                      </a:cubicBezTo>
                    </a:path>
                    <a:path w="42657" h="25854" stroke="0" extrusionOk="0">
                      <a:moveTo>
                        <a:pt x="423" y="25853"/>
                      </a:moveTo>
                      <a:cubicBezTo>
                        <a:pt x="141" y="24453"/>
                        <a:pt x="0" y="23028"/>
                        <a:pt x="0" y="21600"/>
                      </a:cubicBezTo>
                      <a:cubicBezTo>
                        <a:pt x="0" y="9670"/>
                        <a:pt x="9670" y="0"/>
                        <a:pt x="21600" y="0"/>
                      </a:cubicBezTo>
                      <a:cubicBezTo>
                        <a:pt x="31674" y="-1"/>
                        <a:pt x="40410" y="6964"/>
                        <a:pt x="42656" y="16785"/>
                      </a:cubicBezTo>
                      <a:lnTo>
                        <a:pt x="21600" y="21600"/>
                      </a:lnTo>
                      <a:lnTo>
                        <a:pt x="423" y="25853"/>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18454" name="Arc 155">
                  <a:extLst>
                    <a:ext uri="{FF2B5EF4-FFF2-40B4-BE49-F238E27FC236}">
                      <a16:creationId xmlns:a16="http://schemas.microsoft.com/office/drawing/2014/main" id="{5D898198-B4D7-A245-A4B7-BA6748F0D5D2}"/>
                    </a:ext>
                  </a:extLst>
                </p:cNvPr>
                <p:cNvSpPr>
                  <a:spLocks/>
                </p:cNvSpPr>
                <p:nvPr/>
              </p:nvSpPr>
              <p:spPr bwMode="auto">
                <a:xfrm>
                  <a:off x="3140" y="2467"/>
                  <a:ext cx="172" cy="101"/>
                </a:xfrm>
                <a:custGeom>
                  <a:avLst/>
                  <a:gdLst>
                    <a:gd name="T0" fmla="*/ 0 w 42453"/>
                    <a:gd name="T1" fmla="*/ 0 h 26668"/>
                    <a:gd name="T2" fmla="*/ 0 w 42453"/>
                    <a:gd name="T3" fmla="*/ 0 h 26668"/>
                    <a:gd name="T4" fmla="*/ 0 w 42453"/>
                    <a:gd name="T5" fmla="*/ 0 h 26668"/>
                    <a:gd name="T6" fmla="*/ 0 60000 65536"/>
                    <a:gd name="T7" fmla="*/ 0 60000 65536"/>
                    <a:gd name="T8" fmla="*/ 0 60000 65536"/>
                    <a:gd name="T9" fmla="*/ 0 w 42453"/>
                    <a:gd name="T10" fmla="*/ 0 h 26668"/>
                    <a:gd name="T11" fmla="*/ 42453 w 42453"/>
                    <a:gd name="T12" fmla="*/ 26668 h 26668"/>
                  </a:gdLst>
                  <a:ahLst/>
                  <a:cxnLst>
                    <a:cxn ang="T6">
                      <a:pos x="T0" y="T1"/>
                    </a:cxn>
                    <a:cxn ang="T7">
                      <a:pos x="T2" y="T3"/>
                    </a:cxn>
                    <a:cxn ang="T8">
                      <a:pos x="T4" y="T5"/>
                    </a:cxn>
                  </a:cxnLst>
                  <a:rect l="T9" t="T10" r="T11" b="T12"/>
                  <a:pathLst>
                    <a:path w="42453" h="26668" fill="none" extrusionOk="0">
                      <a:moveTo>
                        <a:pt x="602" y="26668"/>
                      </a:moveTo>
                      <a:cubicBezTo>
                        <a:pt x="202" y="25008"/>
                        <a:pt x="0" y="23307"/>
                        <a:pt x="0" y="21600"/>
                      </a:cubicBezTo>
                      <a:cubicBezTo>
                        <a:pt x="0" y="9670"/>
                        <a:pt x="9670" y="0"/>
                        <a:pt x="21600" y="0"/>
                      </a:cubicBezTo>
                      <a:cubicBezTo>
                        <a:pt x="31361" y="-1"/>
                        <a:pt x="39909" y="6546"/>
                        <a:pt x="42453" y="15969"/>
                      </a:cubicBezTo>
                    </a:path>
                    <a:path w="42453" h="26668" stroke="0" extrusionOk="0">
                      <a:moveTo>
                        <a:pt x="602" y="26668"/>
                      </a:moveTo>
                      <a:cubicBezTo>
                        <a:pt x="202" y="25008"/>
                        <a:pt x="0" y="23307"/>
                        <a:pt x="0" y="21600"/>
                      </a:cubicBezTo>
                      <a:cubicBezTo>
                        <a:pt x="0" y="9670"/>
                        <a:pt x="9670" y="0"/>
                        <a:pt x="21600" y="0"/>
                      </a:cubicBezTo>
                      <a:cubicBezTo>
                        <a:pt x="31361" y="-1"/>
                        <a:pt x="39909" y="6546"/>
                        <a:pt x="42453" y="15969"/>
                      </a:cubicBezTo>
                      <a:lnTo>
                        <a:pt x="21600" y="21600"/>
                      </a:lnTo>
                      <a:lnTo>
                        <a:pt x="602" y="26668"/>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sp>
            <p:nvSpPr>
              <p:cNvPr id="18450" name="Freeform 156">
                <a:extLst>
                  <a:ext uri="{FF2B5EF4-FFF2-40B4-BE49-F238E27FC236}">
                    <a16:creationId xmlns:a16="http://schemas.microsoft.com/office/drawing/2014/main" id="{84807188-C053-9C4B-ADA5-9CBF1DCB8DE3}"/>
                  </a:ext>
                </a:extLst>
              </p:cNvPr>
              <p:cNvSpPr>
                <a:spLocks/>
              </p:cNvSpPr>
              <p:nvPr/>
            </p:nvSpPr>
            <p:spPr bwMode="auto">
              <a:xfrm>
                <a:off x="3136" y="2471"/>
                <a:ext cx="348" cy="597"/>
              </a:xfrm>
              <a:custGeom>
                <a:avLst/>
                <a:gdLst>
                  <a:gd name="T0" fmla="*/ 44 w 348"/>
                  <a:gd name="T1" fmla="*/ 0 h 597"/>
                  <a:gd name="T2" fmla="*/ 31 w 348"/>
                  <a:gd name="T3" fmla="*/ 8 h 597"/>
                  <a:gd name="T4" fmla="*/ 21 w 348"/>
                  <a:gd name="T5" fmla="*/ 16 h 597"/>
                  <a:gd name="T6" fmla="*/ 12 w 348"/>
                  <a:gd name="T7" fmla="*/ 26 h 597"/>
                  <a:gd name="T8" fmla="*/ 8 w 348"/>
                  <a:gd name="T9" fmla="*/ 36 h 597"/>
                  <a:gd name="T10" fmla="*/ 4 w 348"/>
                  <a:gd name="T11" fmla="*/ 47 h 597"/>
                  <a:gd name="T12" fmla="*/ 1 w 348"/>
                  <a:gd name="T13" fmla="*/ 58 h 597"/>
                  <a:gd name="T14" fmla="*/ 0 w 348"/>
                  <a:gd name="T15" fmla="*/ 71 h 597"/>
                  <a:gd name="T16" fmla="*/ 0 w 348"/>
                  <a:gd name="T17" fmla="*/ 86 h 597"/>
                  <a:gd name="T18" fmla="*/ 270 w 348"/>
                  <a:gd name="T19" fmla="*/ 597 h 597"/>
                  <a:gd name="T20" fmla="*/ 348 w 348"/>
                  <a:gd name="T21" fmla="*/ 543 h 597"/>
                  <a:gd name="T22" fmla="*/ 44 w 348"/>
                  <a:gd name="T23" fmla="*/ 0 h 59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8"/>
                  <a:gd name="T37" fmla="*/ 0 h 597"/>
                  <a:gd name="T38" fmla="*/ 348 w 348"/>
                  <a:gd name="T39" fmla="*/ 597 h 59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8" h="597">
                    <a:moveTo>
                      <a:pt x="44" y="0"/>
                    </a:moveTo>
                    <a:lnTo>
                      <a:pt x="31" y="8"/>
                    </a:lnTo>
                    <a:lnTo>
                      <a:pt x="21" y="16"/>
                    </a:lnTo>
                    <a:lnTo>
                      <a:pt x="12" y="26"/>
                    </a:lnTo>
                    <a:lnTo>
                      <a:pt x="8" y="36"/>
                    </a:lnTo>
                    <a:lnTo>
                      <a:pt x="4" y="47"/>
                    </a:lnTo>
                    <a:lnTo>
                      <a:pt x="1" y="58"/>
                    </a:lnTo>
                    <a:lnTo>
                      <a:pt x="0" y="71"/>
                    </a:lnTo>
                    <a:lnTo>
                      <a:pt x="0" y="86"/>
                    </a:lnTo>
                    <a:lnTo>
                      <a:pt x="270" y="597"/>
                    </a:lnTo>
                    <a:lnTo>
                      <a:pt x="348" y="543"/>
                    </a:lnTo>
                    <a:lnTo>
                      <a:pt x="44" y="0"/>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18451" name="Oval 157">
                <a:extLst>
                  <a:ext uri="{FF2B5EF4-FFF2-40B4-BE49-F238E27FC236}">
                    <a16:creationId xmlns:a16="http://schemas.microsoft.com/office/drawing/2014/main" id="{9899B4A0-B708-3F48-A517-6FCC54D07251}"/>
                  </a:ext>
                </a:extLst>
              </p:cNvPr>
              <p:cNvSpPr>
                <a:spLocks noChangeArrowheads="1"/>
              </p:cNvSpPr>
              <p:nvPr/>
            </p:nvSpPr>
            <p:spPr bwMode="auto">
              <a:xfrm>
                <a:off x="3410" y="2966"/>
                <a:ext cx="190" cy="183"/>
              </a:xfrm>
              <a:prstGeom prst="ellipse">
                <a:avLst/>
              </a:prstGeom>
              <a:solidFill>
                <a:srgbClr val="7F5F3F"/>
              </a:solidFill>
              <a:ln w="12700">
                <a:solidFill>
                  <a:srgbClr val="000000"/>
                </a:solidFill>
                <a:round/>
                <a:headEnd/>
                <a:tailEnd/>
              </a:ln>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nodeType="after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p:cTn id="7" dur="1000" fill="hold"/>
                                        <p:tgtEl>
                                          <p:spTgt spid="28"/>
                                        </p:tgtEl>
                                        <p:attrNameLst>
                                          <p:attrName>ppt_w</p:attrName>
                                        </p:attrNameLst>
                                      </p:cBhvr>
                                      <p:tavLst>
                                        <p:tav tm="0">
                                          <p:val>
                                            <p:fltVal val="0"/>
                                          </p:val>
                                        </p:tav>
                                        <p:tav tm="100000">
                                          <p:val>
                                            <p:strVal val="#ppt_w"/>
                                          </p:val>
                                        </p:tav>
                                      </p:tavLst>
                                    </p:anim>
                                    <p:anim calcmode="lin" valueType="num">
                                      <p:cBhvr>
                                        <p:cTn id="8" dur="1000" fill="hold"/>
                                        <p:tgtEl>
                                          <p:spTgt spid="28"/>
                                        </p:tgtEl>
                                        <p:attrNameLst>
                                          <p:attrName>ppt_h</p:attrName>
                                        </p:attrNameLst>
                                      </p:cBhvr>
                                      <p:tavLst>
                                        <p:tav tm="0">
                                          <p:val>
                                            <p:fltVal val="0"/>
                                          </p:val>
                                        </p:tav>
                                        <p:tav tm="100000">
                                          <p:val>
                                            <p:strVal val="#ppt_h"/>
                                          </p:val>
                                        </p:tav>
                                      </p:tavLst>
                                    </p:anim>
                                    <p:anim calcmode="lin" valueType="num">
                                      <p:cBhvr>
                                        <p:cTn id="9" dur="1000" fill="hold"/>
                                        <p:tgtEl>
                                          <p:spTgt spid="28"/>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8"/>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481" name="Object 2">
            <a:extLst>
              <a:ext uri="{FF2B5EF4-FFF2-40B4-BE49-F238E27FC236}">
                <a16:creationId xmlns:a16="http://schemas.microsoft.com/office/drawing/2014/main" id="{016CAF54-E548-6E42-8A13-CCFF21B08D58}"/>
              </a:ext>
            </a:extLst>
          </p:cNvPr>
          <p:cNvGraphicFramePr>
            <a:graphicFrameLocks noChangeAspect="1"/>
          </p:cNvGraphicFramePr>
          <p:nvPr>
            <p:extLst>
              <p:ext uri="{D42A27DB-BD31-4B8C-83A1-F6EECF244321}">
                <p14:modId xmlns:p14="http://schemas.microsoft.com/office/powerpoint/2010/main" val="358965979"/>
              </p:ext>
            </p:extLst>
          </p:nvPr>
        </p:nvGraphicFramePr>
        <p:xfrm>
          <a:off x="194872" y="433388"/>
          <a:ext cx="8949128" cy="6138862"/>
        </p:xfrm>
        <a:graphic>
          <a:graphicData uri="http://schemas.openxmlformats.org/presentationml/2006/ole">
            <mc:AlternateContent xmlns:mc="http://schemas.openxmlformats.org/markup-compatibility/2006">
              <mc:Choice xmlns:v="urn:schemas-microsoft-com:vml" Requires="v">
                <p:oleObj spid="_x0000_s1025" name="Figura" r:id="rId3" imgW="5422900" imgH="3619500" progId="Word.Picture.8">
                  <p:embed/>
                </p:oleObj>
              </mc:Choice>
              <mc:Fallback>
                <p:oleObj name="Figura" r:id="rId3" imgW="5422900" imgH="3619500" progId="Word.Picture.8">
                  <p:embed/>
                  <p:pic>
                    <p:nvPicPr>
                      <p:cNvPr id="20481" name="Object 2">
                        <a:extLst>
                          <a:ext uri="{FF2B5EF4-FFF2-40B4-BE49-F238E27FC236}">
                            <a16:creationId xmlns:a16="http://schemas.microsoft.com/office/drawing/2014/main" id="{016CAF54-E548-6E42-8A13-CCFF21B08D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4872" y="433388"/>
                        <a:ext cx="8949128" cy="6138862"/>
                      </a:xfrm>
                      <a:prstGeom prst="rect">
                        <a:avLst/>
                      </a:prstGeom>
                      <a:noFill/>
                      <a:ln>
                        <a:noFill/>
                      </a:ln>
                    </p:spPr>
                  </p:pic>
                </p:oleObj>
              </mc:Fallback>
            </mc:AlternateContent>
          </a:graphicData>
        </a:graphic>
      </p:graphicFrame>
      <p:sp>
        <p:nvSpPr>
          <p:cNvPr id="5" name="Retângulo 4">
            <a:extLst>
              <a:ext uri="{FF2B5EF4-FFF2-40B4-BE49-F238E27FC236}">
                <a16:creationId xmlns:a16="http://schemas.microsoft.com/office/drawing/2014/main" id="{091C2964-1EE8-6E4B-AA5C-D021C5896E49}"/>
              </a:ext>
            </a:extLst>
          </p:cNvPr>
          <p:cNvSpPr/>
          <p:nvPr/>
        </p:nvSpPr>
        <p:spPr>
          <a:xfrm>
            <a:off x="194872" y="263525"/>
            <a:ext cx="3165475" cy="339725"/>
          </a:xfrm>
          <a:prstGeom prst="rect">
            <a:avLst/>
          </a:prstGeom>
        </p:spPr>
        <p:txBody>
          <a:bodyPr wrap="none">
            <a:spAutoFit/>
          </a:bodyPr>
          <a:lstStyle/>
          <a:p>
            <a:pPr algn="ctr" eaLnBrk="1" hangingPunct="1">
              <a:spcBef>
                <a:spcPct val="50000"/>
              </a:spcBef>
              <a:defRPr/>
            </a:pPr>
            <a:r>
              <a:rPr lang="pt-BR" b="1" kern="0" dirty="0">
                <a:solidFill>
                  <a:srgbClr val="000096"/>
                </a:solidFill>
                <a:latin typeface="Arial" charset="0"/>
                <a:ea typeface="+mn-ea"/>
              </a:rPr>
              <a:t>PROJETO CONCEITUAL</a:t>
            </a:r>
            <a:endParaRPr lang="pt-BR" dirty="0">
              <a:latin typeface="Arial" charset="0"/>
              <a:ea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505" name="Object 2">
            <a:extLst>
              <a:ext uri="{FF2B5EF4-FFF2-40B4-BE49-F238E27FC236}">
                <a16:creationId xmlns:a16="http://schemas.microsoft.com/office/drawing/2014/main" id="{21DD994D-4CAB-694E-83DE-EE6368841DD6}"/>
              </a:ext>
            </a:extLst>
          </p:cNvPr>
          <p:cNvGraphicFramePr>
            <a:graphicFrameLocks noChangeAspect="1"/>
          </p:cNvGraphicFramePr>
          <p:nvPr/>
        </p:nvGraphicFramePr>
        <p:xfrm>
          <a:off x="0" y="520700"/>
          <a:ext cx="9188450" cy="6138863"/>
        </p:xfrm>
        <a:graphic>
          <a:graphicData uri="http://schemas.openxmlformats.org/presentationml/2006/ole">
            <mc:AlternateContent xmlns:mc="http://schemas.openxmlformats.org/markup-compatibility/2006">
              <mc:Choice xmlns:v="urn:schemas-microsoft-com:vml" Requires="v">
                <p:oleObj spid="_x0000_s2049" name="Figura" r:id="rId3" imgW="5422900" imgH="3619500" progId="Word.Picture.8">
                  <p:embed/>
                </p:oleObj>
              </mc:Choice>
              <mc:Fallback>
                <p:oleObj name="Figura" r:id="rId3" imgW="5422900" imgH="3619500" progId="Word.Picture.8">
                  <p:embed/>
                  <p:pic>
                    <p:nvPicPr>
                      <p:cNvPr id="21505" name="Object 2">
                        <a:extLst>
                          <a:ext uri="{FF2B5EF4-FFF2-40B4-BE49-F238E27FC236}">
                            <a16:creationId xmlns:a16="http://schemas.microsoft.com/office/drawing/2014/main" id="{21DD994D-4CAB-694E-83DE-EE6368841D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20700"/>
                        <a:ext cx="9188450" cy="6138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Retângulo 4">
            <a:extLst>
              <a:ext uri="{FF2B5EF4-FFF2-40B4-BE49-F238E27FC236}">
                <a16:creationId xmlns:a16="http://schemas.microsoft.com/office/drawing/2014/main" id="{2CDFADC0-29A7-2445-A33C-A3060363EEA3}"/>
              </a:ext>
            </a:extLst>
          </p:cNvPr>
          <p:cNvSpPr/>
          <p:nvPr/>
        </p:nvSpPr>
        <p:spPr>
          <a:xfrm>
            <a:off x="319088" y="322263"/>
            <a:ext cx="3165475" cy="339725"/>
          </a:xfrm>
          <a:prstGeom prst="rect">
            <a:avLst/>
          </a:prstGeom>
        </p:spPr>
        <p:txBody>
          <a:bodyPr wrap="none">
            <a:spAutoFit/>
          </a:bodyPr>
          <a:lstStyle/>
          <a:p>
            <a:pPr algn="ctr" eaLnBrk="1" hangingPunct="1">
              <a:spcBef>
                <a:spcPct val="50000"/>
              </a:spcBef>
              <a:defRPr/>
            </a:pPr>
            <a:r>
              <a:rPr lang="pt-BR" b="1" kern="0" dirty="0">
                <a:solidFill>
                  <a:srgbClr val="000096"/>
                </a:solidFill>
                <a:latin typeface="Arial" charset="0"/>
                <a:ea typeface="+mn-ea"/>
              </a:rPr>
              <a:t>PROJETO CONCEITUAL</a:t>
            </a:r>
            <a:endParaRPr lang="pt-BR" dirty="0">
              <a:latin typeface="Arial" charset="0"/>
              <a:ea typeface="+mn-ea"/>
            </a:endParaRPr>
          </a:p>
        </p:txBody>
      </p:sp>
      <p:grpSp>
        <p:nvGrpSpPr>
          <p:cNvPr id="2" name="Group 106">
            <a:extLst>
              <a:ext uri="{FF2B5EF4-FFF2-40B4-BE49-F238E27FC236}">
                <a16:creationId xmlns:a16="http://schemas.microsoft.com/office/drawing/2014/main" id="{F29055D9-A339-5F42-BD89-82AFFE6E680E}"/>
              </a:ext>
            </a:extLst>
          </p:cNvPr>
          <p:cNvGrpSpPr>
            <a:grpSpLocks/>
          </p:cNvGrpSpPr>
          <p:nvPr/>
        </p:nvGrpSpPr>
        <p:grpSpPr bwMode="auto">
          <a:xfrm rot="15623127">
            <a:off x="7294932" y="1878462"/>
            <a:ext cx="2116929" cy="3468688"/>
            <a:chOff x="2181" y="1183"/>
            <a:chExt cx="1419" cy="1966"/>
          </a:xfrm>
        </p:grpSpPr>
        <p:grpSp>
          <p:nvGrpSpPr>
            <p:cNvPr id="21508" name="Group 107">
              <a:extLst>
                <a:ext uri="{FF2B5EF4-FFF2-40B4-BE49-F238E27FC236}">
                  <a16:creationId xmlns:a16="http://schemas.microsoft.com/office/drawing/2014/main" id="{200473BF-1FE4-7946-999F-3801CEFAFE1A}"/>
                </a:ext>
              </a:extLst>
            </p:cNvPr>
            <p:cNvGrpSpPr>
              <a:grpSpLocks/>
            </p:cNvGrpSpPr>
            <p:nvPr/>
          </p:nvGrpSpPr>
          <p:grpSpPr bwMode="auto">
            <a:xfrm>
              <a:off x="2181" y="1183"/>
              <a:ext cx="1203" cy="1195"/>
              <a:chOff x="2181" y="1183"/>
              <a:chExt cx="1203" cy="1195"/>
            </a:xfrm>
          </p:grpSpPr>
          <p:grpSp>
            <p:nvGrpSpPr>
              <p:cNvPr id="21545" name="Group 108">
                <a:extLst>
                  <a:ext uri="{FF2B5EF4-FFF2-40B4-BE49-F238E27FC236}">
                    <a16:creationId xmlns:a16="http://schemas.microsoft.com/office/drawing/2014/main" id="{A3B084E1-8F79-834F-95A3-D9CE1C093F3E}"/>
                  </a:ext>
                </a:extLst>
              </p:cNvPr>
              <p:cNvGrpSpPr>
                <a:grpSpLocks/>
              </p:cNvGrpSpPr>
              <p:nvPr/>
            </p:nvGrpSpPr>
            <p:grpSpPr bwMode="auto">
              <a:xfrm>
                <a:off x="2203" y="1197"/>
                <a:ext cx="1181" cy="1180"/>
                <a:chOff x="2203" y="1197"/>
                <a:chExt cx="1181" cy="1180"/>
              </a:xfrm>
            </p:grpSpPr>
            <p:grpSp>
              <p:nvGrpSpPr>
                <p:cNvPr id="21551" name="Group 109">
                  <a:extLst>
                    <a:ext uri="{FF2B5EF4-FFF2-40B4-BE49-F238E27FC236}">
                      <a16:creationId xmlns:a16="http://schemas.microsoft.com/office/drawing/2014/main" id="{5659924B-9054-634C-8961-87631B34427C}"/>
                    </a:ext>
                  </a:extLst>
                </p:cNvPr>
                <p:cNvGrpSpPr>
                  <a:grpSpLocks/>
                </p:cNvGrpSpPr>
                <p:nvPr/>
              </p:nvGrpSpPr>
              <p:grpSpPr bwMode="auto">
                <a:xfrm>
                  <a:off x="2203" y="1197"/>
                  <a:ext cx="1181" cy="1180"/>
                  <a:chOff x="2203" y="1197"/>
                  <a:chExt cx="1181" cy="1180"/>
                </a:xfrm>
              </p:grpSpPr>
              <p:sp>
                <p:nvSpPr>
                  <p:cNvPr id="21557" name="Freeform 110">
                    <a:extLst>
                      <a:ext uri="{FF2B5EF4-FFF2-40B4-BE49-F238E27FC236}">
                        <a16:creationId xmlns:a16="http://schemas.microsoft.com/office/drawing/2014/main" id="{D662595A-FEFA-1648-8CF8-126F51EA23CD}"/>
                      </a:ext>
                    </a:extLst>
                  </p:cNvPr>
                  <p:cNvSpPr>
                    <a:spLocks/>
                  </p:cNvSpPr>
                  <p:nvPr/>
                </p:nvSpPr>
                <p:spPr bwMode="auto">
                  <a:xfrm>
                    <a:off x="2203" y="1197"/>
                    <a:ext cx="1003" cy="685"/>
                  </a:xfrm>
                  <a:custGeom>
                    <a:avLst/>
                    <a:gdLst>
                      <a:gd name="T0" fmla="*/ 21 w 1003"/>
                      <a:gd name="T1" fmla="*/ 685 h 685"/>
                      <a:gd name="T2" fmla="*/ 6 w 1003"/>
                      <a:gd name="T3" fmla="*/ 604 h 685"/>
                      <a:gd name="T4" fmla="*/ 0 w 1003"/>
                      <a:gd name="T5" fmla="*/ 526 h 685"/>
                      <a:gd name="T6" fmla="*/ 3 w 1003"/>
                      <a:gd name="T7" fmla="*/ 472 h 685"/>
                      <a:gd name="T8" fmla="*/ 12 w 1003"/>
                      <a:gd name="T9" fmla="*/ 423 h 685"/>
                      <a:gd name="T10" fmla="*/ 27 w 1003"/>
                      <a:gd name="T11" fmla="*/ 369 h 685"/>
                      <a:gd name="T12" fmla="*/ 51 w 1003"/>
                      <a:gd name="T13" fmla="*/ 315 h 685"/>
                      <a:gd name="T14" fmla="*/ 81 w 1003"/>
                      <a:gd name="T15" fmla="*/ 258 h 685"/>
                      <a:gd name="T16" fmla="*/ 111 w 1003"/>
                      <a:gd name="T17" fmla="*/ 213 h 685"/>
                      <a:gd name="T18" fmla="*/ 147 w 1003"/>
                      <a:gd name="T19" fmla="*/ 168 h 685"/>
                      <a:gd name="T20" fmla="*/ 189 w 1003"/>
                      <a:gd name="T21" fmla="*/ 129 h 685"/>
                      <a:gd name="T22" fmla="*/ 231 w 1003"/>
                      <a:gd name="T23" fmla="*/ 96 h 685"/>
                      <a:gd name="T24" fmla="*/ 276 w 1003"/>
                      <a:gd name="T25" fmla="*/ 69 h 685"/>
                      <a:gd name="T26" fmla="*/ 331 w 1003"/>
                      <a:gd name="T27" fmla="*/ 45 h 685"/>
                      <a:gd name="T28" fmla="*/ 394 w 1003"/>
                      <a:gd name="T29" fmla="*/ 24 h 685"/>
                      <a:gd name="T30" fmla="*/ 448 w 1003"/>
                      <a:gd name="T31" fmla="*/ 9 h 685"/>
                      <a:gd name="T32" fmla="*/ 514 w 1003"/>
                      <a:gd name="T33" fmla="*/ 0 h 685"/>
                      <a:gd name="T34" fmla="*/ 598 w 1003"/>
                      <a:gd name="T35" fmla="*/ 0 h 685"/>
                      <a:gd name="T36" fmla="*/ 661 w 1003"/>
                      <a:gd name="T37" fmla="*/ 12 h 685"/>
                      <a:gd name="T38" fmla="*/ 736 w 1003"/>
                      <a:gd name="T39" fmla="*/ 30 h 685"/>
                      <a:gd name="T40" fmla="*/ 811 w 1003"/>
                      <a:gd name="T41" fmla="*/ 63 h 685"/>
                      <a:gd name="T42" fmla="*/ 877 w 1003"/>
                      <a:gd name="T43" fmla="*/ 102 h 685"/>
                      <a:gd name="T44" fmla="*/ 922 w 1003"/>
                      <a:gd name="T45" fmla="*/ 141 h 685"/>
                      <a:gd name="T46" fmla="*/ 967 w 1003"/>
                      <a:gd name="T47" fmla="*/ 186 h 685"/>
                      <a:gd name="T48" fmla="*/ 1003 w 1003"/>
                      <a:gd name="T49" fmla="*/ 231 h 685"/>
                      <a:gd name="T50" fmla="*/ 907 w 1003"/>
                      <a:gd name="T51" fmla="*/ 159 h 685"/>
                      <a:gd name="T52" fmla="*/ 856 w 1003"/>
                      <a:gd name="T53" fmla="*/ 129 h 685"/>
                      <a:gd name="T54" fmla="*/ 802 w 1003"/>
                      <a:gd name="T55" fmla="*/ 108 h 685"/>
                      <a:gd name="T56" fmla="*/ 733 w 1003"/>
                      <a:gd name="T57" fmla="*/ 87 h 685"/>
                      <a:gd name="T58" fmla="*/ 667 w 1003"/>
                      <a:gd name="T59" fmla="*/ 78 h 685"/>
                      <a:gd name="T60" fmla="*/ 595 w 1003"/>
                      <a:gd name="T61" fmla="*/ 75 h 685"/>
                      <a:gd name="T62" fmla="*/ 541 w 1003"/>
                      <a:gd name="T63" fmla="*/ 78 h 685"/>
                      <a:gd name="T64" fmla="*/ 484 w 1003"/>
                      <a:gd name="T65" fmla="*/ 87 h 685"/>
                      <a:gd name="T66" fmla="*/ 427 w 1003"/>
                      <a:gd name="T67" fmla="*/ 102 h 685"/>
                      <a:gd name="T68" fmla="*/ 373 w 1003"/>
                      <a:gd name="T69" fmla="*/ 120 h 685"/>
                      <a:gd name="T70" fmla="*/ 313 w 1003"/>
                      <a:gd name="T71" fmla="*/ 150 h 685"/>
                      <a:gd name="T72" fmla="*/ 267 w 1003"/>
                      <a:gd name="T73" fmla="*/ 177 h 685"/>
                      <a:gd name="T74" fmla="*/ 228 w 1003"/>
                      <a:gd name="T75" fmla="*/ 210 h 685"/>
                      <a:gd name="T76" fmla="*/ 183 w 1003"/>
                      <a:gd name="T77" fmla="*/ 246 h 685"/>
                      <a:gd name="T78" fmla="*/ 147 w 1003"/>
                      <a:gd name="T79" fmla="*/ 285 h 685"/>
                      <a:gd name="T80" fmla="*/ 111 w 1003"/>
                      <a:gd name="T81" fmla="*/ 339 h 685"/>
                      <a:gd name="T82" fmla="*/ 78 w 1003"/>
                      <a:gd name="T83" fmla="*/ 396 h 685"/>
                      <a:gd name="T84" fmla="*/ 57 w 1003"/>
                      <a:gd name="T85" fmla="*/ 450 h 685"/>
                      <a:gd name="T86" fmla="*/ 39 w 1003"/>
                      <a:gd name="T87" fmla="*/ 514 h 685"/>
                      <a:gd name="T88" fmla="*/ 27 w 1003"/>
                      <a:gd name="T89" fmla="*/ 592 h 685"/>
                      <a:gd name="T90" fmla="*/ 21 w 1003"/>
                      <a:gd name="T91" fmla="*/ 685 h 68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003"/>
                      <a:gd name="T139" fmla="*/ 0 h 685"/>
                      <a:gd name="T140" fmla="*/ 1003 w 1003"/>
                      <a:gd name="T141" fmla="*/ 685 h 685"/>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003" h="685">
                        <a:moveTo>
                          <a:pt x="21" y="685"/>
                        </a:moveTo>
                        <a:lnTo>
                          <a:pt x="6" y="604"/>
                        </a:lnTo>
                        <a:lnTo>
                          <a:pt x="0" y="526"/>
                        </a:lnTo>
                        <a:lnTo>
                          <a:pt x="3" y="472"/>
                        </a:lnTo>
                        <a:lnTo>
                          <a:pt x="12" y="423"/>
                        </a:lnTo>
                        <a:lnTo>
                          <a:pt x="27" y="369"/>
                        </a:lnTo>
                        <a:lnTo>
                          <a:pt x="51" y="315"/>
                        </a:lnTo>
                        <a:lnTo>
                          <a:pt x="81" y="258"/>
                        </a:lnTo>
                        <a:lnTo>
                          <a:pt x="111" y="213"/>
                        </a:lnTo>
                        <a:lnTo>
                          <a:pt x="147" y="168"/>
                        </a:lnTo>
                        <a:lnTo>
                          <a:pt x="189" y="129"/>
                        </a:lnTo>
                        <a:lnTo>
                          <a:pt x="231" y="96"/>
                        </a:lnTo>
                        <a:lnTo>
                          <a:pt x="276" y="69"/>
                        </a:lnTo>
                        <a:lnTo>
                          <a:pt x="331" y="45"/>
                        </a:lnTo>
                        <a:lnTo>
                          <a:pt x="394" y="24"/>
                        </a:lnTo>
                        <a:lnTo>
                          <a:pt x="448" y="9"/>
                        </a:lnTo>
                        <a:lnTo>
                          <a:pt x="514" y="0"/>
                        </a:lnTo>
                        <a:lnTo>
                          <a:pt x="598" y="0"/>
                        </a:lnTo>
                        <a:lnTo>
                          <a:pt x="661" y="12"/>
                        </a:lnTo>
                        <a:lnTo>
                          <a:pt x="736" y="30"/>
                        </a:lnTo>
                        <a:lnTo>
                          <a:pt x="811" y="63"/>
                        </a:lnTo>
                        <a:lnTo>
                          <a:pt x="877" y="102"/>
                        </a:lnTo>
                        <a:lnTo>
                          <a:pt x="922" y="141"/>
                        </a:lnTo>
                        <a:lnTo>
                          <a:pt x="967" y="186"/>
                        </a:lnTo>
                        <a:lnTo>
                          <a:pt x="1003" y="231"/>
                        </a:lnTo>
                        <a:lnTo>
                          <a:pt x="907" y="159"/>
                        </a:lnTo>
                        <a:lnTo>
                          <a:pt x="856" y="129"/>
                        </a:lnTo>
                        <a:lnTo>
                          <a:pt x="802" y="108"/>
                        </a:lnTo>
                        <a:lnTo>
                          <a:pt x="733" y="87"/>
                        </a:lnTo>
                        <a:lnTo>
                          <a:pt x="667" y="78"/>
                        </a:lnTo>
                        <a:lnTo>
                          <a:pt x="595" y="75"/>
                        </a:lnTo>
                        <a:lnTo>
                          <a:pt x="541" y="78"/>
                        </a:lnTo>
                        <a:lnTo>
                          <a:pt x="484" y="87"/>
                        </a:lnTo>
                        <a:lnTo>
                          <a:pt x="427" y="102"/>
                        </a:lnTo>
                        <a:lnTo>
                          <a:pt x="373" y="120"/>
                        </a:lnTo>
                        <a:lnTo>
                          <a:pt x="313" y="150"/>
                        </a:lnTo>
                        <a:lnTo>
                          <a:pt x="267" y="177"/>
                        </a:lnTo>
                        <a:lnTo>
                          <a:pt x="228" y="210"/>
                        </a:lnTo>
                        <a:lnTo>
                          <a:pt x="183" y="246"/>
                        </a:lnTo>
                        <a:lnTo>
                          <a:pt x="147" y="285"/>
                        </a:lnTo>
                        <a:lnTo>
                          <a:pt x="111" y="339"/>
                        </a:lnTo>
                        <a:lnTo>
                          <a:pt x="78" y="396"/>
                        </a:lnTo>
                        <a:lnTo>
                          <a:pt x="57" y="450"/>
                        </a:lnTo>
                        <a:lnTo>
                          <a:pt x="39" y="514"/>
                        </a:lnTo>
                        <a:lnTo>
                          <a:pt x="27" y="592"/>
                        </a:lnTo>
                        <a:lnTo>
                          <a:pt x="21" y="68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1558" name="Freeform 111">
                    <a:extLst>
                      <a:ext uri="{FF2B5EF4-FFF2-40B4-BE49-F238E27FC236}">
                        <a16:creationId xmlns:a16="http://schemas.microsoft.com/office/drawing/2014/main" id="{30700317-8D21-BB47-A820-94FC10F9430D}"/>
                      </a:ext>
                    </a:extLst>
                  </p:cNvPr>
                  <p:cNvSpPr>
                    <a:spLocks/>
                  </p:cNvSpPr>
                  <p:nvPr/>
                </p:nvSpPr>
                <p:spPr bwMode="auto">
                  <a:xfrm>
                    <a:off x="2278" y="1536"/>
                    <a:ext cx="1106" cy="841"/>
                  </a:xfrm>
                  <a:custGeom>
                    <a:avLst/>
                    <a:gdLst>
                      <a:gd name="T0" fmla="*/ 0 w 1106"/>
                      <a:gd name="T1" fmla="*/ 511 h 841"/>
                      <a:gd name="T2" fmla="*/ 63 w 1106"/>
                      <a:gd name="T3" fmla="*/ 583 h 841"/>
                      <a:gd name="T4" fmla="*/ 132 w 1106"/>
                      <a:gd name="T5" fmla="*/ 646 h 841"/>
                      <a:gd name="T6" fmla="*/ 195 w 1106"/>
                      <a:gd name="T7" fmla="*/ 682 h 841"/>
                      <a:gd name="T8" fmla="*/ 286 w 1106"/>
                      <a:gd name="T9" fmla="*/ 721 h 841"/>
                      <a:gd name="T10" fmla="*/ 358 w 1106"/>
                      <a:gd name="T11" fmla="*/ 742 h 841"/>
                      <a:gd name="T12" fmla="*/ 424 w 1106"/>
                      <a:gd name="T13" fmla="*/ 751 h 841"/>
                      <a:gd name="T14" fmla="*/ 502 w 1106"/>
                      <a:gd name="T15" fmla="*/ 751 h 841"/>
                      <a:gd name="T16" fmla="*/ 559 w 1106"/>
                      <a:gd name="T17" fmla="*/ 745 h 841"/>
                      <a:gd name="T18" fmla="*/ 628 w 1106"/>
                      <a:gd name="T19" fmla="*/ 733 h 841"/>
                      <a:gd name="T20" fmla="*/ 697 w 1106"/>
                      <a:gd name="T21" fmla="*/ 712 h 841"/>
                      <a:gd name="T22" fmla="*/ 754 w 1106"/>
                      <a:gd name="T23" fmla="*/ 682 h 841"/>
                      <a:gd name="T24" fmla="*/ 808 w 1106"/>
                      <a:gd name="T25" fmla="*/ 649 h 841"/>
                      <a:gd name="T26" fmla="*/ 856 w 1106"/>
                      <a:gd name="T27" fmla="*/ 616 h 841"/>
                      <a:gd name="T28" fmla="*/ 904 w 1106"/>
                      <a:gd name="T29" fmla="*/ 568 h 841"/>
                      <a:gd name="T30" fmla="*/ 952 w 1106"/>
                      <a:gd name="T31" fmla="*/ 514 h 841"/>
                      <a:gd name="T32" fmla="*/ 989 w 1106"/>
                      <a:gd name="T33" fmla="*/ 463 h 841"/>
                      <a:gd name="T34" fmla="*/ 1010 w 1106"/>
                      <a:gd name="T35" fmla="*/ 412 h 841"/>
                      <a:gd name="T36" fmla="*/ 1037 w 1106"/>
                      <a:gd name="T37" fmla="*/ 331 h 841"/>
                      <a:gd name="T38" fmla="*/ 1055 w 1106"/>
                      <a:gd name="T39" fmla="*/ 247 h 841"/>
                      <a:gd name="T40" fmla="*/ 1058 w 1106"/>
                      <a:gd name="T41" fmla="*/ 172 h 841"/>
                      <a:gd name="T42" fmla="*/ 1046 w 1106"/>
                      <a:gd name="T43" fmla="*/ 90 h 841"/>
                      <a:gd name="T44" fmla="*/ 1019 w 1106"/>
                      <a:gd name="T45" fmla="*/ 0 h 841"/>
                      <a:gd name="T46" fmla="*/ 1046 w 1106"/>
                      <a:gd name="T47" fmla="*/ 48 h 841"/>
                      <a:gd name="T48" fmla="*/ 1076 w 1106"/>
                      <a:gd name="T49" fmla="*/ 117 h 841"/>
                      <a:gd name="T50" fmla="*/ 1091 w 1106"/>
                      <a:gd name="T51" fmla="*/ 181 h 841"/>
                      <a:gd name="T52" fmla="*/ 1106 w 1106"/>
                      <a:gd name="T53" fmla="*/ 241 h 841"/>
                      <a:gd name="T54" fmla="*/ 1103 w 1106"/>
                      <a:gd name="T55" fmla="*/ 292 h 841"/>
                      <a:gd name="T56" fmla="*/ 1100 w 1106"/>
                      <a:gd name="T57" fmla="*/ 361 h 841"/>
                      <a:gd name="T58" fmla="*/ 1064 w 1106"/>
                      <a:gd name="T59" fmla="*/ 493 h 841"/>
                      <a:gd name="T60" fmla="*/ 1028 w 1106"/>
                      <a:gd name="T61" fmla="*/ 565 h 841"/>
                      <a:gd name="T62" fmla="*/ 983 w 1106"/>
                      <a:gd name="T63" fmla="*/ 628 h 841"/>
                      <a:gd name="T64" fmla="*/ 934 w 1106"/>
                      <a:gd name="T65" fmla="*/ 682 h 841"/>
                      <a:gd name="T66" fmla="*/ 886 w 1106"/>
                      <a:gd name="T67" fmla="*/ 721 h 841"/>
                      <a:gd name="T68" fmla="*/ 820 w 1106"/>
                      <a:gd name="T69" fmla="*/ 766 h 841"/>
                      <a:gd name="T70" fmla="*/ 754 w 1106"/>
                      <a:gd name="T71" fmla="*/ 796 h 841"/>
                      <a:gd name="T72" fmla="*/ 691 w 1106"/>
                      <a:gd name="T73" fmla="*/ 817 h 841"/>
                      <a:gd name="T74" fmla="*/ 610 w 1106"/>
                      <a:gd name="T75" fmla="*/ 838 h 841"/>
                      <a:gd name="T76" fmla="*/ 550 w 1106"/>
                      <a:gd name="T77" fmla="*/ 841 h 841"/>
                      <a:gd name="T78" fmla="*/ 484 w 1106"/>
                      <a:gd name="T79" fmla="*/ 841 h 841"/>
                      <a:gd name="T80" fmla="*/ 418 w 1106"/>
                      <a:gd name="T81" fmla="*/ 829 h 841"/>
                      <a:gd name="T82" fmla="*/ 346 w 1106"/>
                      <a:gd name="T83" fmla="*/ 814 h 841"/>
                      <a:gd name="T84" fmla="*/ 298 w 1106"/>
                      <a:gd name="T85" fmla="*/ 796 h 841"/>
                      <a:gd name="T86" fmla="*/ 234 w 1106"/>
                      <a:gd name="T87" fmla="*/ 763 h 841"/>
                      <a:gd name="T88" fmla="*/ 180 w 1106"/>
                      <a:gd name="T89" fmla="*/ 733 h 841"/>
                      <a:gd name="T90" fmla="*/ 129 w 1106"/>
                      <a:gd name="T91" fmla="*/ 691 h 841"/>
                      <a:gd name="T92" fmla="*/ 75 w 1106"/>
                      <a:gd name="T93" fmla="*/ 634 h 841"/>
                      <a:gd name="T94" fmla="*/ 24 w 1106"/>
                      <a:gd name="T95" fmla="*/ 562 h 841"/>
                      <a:gd name="T96" fmla="*/ 0 w 1106"/>
                      <a:gd name="T97" fmla="*/ 511 h 84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106"/>
                      <a:gd name="T148" fmla="*/ 0 h 841"/>
                      <a:gd name="T149" fmla="*/ 1106 w 1106"/>
                      <a:gd name="T150" fmla="*/ 841 h 841"/>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106" h="841">
                        <a:moveTo>
                          <a:pt x="0" y="511"/>
                        </a:moveTo>
                        <a:lnTo>
                          <a:pt x="63" y="583"/>
                        </a:lnTo>
                        <a:lnTo>
                          <a:pt x="132" y="646"/>
                        </a:lnTo>
                        <a:lnTo>
                          <a:pt x="195" y="682"/>
                        </a:lnTo>
                        <a:lnTo>
                          <a:pt x="286" y="721"/>
                        </a:lnTo>
                        <a:lnTo>
                          <a:pt x="358" y="742"/>
                        </a:lnTo>
                        <a:lnTo>
                          <a:pt x="424" y="751"/>
                        </a:lnTo>
                        <a:lnTo>
                          <a:pt x="502" y="751"/>
                        </a:lnTo>
                        <a:lnTo>
                          <a:pt x="559" y="745"/>
                        </a:lnTo>
                        <a:lnTo>
                          <a:pt x="628" y="733"/>
                        </a:lnTo>
                        <a:lnTo>
                          <a:pt x="697" y="712"/>
                        </a:lnTo>
                        <a:lnTo>
                          <a:pt x="754" y="682"/>
                        </a:lnTo>
                        <a:lnTo>
                          <a:pt x="808" y="649"/>
                        </a:lnTo>
                        <a:lnTo>
                          <a:pt x="856" y="616"/>
                        </a:lnTo>
                        <a:lnTo>
                          <a:pt x="904" y="568"/>
                        </a:lnTo>
                        <a:lnTo>
                          <a:pt x="952" y="514"/>
                        </a:lnTo>
                        <a:lnTo>
                          <a:pt x="989" y="463"/>
                        </a:lnTo>
                        <a:lnTo>
                          <a:pt x="1010" y="412"/>
                        </a:lnTo>
                        <a:lnTo>
                          <a:pt x="1037" y="331"/>
                        </a:lnTo>
                        <a:lnTo>
                          <a:pt x="1055" y="247"/>
                        </a:lnTo>
                        <a:lnTo>
                          <a:pt x="1058" y="172"/>
                        </a:lnTo>
                        <a:lnTo>
                          <a:pt x="1046" y="90"/>
                        </a:lnTo>
                        <a:lnTo>
                          <a:pt x="1019" y="0"/>
                        </a:lnTo>
                        <a:lnTo>
                          <a:pt x="1046" y="48"/>
                        </a:lnTo>
                        <a:lnTo>
                          <a:pt x="1076" y="117"/>
                        </a:lnTo>
                        <a:lnTo>
                          <a:pt x="1091" y="181"/>
                        </a:lnTo>
                        <a:lnTo>
                          <a:pt x="1106" y="241"/>
                        </a:lnTo>
                        <a:lnTo>
                          <a:pt x="1103" y="292"/>
                        </a:lnTo>
                        <a:lnTo>
                          <a:pt x="1100" y="361"/>
                        </a:lnTo>
                        <a:lnTo>
                          <a:pt x="1064" y="493"/>
                        </a:lnTo>
                        <a:lnTo>
                          <a:pt x="1028" y="565"/>
                        </a:lnTo>
                        <a:lnTo>
                          <a:pt x="983" y="628"/>
                        </a:lnTo>
                        <a:lnTo>
                          <a:pt x="934" y="682"/>
                        </a:lnTo>
                        <a:lnTo>
                          <a:pt x="886" y="721"/>
                        </a:lnTo>
                        <a:lnTo>
                          <a:pt x="820" y="766"/>
                        </a:lnTo>
                        <a:lnTo>
                          <a:pt x="754" y="796"/>
                        </a:lnTo>
                        <a:lnTo>
                          <a:pt x="691" y="817"/>
                        </a:lnTo>
                        <a:lnTo>
                          <a:pt x="610" y="838"/>
                        </a:lnTo>
                        <a:lnTo>
                          <a:pt x="550" y="841"/>
                        </a:lnTo>
                        <a:lnTo>
                          <a:pt x="484" y="841"/>
                        </a:lnTo>
                        <a:lnTo>
                          <a:pt x="418" y="829"/>
                        </a:lnTo>
                        <a:lnTo>
                          <a:pt x="346" y="814"/>
                        </a:lnTo>
                        <a:lnTo>
                          <a:pt x="298" y="796"/>
                        </a:lnTo>
                        <a:lnTo>
                          <a:pt x="234" y="763"/>
                        </a:lnTo>
                        <a:lnTo>
                          <a:pt x="180" y="733"/>
                        </a:lnTo>
                        <a:lnTo>
                          <a:pt x="129" y="691"/>
                        </a:lnTo>
                        <a:lnTo>
                          <a:pt x="75" y="634"/>
                        </a:lnTo>
                        <a:lnTo>
                          <a:pt x="24" y="562"/>
                        </a:lnTo>
                        <a:lnTo>
                          <a:pt x="0" y="511"/>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grpSp>
              <p:nvGrpSpPr>
                <p:cNvPr id="21552" name="Group 112">
                  <a:extLst>
                    <a:ext uri="{FF2B5EF4-FFF2-40B4-BE49-F238E27FC236}">
                      <a16:creationId xmlns:a16="http://schemas.microsoft.com/office/drawing/2014/main" id="{FF1BCBEB-8075-FF46-9711-91BA130E2915}"/>
                    </a:ext>
                  </a:extLst>
                </p:cNvPr>
                <p:cNvGrpSpPr>
                  <a:grpSpLocks/>
                </p:cNvGrpSpPr>
                <p:nvPr/>
              </p:nvGrpSpPr>
              <p:grpSpPr bwMode="auto">
                <a:xfrm>
                  <a:off x="2210" y="1213"/>
                  <a:ext cx="1172" cy="1113"/>
                  <a:chOff x="2210" y="1213"/>
                  <a:chExt cx="1172" cy="1113"/>
                </a:xfrm>
              </p:grpSpPr>
              <p:sp>
                <p:nvSpPr>
                  <p:cNvPr id="21553" name="Freeform 113">
                    <a:extLst>
                      <a:ext uri="{FF2B5EF4-FFF2-40B4-BE49-F238E27FC236}">
                        <a16:creationId xmlns:a16="http://schemas.microsoft.com/office/drawing/2014/main" id="{3720C437-FEFC-F14E-AC74-EBFDEDC2176B}"/>
                      </a:ext>
                    </a:extLst>
                  </p:cNvPr>
                  <p:cNvSpPr>
                    <a:spLocks/>
                  </p:cNvSpPr>
                  <p:nvPr/>
                </p:nvSpPr>
                <p:spPr bwMode="auto">
                  <a:xfrm>
                    <a:off x="2276" y="2048"/>
                    <a:ext cx="287" cy="278"/>
                  </a:xfrm>
                  <a:custGeom>
                    <a:avLst/>
                    <a:gdLst>
                      <a:gd name="T0" fmla="*/ 0 w 287"/>
                      <a:gd name="T1" fmla="*/ 0 h 278"/>
                      <a:gd name="T2" fmla="*/ 30 w 287"/>
                      <a:gd name="T3" fmla="*/ 56 h 278"/>
                      <a:gd name="T4" fmla="*/ 59 w 287"/>
                      <a:gd name="T5" fmla="*/ 99 h 278"/>
                      <a:gd name="T6" fmla="*/ 90 w 287"/>
                      <a:gd name="T7" fmla="*/ 138 h 278"/>
                      <a:gd name="T8" fmla="*/ 138 w 287"/>
                      <a:gd name="T9" fmla="*/ 185 h 278"/>
                      <a:gd name="T10" fmla="*/ 174 w 287"/>
                      <a:gd name="T11" fmla="*/ 215 h 278"/>
                      <a:gd name="T12" fmla="*/ 220 w 287"/>
                      <a:gd name="T13" fmla="*/ 244 h 278"/>
                      <a:gd name="T14" fmla="*/ 287 w 287"/>
                      <a:gd name="T15" fmla="*/ 278 h 278"/>
                      <a:gd name="T16" fmla="*/ 212 w 287"/>
                      <a:gd name="T17" fmla="*/ 176 h 278"/>
                      <a:gd name="T18" fmla="*/ 170 w 287"/>
                      <a:gd name="T19" fmla="*/ 152 h 278"/>
                      <a:gd name="T20" fmla="*/ 140 w 287"/>
                      <a:gd name="T21" fmla="*/ 131 h 278"/>
                      <a:gd name="T22" fmla="*/ 96 w 287"/>
                      <a:gd name="T23" fmla="*/ 101 h 278"/>
                      <a:gd name="T24" fmla="*/ 62 w 287"/>
                      <a:gd name="T25" fmla="*/ 69 h 278"/>
                      <a:gd name="T26" fmla="*/ 35 w 287"/>
                      <a:gd name="T27" fmla="*/ 42 h 278"/>
                      <a:gd name="T28" fmla="*/ 0 w 287"/>
                      <a:gd name="T29" fmla="*/ 0 h 27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87"/>
                      <a:gd name="T46" fmla="*/ 0 h 278"/>
                      <a:gd name="T47" fmla="*/ 287 w 287"/>
                      <a:gd name="T48" fmla="*/ 278 h 27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87" h="278">
                        <a:moveTo>
                          <a:pt x="0" y="0"/>
                        </a:moveTo>
                        <a:lnTo>
                          <a:pt x="30" y="56"/>
                        </a:lnTo>
                        <a:lnTo>
                          <a:pt x="59" y="99"/>
                        </a:lnTo>
                        <a:lnTo>
                          <a:pt x="90" y="138"/>
                        </a:lnTo>
                        <a:lnTo>
                          <a:pt x="138" y="185"/>
                        </a:lnTo>
                        <a:lnTo>
                          <a:pt x="174" y="215"/>
                        </a:lnTo>
                        <a:lnTo>
                          <a:pt x="220" y="244"/>
                        </a:lnTo>
                        <a:lnTo>
                          <a:pt x="287" y="278"/>
                        </a:lnTo>
                        <a:lnTo>
                          <a:pt x="212" y="176"/>
                        </a:lnTo>
                        <a:lnTo>
                          <a:pt x="170" y="152"/>
                        </a:lnTo>
                        <a:lnTo>
                          <a:pt x="140" y="131"/>
                        </a:lnTo>
                        <a:lnTo>
                          <a:pt x="96" y="101"/>
                        </a:lnTo>
                        <a:lnTo>
                          <a:pt x="62" y="69"/>
                        </a:lnTo>
                        <a:lnTo>
                          <a:pt x="35" y="42"/>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1554" name="Freeform 114">
                    <a:extLst>
                      <a:ext uri="{FF2B5EF4-FFF2-40B4-BE49-F238E27FC236}">
                        <a16:creationId xmlns:a16="http://schemas.microsoft.com/office/drawing/2014/main" id="{31C4366C-E0B0-6F45-A381-1E8AAA1E9522}"/>
                      </a:ext>
                    </a:extLst>
                  </p:cNvPr>
                  <p:cNvSpPr>
                    <a:spLocks/>
                  </p:cNvSpPr>
                  <p:nvPr/>
                </p:nvSpPr>
                <p:spPr bwMode="auto">
                  <a:xfrm>
                    <a:off x="3279" y="1530"/>
                    <a:ext cx="103" cy="546"/>
                  </a:xfrm>
                  <a:custGeom>
                    <a:avLst/>
                    <a:gdLst>
                      <a:gd name="T0" fmla="*/ 19 w 103"/>
                      <a:gd name="T1" fmla="*/ 0 h 546"/>
                      <a:gd name="T2" fmla="*/ 39 w 103"/>
                      <a:gd name="T3" fmla="*/ 37 h 546"/>
                      <a:gd name="T4" fmla="*/ 52 w 103"/>
                      <a:gd name="T5" fmla="*/ 69 h 546"/>
                      <a:gd name="T6" fmla="*/ 66 w 103"/>
                      <a:gd name="T7" fmla="*/ 102 h 546"/>
                      <a:gd name="T8" fmla="*/ 76 w 103"/>
                      <a:gd name="T9" fmla="*/ 134 h 546"/>
                      <a:gd name="T10" fmla="*/ 84 w 103"/>
                      <a:gd name="T11" fmla="*/ 164 h 546"/>
                      <a:gd name="T12" fmla="*/ 99 w 103"/>
                      <a:gd name="T13" fmla="*/ 217 h 546"/>
                      <a:gd name="T14" fmla="*/ 103 w 103"/>
                      <a:gd name="T15" fmla="*/ 269 h 546"/>
                      <a:gd name="T16" fmla="*/ 100 w 103"/>
                      <a:gd name="T17" fmla="*/ 349 h 546"/>
                      <a:gd name="T18" fmla="*/ 93 w 103"/>
                      <a:gd name="T19" fmla="*/ 403 h 546"/>
                      <a:gd name="T20" fmla="*/ 82 w 103"/>
                      <a:gd name="T21" fmla="*/ 447 h 546"/>
                      <a:gd name="T22" fmla="*/ 65 w 103"/>
                      <a:gd name="T23" fmla="*/ 493 h 546"/>
                      <a:gd name="T24" fmla="*/ 42 w 103"/>
                      <a:gd name="T25" fmla="*/ 546 h 546"/>
                      <a:gd name="T26" fmla="*/ 0 w 103"/>
                      <a:gd name="T27" fmla="*/ 443 h 546"/>
                      <a:gd name="T28" fmla="*/ 19 w 103"/>
                      <a:gd name="T29" fmla="*/ 398 h 546"/>
                      <a:gd name="T30" fmla="*/ 28 w 103"/>
                      <a:gd name="T31" fmla="*/ 374 h 546"/>
                      <a:gd name="T32" fmla="*/ 39 w 103"/>
                      <a:gd name="T33" fmla="*/ 343 h 546"/>
                      <a:gd name="T34" fmla="*/ 46 w 103"/>
                      <a:gd name="T35" fmla="*/ 311 h 546"/>
                      <a:gd name="T36" fmla="*/ 52 w 103"/>
                      <a:gd name="T37" fmla="*/ 262 h 546"/>
                      <a:gd name="T38" fmla="*/ 55 w 103"/>
                      <a:gd name="T39" fmla="*/ 221 h 546"/>
                      <a:gd name="T40" fmla="*/ 55 w 103"/>
                      <a:gd name="T41" fmla="*/ 160 h 546"/>
                      <a:gd name="T42" fmla="*/ 46 w 103"/>
                      <a:gd name="T43" fmla="*/ 105 h 546"/>
                      <a:gd name="T44" fmla="*/ 36 w 103"/>
                      <a:gd name="T45" fmla="*/ 60 h 546"/>
                      <a:gd name="T46" fmla="*/ 30 w 103"/>
                      <a:gd name="T47" fmla="*/ 36 h 546"/>
                      <a:gd name="T48" fmla="*/ 19 w 103"/>
                      <a:gd name="T49" fmla="*/ 0 h 5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3"/>
                      <a:gd name="T76" fmla="*/ 0 h 546"/>
                      <a:gd name="T77" fmla="*/ 103 w 103"/>
                      <a:gd name="T78" fmla="*/ 546 h 5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3" h="546">
                        <a:moveTo>
                          <a:pt x="19" y="0"/>
                        </a:moveTo>
                        <a:lnTo>
                          <a:pt x="39" y="37"/>
                        </a:lnTo>
                        <a:lnTo>
                          <a:pt x="52" y="69"/>
                        </a:lnTo>
                        <a:lnTo>
                          <a:pt x="66" y="102"/>
                        </a:lnTo>
                        <a:lnTo>
                          <a:pt x="76" y="134"/>
                        </a:lnTo>
                        <a:lnTo>
                          <a:pt x="84" y="164"/>
                        </a:lnTo>
                        <a:lnTo>
                          <a:pt x="99" y="217"/>
                        </a:lnTo>
                        <a:lnTo>
                          <a:pt x="103" y="269"/>
                        </a:lnTo>
                        <a:lnTo>
                          <a:pt x="100" y="349"/>
                        </a:lnTo>
                        <a:lnTo>
                          <a:pt x="93" y="403"/>
                        </a:lnTo>
                        <a:lnTo>
                          <a:pt x="82" y="447"/>
                        </a:lnTo>
                        <a:lnTo>
                          <a:pt x="65" y="493"/>
                        </a:lnTo>
                        <a:lnTo>
                          <a:pt x="42" y="546"/>
                        </a:lnTo>
                        <a:lnTo>
                          <a:pt x="0" y="443"/>
                        </a:lnTo>
                        <a:lnTo>
                          <a:pt x="19" y="398"/>
                        </a:lnTo>
                        <a:lnTo>
                          <a:pt x="28" y="374"/>
                        </a:lnTo>
                        <a:lnTo>
                          <a:pt x="39" y="343"/>
                        </a:lnTo>
                        <a:lnTo>
                          <a:pt x="46" y="311"/>
                        </a:lnTo>
                        <a:lnTo>
                          <a:pt x="52" y="262"/>
                        </a:lnTo>
                        <a:lnTo>
                          <a:pt x="55" y="221"/>
                        </a:lnTo>
                        <a:lnTo>
                          <a:pt x="55" y="160"/>
                        </a:lnTo>
                        <a:lnTo>
                          <a:pt x="46" y="105"/>
                        </a:lnTo>
                        <a:lnTo>
                          <a:pt x="36" y="60"/>
                        </a:lnTo>
                        <a:lnTo>
                          <a:pt x="30" y="36"/>
                        </a:lnTo>
                        <a:lnTo>
                          <a:pt x="19"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1555" name="Freeform 115">
                    <a:extLst>
                      <a:ext uri="{FF2B5EF4-FFF2-40B4-BE49-F238E27FC236}">
                        <a16:creationId xmlns:a16="http://schemas.microsoft.com/office/drawing/2014/main" id="{6FC21BAD-6835-374F-ABFC-633B02D8FDE5}"/>
                      </a:ext>
                    </a:extLst>
                  </p:cNvPr>
                  <p:cNvSpPr>
                    <a:spLocks/>
                  </p:cNvSpPr>
                  <p:nvPr/>
                </p:nvSpPr>
                <p:spPr bwMode="auto">
                  <a:xfrm>
                    <a:off x="2741" y="1213"/>
                    <a:ext cx="408" cy="165"/>
                  </a:xfrm>
                  <a:custGeom>
                    <a:avLst/>
                    <a:gdLst>
                      <a:gd name="T0" fmla="*/ 0 w 408"/>
                      <a:gd name="T1" fmla="*/ 0 h 165"/>
                      <a:gd name="T2" fmla="*/ 31 w 408"/>
                      <a:gd name="T3" fmla="*/ 60 h 165"/>
                      <a:gd name="T4" fmla="*/ 79 w 408"/>
                      <a:gd name="T5" fmla="*/ 57 h 165"/>
                      <a:gd name="T6" fmla="*/ 123 w 408"/>
                      <a:gd name="T7" fmla="*/ 60 h 165"/>
                      <a:gd name="T8" fmla="*/ 164 w 408"/>
                      <a:gd name="T9" fmla="*/ 66 h 165"/>
                      <a:gd name="T10" fmla="*/ 202 w 408"/>
                      <a:gd name="T11" fmla="*/ 73 h 165"/>
                      <a:gd name="T12" fmla="*/ 240 w 408"/>
                      <a:gd name="T13" fmla="*/ 83 h 165"/>
                      <a:gd name="T14" fmla="*/ 266 w 408"/>
                      <a:gd name="T15" fmla="*/ 91 h 165"/>
                      <a:gd name="T16" fmla="*/ 300 w 408"/>
                      <a:gd name="T17" fmla="*/ 105 h 165"/>
                      <a:gd name="T18" fmla="*/ 339 w 408"/>
                      <a:gd name="T19" fmla="*/ 124 h 165"/>
                      <a:gd name="T20" fmla="*/ 408 w 408"/>
                      <a:gd name="T21" fmla="*/ 165 h 165"/>
                      <a:gd name="T22" fmla="*/ 368 w 408"/>
                      <a:gd name="T23" fmla="*/ 123 h 165"/>
                      <a:gd name="T24" fmla="*/ 340 w 408"/>
                      <a:gd name="T25" fmla="*/ 102 h 165"/>
                      <a:gd name="T26" fmla="*/ 303 w 408"/>
                      <a:gd name="T27" fmla="*/ 78 h 165"/>
                      <a:gd name="T28" fmla="*/ 280 w 408"/>
                      <a:gd name="T29" fmla="*/ 64 h 165"/>
                      <a:gd name="T30" fmla="*/ 229 w 408"/>
                      <a:gd name="T31" fmla="*/ 40 h 165"/>
                      <a:gd name="T32" fmla="*/ 196 w 408"/>
                      <a:gd name="T33" fmla="*/ 28 h 165"/>
                      <a:gd name="T34" fmla="*/ 169 w 408"/>
                      <a:gd name="T35" fmla="*/ 19 h 165"/>
                      <a:gd name="T36" fmla="*/ 144 w 408"/>
                      <a:gd name="T37" fmla="*/ 13 h 165"/>
                      <a:gd name="T38" fmla="*/ 105 w 408"/>
                      <a:gd name="T39" fmla="*/ 6 h 165"/>
                      <a:gd name="T40" fmla="*/ 64 w 408"/>
                      <a:gd name="T41" fmla="*/ 1 h 165"/>
                      <a:gd name="T42" fmla="*/ 18 w 408"/>
                      <a:gd name="T43" fmla="*/ 0 h 165"/>
                      <a:gd name="T44" fmla="*/ 0 w 408"/>
                      <a:gd name="T45" fmla="*/ 0 h 16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08"/>
                      <a:gd name="T70" fmla="*/ 0 h 165"/>
                      <a:gd name="T71" fmla="*/ 408 w 408"/>
                      <a:gd name="T72" fmla="*/ 165 h 16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08" h="165">
                        <a:moveTo>
                          <a:pt x="0" y="0"/>
                        </a:moveTo>
                        <a:lnTo>
                          <a:pt x="31" y="60"/>
                        </a:lnTo>
                        <a:lnTo>
                          <a:pt x="79" y="57"/>
                        </a:lnTo>
                        <a:lnTo>
                          <a:pt x="123" y="60"/>
                        </a:lnTo>
                        <a:lnTo>
                          <a:pt x="164" y="66"/>
                        </a:lnTo>
                        <a:lnTo>
                          <a:pt x="202" y="73"/>
                        </a:lnTo>
                        <a:lnTo>
                          <a:pt x="240" y="83"/>
                        </a:lnTo>
                        <a:lnTo>
                          <a:pt x="266" y="91"/>
                        </a:lnTo>
                        <a:lnTo>
                          <a:pt x="300" y="105"/>
                        </a:lnTo>
                        <a:lnTo>
                          <a:pt x="339" y="124"/>
                        </a:lnTo>
                        <a:lnTo>
                          <a:pt x="408" y="165"/>
                        </a:lnTo>
                        <a:lnTo>
                          <a:pt x="368" y="123"/>
                        </a:lnTo>
                        <a:lnTo>
                          <a:pt x="340" y="102"/>
                        </a:lnTo>
                        <a:lnTo>
                          <a:pt x="303" y="78"/>
                        </a:lnTo>
                        <a:lnTo>
                          <a:pt x="280" y="64"/>
                        </a:lnTo>
                        <a:lnTo>
                          <a:pt x="229" y="40"/>
                        </a:lnTo>
                        <a:lnTo>
                          <a:pt x="196" y="28"/>
                        </a:lnTo>
                        <a:lnTo>
                          <a:pt x="169" y="19"/>
                        </a:lnTo>
                        <a:lnTo>
                          <a:pt x="144" y="13"/>
                        </a:lnTo>
                        <a:lnTo>
                          <a:pt x="105" y="6"/>
                        </a:lnTo>
                        <a:lnTo>
                          <a:pt x="64" y="1"/>
                        </a:lnTo>
                        <a:lnTo>
                          <a:pt x="18" y="0"/>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1556" name="Freeform 116">
                    <a:extLst>
                      <a:ext uri="{FF2B5EF4-FFF2-40B4-BE49-F238E27FC236}">
                        <a16:creationId xmlns:a16="http://schemas.microsoft.com/office/drawing/2014/main" id="{FE0D3B68-F112-134D-A86E-8FDAC532C59D}"/>
                      </a:ext>
                    </a:extLst>
                  </p:cNvPr>
                  <p:cNvSpPr>
                    <a:spLocks/>
                  </p:cNvSpPr>
                  <p:nvPr/>
                </p:nvSpPr>
                <p:spPr bwMode="auto">
                  <a:xfrm>
                    <a:off x="2210" y="1445"/>
                    <a:ext cx="130" cy="387"/>
                  </a:xfrm>
                  <a:custGeom>
                    <a:avLst/>
                    <a:gdLst>
                      <a:gd name="T0" fmla="*/ 0 w 130"/>
                      <a:gd name="T1" fmla="*/ 297 h 387"/>
                      <a:gd name="T2" fmla="*/ 3 w 130"/>
                      <a:gd name="T3" fmla="*/ 267 h 387"/>
                      <a:gd name="T4" fmla="*/ 5 w 130"/>
                      <a:gd name="T5" fmla="*/ 234 h 387"/>
                      <a:gd name="T6" fmla="*/ 14 w 130"/>
                      <a:gd name="T7" fmla="*/ 181 h 387"/>
                      <a:gd name="T8" fmla="*/ 24 w 130"/>
                      <a:gd name="T9" fmla="*/ 139 h 387"/>
                      <a:gd name="T10" fmla="*/ 38 w 130"/>
                      <a:gd name="T11" fmla="*/ 101 h 387"/>
                      <a:gd name="T12" fmla="*/ 56 w 130"/>
                      <a:gd name="T13" fmla="*/ 62 h 387"/>
                      <a:gd name="T14" fmla="*/ 72 w 130"/>
                      <a:gd name="T15" fmla="*/ 32 h 387"/>
                      <a:gd name="T16" fmla="*/ 92 w 130"/>
                      <a:gd name="T17" fmla="*/ 0 h 387"/>
                      <a:gd name="T18" fmla="*/ 130 w 130"/>
                      <a:gd name="T19" fmla="*/ 50 h 387"/>
                      <a:gd name="T20" fmla="*/ 108 w 130"/>
                      <a:gd name="T21" fmla="*/ 80 h 387"/>
                      <a:gd name="T22" fmla="*/ 92 w 130"/>
                      <a:gd name="T23" fmla="*/ 107 h 387"/>
                      <a:gd name="T24" fmla="*/ 79 w 130"/>
                      <a:gd name="T25" fmla="*/ 132 h 387"/>
                      <a:gd name="T26" fmla="*/ 60 w 130"/>
                      <a:gd name="T27" fmla="*/ 167 h 387"/>
                      <a:gd name="T28" fmla="*/ 48 w 130"/>
                      <a:gd name="T29" fmla="*/ 198 h 387"/>
                      <a:gd name="T30" fmla="*/ 41 w 130"/>
                      <a:gd name="T31" fmla="*/ 228 h 387"/>
                      <a:gd name="T32" fmla="*/ 32 w 130"/>
                      <a:gd name="T33" fmla="*/ 258 h 387"/>
                      <a:gd name="T34" fmla="*/ 26 w 130"/>
                      <a:gd name="T35" fmla="*/ 291 h 387"/>
                      <a:gd name="T36" fmla="*/ 21 w 130"/>
                      <a:gd name="T37" fmla="*/ 331 h 387"/>
                      <a:gd name="T38" fmla="*/ 17 w 130"/>
                      <a:gd name="T39" fmla="*/ 371 h 387"/>
                      <a:gd name="T40" fmla="*/ 10 w 130"/>
                      <a:gd name="T41" fmla="*/ 387 h 387"/>
                      <a:gd name="T42" fmla="*/ 0 w 130"/>
                      <a:gd name="T43" fmla="*/ 297 h 38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30"/>
                      <a:gd name="T67" fmla="*/ 0 h 387"/>
                      <a:gd name="T68" fmla="*/ 130 w 130"/>
                      <a:gd name="T69" fmla="*/ 387 h 38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30" h="387">
                        <a:moveTo>
                          <a:pt x="0" y="297"/>
                        </a:moveTo>
                        <a:lnTo>
                          <a:pt x="3" y="267"/>
                        </a:lnTo>
                        <a:lnTo>
                          <a:pt x="5" y="234"/>
                        </a:lnTo>
                        <a:lnTo>
                          <a:pt x="14" y="181"/>
                        </a:lnTo>
                        <a:lnTo>
                          <a:pt x="24" y="139"/>
                        </a:lnTo>
                        <a:lnTo>
                          <a:pt x="38" y="101"/>
                        </a:lnTo>
                        <a:lnTo>
                          <a:pt x="56" y="62"/>
                        </a:lnTo>
                        <a:lnTo>
                          <a:pt x="72" y="32"/>
                        </a:lnTo>
                        <a:lnTo>
                          <a:pt x="92" y="0"/>
                        </a:lnTo>
                        <a:lnTo>
                          <a:pt x="130" y="50"/>
                        </a:lnTo>
                        <a:lnTo>
                          <a:pt x="108" y="80"/>
                        </a:lnTo>
                        <a:lnTo>
                          <a:pt x="92" y="107"/>
                        </a:lnTo>
                        <a:lnTo>
                          <a:pt x="79" y="132"/>
                        </a:lnTo>
                        <a:lnTo>
                          <a:pt x="60" y="167"/>
                        </a:lnTo>
                        <a:lnTo>
                          <a:pt x="48" y="198"/>
                        </a:lnTo>
                        <a:lnTo>
                          <a:pt x="41" y="228"/>
                        </a:lnTo>
                        <a:lnTo>
                          <a:pt x="32" y="258"/>
                        </a:lnTo>
                        <a:lnTo>
                          <a:pt x="26" y="291"/>
                        </a:lnTo>
                        <a:lnTo>
                          <a:pt x="21" y="331"/>
                        </a:lnTo>
                        <a:lnTo>
                          <a:pt x="17" y="371"/>
                        </a:lnTo>
                        <a:lnTo>
                          <a:pt x="10" y="387"/>
                        </a:lnTo>
                        <a:lnTo>
                          <a:pt x="0" y="297"/>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grpSp>
          <p:sp>
            <p:nvSpPr>
              <p:cNvPr id="21546" name="Oval 117">
                <a:extLst>
                  <a:ext uri="{FF2B5EF4-FFF2-40B4-BE49-F238E27FC236}">
                    <a16:creationId xmlns:a16="http://schemas.microsoft.com/office/drawing/2014/main" id="{8539B477-9C21-BD4E-B836-5FD64BEF306F}"/>
                  </a:ext>
                </a:extLst>
              </p:cNvPr>
              <p:cNvSpPr>
                <a:spLocks noChangeArrowheads="1"/>
              </p:cNvSpPr>
              <p:nvPr/>
            </p:nvSpPr>
            <p:spPr bwMode="auto">
              <a:xfrm>
                <a:off x="2229" y="1273"/>
                <a:ext cx="1154" cy="1105"/>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nvGrpSpPr>
              <p:cNvPr id="21547" name="Group 118">
                <a:extLst>
                  <a:ext uri="{FF2B5EF4-FFF2-40B4-BE49-F238E27FC236}">
                    <a16:creationId xmlns:a16="http://schemas.microsoft.com/office/drawing/2014/main" id="{F796C13A-ED2E-EE49-AE8A-6F9E53FA0CF0}"/>
                  </a:ext>
                </a:extLst>
              </p:cNvPr>
              <p:cNvGrpSpPr>
                <a:grpSpLocks/>
              </p:cNvGrpSpPr>
              <p:nvPr/>
            </p:nvGrpSpPr>
            <p:grpSpPr bwMode="auto">
              <a:xfrm>
                <a:off x="2181" y="1183"/>
                <a:ext cx="1154" cy="1105"/>
                <a:chOff x="2181" y="1183"/>
                <a:chExt cx="1154" cy="1105"/>
              </a:xfrm>
            </p:grpSpPr>
            <p:sp>
              <p:nvSpPr>
                <p:cNvPr id="21548" name="Oval 119">
                  <a:extLst>
                    <a:ext uri="{FF2B5EF4-FFF2-40B4-BE49-F238E27FC236}">
                      <a16:creationId xmlns:a16="http://schemas.microsoft.com/office/drawing/2014/main" id="{5ED4238F-AFAC-D341-A6F6-7E93BC21DD05}"/>
                    </a:ext>
                  </a:extLst>
                </p:cNvPr>
                <p:cNvSpPr>
                  <a:spLocks noChangeArrowheads="1"/>
                </p:cNvSpPr>
                <p:nvPr/>
              </p:nvSpPr>
              <p:spPr bwMode="auto">
                <a:xfrm>
                  <a:off x="2194" y="1198"/>
                  <a:ext cx="1127" cy="1078"/>
                </a:xfrm>
                <a:prstGeom prst="ellipse">
                  <a:avLst/>
                </a:prstGeom>
                <a:noFill/>
                <a:ln w="63500">
                  <a:solidFill>
                    <a:srgbClr val="9F9F9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21549" name="Oval 120">
                  <a:extLst>
                    <a:ext uri="{FF2B5EF4-FFF2-40B4-BE49-F238E27FC236}">
                      <a16:creationId xmlns:a16="http://schemas.microsoft.com/office/drawing/2014/main" id="{6833C6E0-CCF0-D34A-BFF9-8C39207DE8CF}"/>
                    </a:ext>
                  </a:extLst>
                </p:cNvPr>
                <p:cNvSpPr>
                  <a:spLocks noChangeArrowheads="1"/>
                </p:cNvSpPr>
                <p:nvPr/>
              </p:nvSpPr>
              <p:spPr bwMode="auto">
                <a:xfrm>
                  <a:off x="2181" y="1183"/>
                  <a:ext cx="1154" cy="1105"/>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21550" name="Oval 121">
                  <a:extLst>
                    <a:ext uri="{FF2B5EF4-FFF2-40B4-BE49-F238E27FC236}">
                      <a16:creationId xmlns:a16="http://schemas.microsoft.com/office/drawing/2014/main" id="{602AE1E0-D4FF-CA4C-983F-CD2B470F3226}"/>
                    </a:ext>
                  </a:extLst>
                </p:cNvPr>
                <p:cNvSpPr>
                  <a:spLocks noChangeArrowheads="1"/>
                </p:cNvSpPr>
                <p:nvPr/>
              </p:nvSpPr>
              <p:spPr bwMode="auto">
                <a:xfrm>
                  <a:off x="2213" y="1213"/>
                  <a:ext cx="1090" cy="1046"/>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grpSp>
        <p:grpSp>
          <p:nvGrpSpPr>
            <p:cNvPr id="21509" name="Group 122">
              <a:extLst>
                <a:ext uri="{FF2B5EF4-FFF2-40B4-BE49-F238E27FC236}">
                  <a16:creationId xmlns:a16="http://schemas.microsoft.com/office/drawing/2014/main" id="{0C974AB9-D12A-204E-B87A-BE5E73D35B46}"/>
                </a:ext>
              </a:extLst>
            </p:cNvPr>
            <p:cNvGrpSpPr>
              <a:grpSpLocks/>
            </p:cNvGrpSpPr>
            <p:nvPr/>
          </p:nvGrpSpPr>
          <p:grpSpPr bwMode="auto">
            <a:xfrm>
              <a:off x="3008" y="2225"/>
              <a:ext cx="592" cy="924"/>
              <a:chOff x="3008" y="2225"/>
              <a:chExt cx="592" cy="924"/>
            </a:xfrm>
          </p:grpSpPr>
          <p:sp>
            <p:nvSpPr>
              <p:cNvPr id="21510" name="Freeform 123">
                <a:extLst>
                  <a:ext uri="{FF2B5EF4-FFF2-40B4-BE49-F238E27FC236}">
                    <a16:creationId xmlns:a16="http://schemas.microsoft.com/office/drawing/2014/main" id="{E511C7FE-5EC4-FB4F-B895-1F846F0FFC60}"/>
                  </a:ext>
                </a:extLst>
              </p:cNvPr>
              <p:cNvSpPr>
                <a:spLocks/>
              </p:cNvSpPr>
              <p:nvPr/>
            </p:nvSpPr>
            <p:spPr bwMode="auto">
              <a:xfrm>
                <a:off x="3013" y="2272"/>
                <a:ext cx="564" cy="808"/>
              </a:xfrm>
              <a:custGeom>
                <a:avLst/>
                <a:gdLst>
                  <a:gd name="T0" fmla="*/ 0 w 564"/>
                  <a:gd name="T1" fmla="*/ 60 h 808"/>
                  <a:gd name="T2" fmla="*/ 400 w 564"/>
                  <a:gd name="T3" fmla="*/ 808 h 808"/>
                  <a:gd name="T4" fmla="*/ 564 w 564"/>
                  <a:gd name="T5" fmla="*/ 725 h 808"/>
                  <a:gd name="T6" fmla="*/ 162 w 564"/>
                  <a:gd name="T7" fmla="*/ 0 h 808"/>
                  <a:gd name="T8" fmla="*/ 0 w 564"/>
                  <a:gd name="T9" fmla="*/ 60 h 808"/>
                  <a:gd name="T10" fmla="*/ 0 60000 65536"/>
                  <a:gd name="T11" fmla="*/ 0 60000 65536"/>
                  <a:gd name="T12" fmla="*/ 0 60000 65536"/>
                  <a:gd name="T13" fmla="*/ 0 60000 65536"/>
                  <a:gd name="T14" fmla="*/ 0 60000 65536"/>
                  <a:gd name="T15" fmla="*/ 0 w 564"/>
                  <a:gd name="T16" fmla="*/ 0 h 808"/>
                  <a:gd name="T17" fmla="*/ 564 w 564"/>
                  <a:gd name="T18" fmla="*/ 808 h 808"/>
                </a:gdLst>
                <a:ahLst/>
                <a:cxnLst>
                  <a:cxn ang="T10">
                    <a:pos x="T0" y="T1"/>
                  </a:cxn>
                  <a:cxn ang="T11">
                    <a:pos x="T2" y="T3"/>
                  </a:cxn>
                  <a:cxn ang="T12">
                    <a:pos x="T4" y="T5"/>
                  </a:cxn>
                  <a:cxn ang="T13">
                    <a:pos x="T6" y="T7"/>
                  </a:cxn>
                  <a:cxn ang="T14">
                    <a:pos x="T8" y="T9"/>
                  </a:cxn>
                </a:cxnLst>
                <a:rect l="T15" t="T16" r="T17" b="T18"/>
                <a:pathLst>
                  <a:path w="564" h="808">
                    <a:moveTo>
                      <a:pt x="0" y="60"/>
                    </a:moveTo>
                    <a:lnTo>
                      <a:pt x="400" y="808"/>
                    </a:lnTo>
                    <a:lnTo>
                      <a:pt x="564" y="725"/>
                    </a:lnTo>
                    <a:lnTo>
                      <a:pt x="162" y="0"/>
                    </a:lnTo>
                    <a:lnTo>
                      <a:pt x="0" y="60"/>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1511" name="Arc 124">
                <a:extLst>
                  <a:ext uri="{FF2B5EF4-FFF2-40B4-BE49-F238E27FC236}">
                    <a16:creationId xmlns:a16="http://schemas.microsoft.com/office/drawing/2014/main" id="{B4CC7819-1C78-A142-8E22-646773729B4A}"/>
                  </a:ext>
                </a:extLst>
              </p:cNvPr>
              <p:cNvSpPr>
                <a:spLocks/>
              </p:cNvSpPr>
              <p:nvPr/>
            </p:nvSpPr>
            <p:spPr bwMode="auto">
              <a:xfrm>
                <a:off x="3010" y="2225"/>
                <a:ext cx="170" cy="105"/>
              </a:xfrm>
              <a:custGeom>
                <a:avLst/>
                <a:gdLst>
                  <a:gd name="T0" fmla="*/ 0 w 42152"/>
                  <a:gd name="T1" fmla="*/ 0 h 27693"/>
                  <a:gd name="T2" fmla="*/ 0 w 42152"/>
                  <a:gd name="T3" fmla="*/ 0 h 27693"/>
                  <a:gd name="T4" fmla="*/ 0 w 42152"/>
                  <a:gd name="T5" fmla="*/ 0 h 27693"/>
                  <a:gd name="T6" fmla="*/ 0 60000 65536"/>
                  <a:gd name="T7" fmla="*/ 0 60000 65536"/>
                  <a:gd name="T8" fmla="*/ 0 60000 65536"/>
                  <a:gd name="T9" fmla="*/ 0 w 42152"/>
                  <a:gd name="T10" fmla="*/ 0 h 27693"/>
                  <a:gd name="T11" fmla="*/ 42152 w 42152"/>
                  <a:gd name="T12" fmla="*/ 27693 h 27693"/>
                </a:gdLst>
                <a:ahLst/>
                <a:cxnLst>
                  <a:cxn ang="T6">
                    <a:pos x="T0" y="T1"/>
                  </a:cxn>
                  <a:cxn ang="T7">
                    <a:pos x="T2" y="T3"/>
                  </a:cxn>
                  <a:cxn ang="T8">
                    <a:pos x="T4" y="T5"/>
                  </a:cxn>
                </a:cxnLst>
                <a:rect l="T9" t="T10" r="T11" b="T12"/>
                <a:pathLst>
                  <a:path w="42152" h="27693" fill="none" extrusionOk="0">
                    <a:moveTo>
                      <a:pt x="877" y="27692"/>
                    </a:moveTo>
                    <a:cubicBezTo>
                      <a:pt x="295" y="25714"/>
                      <a:pt x="0" y="23662"/>
                      <a:pt x="0" y="21600"/>
                    </a:cubicBezTo>
                    <a:cubicBezTo>
                      <a:pt x="0" y="9670"/>
                      <a:pt x="9670" y="0"/>
                      <a:pt x="21600" y="0"/>
                    </a:cubicBezTo>
                    <a:cubicBezTo>
                      <a:pt x="30968" y="-1"/>
                      <a:pt x="39268" y="6038"/>
                      <a:pt x="42151" y="14952"/>
                    </a:cubicBezTo>
                  </a:path>
                  <a:path w="42152" h="27693" stroke="0" extrusionOk="0">
                    <a:moveTo>
                      <a:pt x="877" y="27692"/>
                    </a:moveTo>
                    <a:cubicBezTo>
                      <a:pt x="295" y="25714"/>
                      <a:pt x="0" y="23662"/>
                      <a:pt x="0" y="21600"/>
                    </a:cubicBezTo>
                    <a:cubicBezTo>
                      <a:pt x="0" y="9670"/>
                      <a:pt x="9670" y="0"/>
                      <a:pt x="21600" y="0"/>
                    </a:cubicBezTo>
                    <a:cubicBezTo>
                      <a:pt x="30968" y="-1"/>
                      <a:pt x="39268" y="6038"/>
                      <a:pt x="42151" y="14952"/>
                    </a:cubicBezTo>
                    <a:lnTo>
                      <a:pt x="21600" y="21600"/>
                    </a:lnTo>
                    <a:lnTo>
                      <a:pt x="877" y="27692"/>
                    </a:lnTo>
                    <a:close/>
                  </a:path>
                </a:pathLst>
              </a:custGeom>
              <a:solidFill>
                <a:srgbClr val="5F3F1F"/>
              </a:solidFill>
              <a:ln w="12700">
                <a:solidFill>
                  <a:srgbClr val="000000"/>
                </a:solidFill>
                <a:round/>
                <a:headEnd/>
                <a:tailEnd/>
              </a:ln>
            </p:spPr>
            <p:txBody>
              <a:bodyPr/>
              <a:lstStyle/>
              <a:p>
                <a:endParaRPr lang="pt-BR"/>
              </a:p>
            </p:txBody>
          </p:sp>
          <p:sp>
            <p:nvSpPr>
              <p:cNvPr id="21512" name="Arc 125">
                <a:extLst>
                  <a:ext uri="{FF2B5EF4-FFF2-40B4-BE49-F238E27FC236}">
                    <a16:creationId xmlns:a16="http://schemas.microsoft.com/office/drawing/2014/main" id="{3E3AC145-A54C-624B-B7B1-313B855436E2}"/>
                  </a:ext>
                </a:extLst>
              </p:cNvPr>
              <p:cNvSpPr>
                <a:spLocks/>
              </p:cNvSpPr>
              <p:nvPr/>
            </p:nvSpPr>
            <p:spPr bwMode="auto">
              <a:xfrm>
                <a:off x="3014" y="2236"/>
                <a:ext cx="172" cy="100"/>
              </a:xfrm>
              <a:custGeom>
                <a:avLst/>
                <a:gdLst>
                  <a:gd name="T0" fmla="*/ 0 w 42065"/>
                  <a:gd name="T1" fmla="*/ 0 h 24039"/>
                  <a:gd name="T2" fmla="*/ 0 w 42065"/>
                  <a:gd name="T3" fmla="*/ 0 h 24039"/>
                  <a:gd name="T4" fmla="*/ 0 w 42065"/>
                  <a:gd name="T5" fmla="*/ 0 h 24039"/>
                  <a:gd name="T6" fmla="*/ 0 60000 65536"/>
                  <a:gd name="T7" fmla="*/ 0 60000 65536"/>
                  <a:gd name="T8" fmla="*/ 0 60000 65536"/>
                  <a:gd name="T9" fmla="*/ 0 w 42065"/>
                  <a:gd name="T10" fmla="*/ 0 h 24039"/>
                  <a:gd name="T11" fmla="*/ 42065 w 42065"/>
                  <a:gd name="T12" fmla="*/ 24039 h 24039"/>
                </a:gdLst>
                <a:ahLst/>
                <a:cxnLst>
                  <a:cxn ang="T6">
                    <a:pos x="T0" y="T1"/>
                  </a:cxn>
                  <a:cxn ang="T7">
                    <a:pos x="T2" y="T3"/>
                  </a:cxn>
                  <a:cxn ang="T8">
                    <a:pos x="T4" y="T5"/>
                  </a:cxn>
                </a:cxnLst>
                <a:rect l="T9" t="T10" r="T11" b="T12"/>
                <a:pathLst>
                  <a:path w="42065" h="24039" fill="none" extrusionOk="0">
                    <a:moveTo>
                      <a:pt x="138" y="24038"/>
                    </a:moveTo>
                    <a:cubicBezTo>
                      <a:pt x="46" y="23229"/>
                      <a:pt x="0" y="22414"/>
                      <a:pt x="0" y="21600"/>
                    </a:cubicBezTo>
                    <a:cubicBezTo>
                      <a:pt x="0" y="9670"/>
                      <a:pt x="9670" y="0"/>
                      <a:pt x="21600" y="0"/>
                    </a:cubicBezTo>
                    <a:cubicBezTo>
                      <a:pt x="30866" y="-1"/>
                      <a:pt x="39100" y="5910"/>
                      <a:pt x="42064" y="14690"/>
                    </a:cubicBezTo>
                  </a:path>
                  <a:path w="42065" h="24039" stroke="0" extrusionOk="0">
                    <a:moveTo>
                      <a:pt x="138" y="24038"/>
                    </a:moveTo>
                    <a:cubicBezTo>
                      <a:pt x="46" y="23229"/>
                      <a:pt x="0" y="22414"/>
                      <a:pt x="0" y="21600"/>
                    </a:cubicBezTo>
                    <a:cubicBezTo>
                      <a:pt x="0" y="9670"/>
                      <a:pt x="9670" y="0"/>
                      <a:pt x="21600" y="0"/>
                    </a:cubicBezTo>
                    <a:cubicBezTo>
                      <a:pt x="30866" y="-1"/>
                      <a:pt x="39100" y="5910"/>
                      <a:pt x="42064" y="14690"/>
                    </a:cubicBezTo>
                    <a:lnTo>
                      <a:pt x="21600" y="21600"/>
                    </a:lnTo>
                    <a:lnTo>
                      <a:pt x="138" y="24038"/>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1513" name="Freeform 126">
                <a:extLst>
                  <a:ext uri="{FF2B5EF4-FFF2-40B4-BE49-F238E27FC236}">
                    <a16:creationId xmlns:a16="http://schemas.microsoft.com/office/drawing/2014/main" id="{4C1EB790-63DA-0A46-BDB3-6D6B5BB210DF}"/>
                  </a:ext>
                </a:extLst>
              </p:cNvPr>
              <p:cNvSpPr>
                <a:spLocks/>
              </p:cNvSpPr>
              <p:nvPr/>
            </p:nvSpPr>
            <p:spPr bwMode="auto">
              <a:xfrm>
                <a:off x="3008" y="2237"/>
                <a:ext cx="107" cy="207"/>
              </a:xfrm>
              <a:custGeom>
                <a:avLst/>
                <a:gdLst>
                  <a:gd name="T0" fmla="*/ 3 w 107"/>
                  <a:gd name="T1" fmla="*/ 96 h 207"/>
                  <a:gd name="T2" fmla="*/ 0 w 107"/>
                  <a:gd name="T3" fmla="*/ 82 h 207"/>
                  <a:gd name="T4" fmla="*/ 0 w 107"/>
                  <a:gd name="T5" fmla="*/ 69 h 207"/>
                  <a:gd name="T6" fmla="*/ 2 w 107"/>
                  <a:gd name="T7" fmla="*/ 58 h 207"/>
                  <a:gd name="T8" fmla="*/ 6 w 107"/>
                  <a:gd name="T9" fmla="*/ 42 h 207"/>
                  <a:gd name="T10" fmla="*/ 12 w 107"/>
                  <a:gd name="T11" fmla="*/ 29 h 207"/>
                  <a:gd name="T12" fmla="*/ 21 w 107"/>
                  <a:gd name="T13" fmla="*/ 17 h 207"/>
                  <a:gd name="T14" fmla="*/ 31 w 107"/>
                  <a:gd name="T15" fmla="*/ 7 h 207"/>
                  <a:gd name="T16" fmla="*/ 41 w 107"/>
                  <a:gd name="T17" fmla="*/ 0 h 207"/>
                  <a:gd name="T18" fmla="*/ 107 w 107"/>
                  <a:gd name="T19" fmla="*/ 112 h 207"/>
                  <a:gd name="T20" fmla="*/ 95 w 107"/>
                  <a:gd name="T21" fmla="*/ 119 h 207"/>
                  <a:gd name="T22" fmla="*/ 87 w 107"/>
                  <a:gd name="T23" fmla="*/ 127 h 207"/>
                  <a:gd name="T24" fmla="*/ 79 w 107"/>
                  <a:gd name="T25" fmla="*/ 135 h 207"/>
                  <a:gd name="T26" fmla="*/ 73 w 107"/>
                  <a:gd name="T27" fmla="*/ 145 h 207"/>
                  <a:gd name="T28" fmla="*/ 66 w 107"/>
                  <a:gd name="T29" fmla="*/ 163 h 207"/>
                  <a:gd name="T30" fmla="*/ 62 w 107"/>
                  <a:gd name="T31" fmla="*/ 187 h 207"/>
                  <a:gd name="T32" fmla="*/ 62 w 107"/>
                  <a:gd name="T33" fmla="*/ 207 h 207"/>
                  <a:gd name="T34" fmla="*/ 3 w 107"/>
                  <a:gd name="T35" fmla="*/ 96 h 20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7"/>
                  <a:gd name="T55" fmla="*/ 0 h 207"/>
                  <a:gd name="T56" fmla="*/ 107 w 107"/>
                  <a:gd name="T57" fmla="*/ 207 h 20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7" h="207">
                    <a:moveTo>
                      <a:pt x="3" y="96"/>
                    </a:moveTo>
                    <a:lnTo>
                      <a:pt x="0" y="82"/>
                    </a:lnTo>
                    <a:lnTo>
                      <a:pt x="0" y="69"/>
                    </a:lnTo>
                    <a:lnTo>
                      <a:pt x="2" y="58"/>
                    </a:lnTo>
                    <a:lnTo>
                      <a:pt x="6" y="42"/>
                    </a:lnTo>
                    <a:lnTo>
                      <a:pt x="12" y="29"/>
                    </a:lnTo>
                    <a:lnTo>
                      <a:pt x="21" y="17"/>
                    </a:lnTo>
                    <a:lnTo>
                      <a:pt x="31" y="7"/>
                    </a:lnTo>
                    <a:lnTo>
                      <a:pt x="41" y="0"/>
                    </a:lnTo>
                    <a:lnTo>
                      <a:pt x="107" y="112"/>
                    </a:lnTo>
                    <a:lnTo>
                      <a:pt x="95" y="119"/>
                    </a:lnTo>
                    <a:lnTo>
                      <a:pt x="87" y="127"/>
                    </a:lnTo>
                    <a:lnTo>
                      <a:pt x="79" y="135"/>
                    </a:lnTo>
                    <a:lnTo>
                      <a:pt x="73" y="145"/>
                    </a:lnTo>
                    <a:lnTo>
                      <a:pt x="66" y="163"/>
                    </a:lnTo>
                    <a:lnTo>
                      <a:pt x="62" y="187"/>
                    </a:lnTo>
                    <a:lnTo>
                      <a:pt x="62" y="207"/>
                    </a:lnTo>
                    <a:lnTo>
                      <a:pt x="3" y="96"/>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1514" name="Arc 127">
                <a:extLst>
                  <a:ext uri="{FF2B5EF4-FFF2-40B4-BE49-F238E27FC236}">
                    <a16:creationId xmlns:a16="http://schemas.microsoft.com/office/drawing/2014/main" id="{B7DD81A2-A29C-8F42-8326-B12297E2CDB1}"/>
                  </a:ext>
                </a:extLst>
              </p:cNvPr>
              <p:cNvSpPr>
                <a:spLocks/>
              </p:cNvSpPr>
              <p:nvPr/>
            </p:nvSpPr>
            <p:spPr bwMode="auto">
              <a:xfrm>
                <a:off x="3009" y="2229"/>
                <a:ext cx="87" cy="99"/>
              </a:xfrm>
              <a:custGeom>
                <a:avLst/>
                <a:gdLst>
                  <a:gd name="T0" fmla="*/ 0 w 21600"/>
                  <a:gd name="T1" fmla="*/ 0 h 26092"/>
                  <a:gd name="T2" fmla="*/ 0 w 21600"/>
                  <a:gd name="T3" fmla="*/ 0 h 26092"/>
                  <a:gd name="T4" fmla="*/ 0 w 21600"/>
                  <a:gd name="T5" fmla="*/ 0 h 26092"/>
                  <a:gd name="T6" fmla="*/ 0 60000 65536"/>
                  <a:gd name="T7" fmla="*/ 0 60000 65536"/>
                  <a:gd name="T8" fmla="*/ 0 60000 65536"/>
                  <a:gd name="T9" fmla="*/ 0 w 21600"/>
                  <a:gd name="T10" fmla="*/ 0 h 26092"/>
                  <a:gd name="T11" fmla="*/ 21600 w 21600"/>
                  <a:gd name="T12" fmla="*/ 26092 h 26092"/>
                </a:gdLst>
                <a:ahLst/>
                <a:cxnLst>
                  <a:cxn ang="T6">
                    <a:pos x="T0" y="T1"/>
                  </a:cxn>
                  <a:cxn ang="T7">
                    <a:pos x="T2" y="T3"/>
                  </a:cxn>
                  <a:cxn ang="T8">
                    <a:pos x="T4" y="T5"/>
                  </a:cxn>
                </a:cxnLst>
                <a:rect l="T9" t="T10" r="T11" b="T12"/>
                <a:pathLst>
                  <a:path w="21600" h="26092" fill="none" extrusionOk="0">
                    <a:moveTo>
                      <a:pt x="806" y="26092"/>
                    </a:moveTo>
                    <a:cubicBezTo>
                      <a:pt x="271" y="24188"/>
                      <a:pt x="0" y="22221"/>
                      <a:pt x="0" y="20244"/>
                    </a:cubicBezTo>
                    <a:cubicBezTo>
                      <a:pt x="-1" y="11219"/>
                      <a:pt x="5610" y="3146"/>
                      <a:pt x="14067" y="-1"/>
                    </a:cubicBezTo>
                  </a:path>
                  <a:path w="21600" h="26092" stroke="0" extrusionOk="0">
                    <a:moveTo>
                      <a:pt x="806" y="26092"/>
                    </a:moveTo>
                    <a:cubicBezTo>
                      <a:pt x="271" y="24188"/>
                      <a:pt x="0" y="22221"/>
                      <a:pt x="0" y="20244"/>
                    </a:cubicBezTo>
                    <a:cubicBezTo>
                      <a:pt x="-1" y="11219"/>
                      <a:pt x="5610" y="3146"/>
                      <a:pt x="14067" y="-1"/>
                    </a:cubicBezTo>
                    <a:lnTo>
                      <a:pt x="21600" y="20244"/>
                    </a:lnTo>
                    <a:lnTo>
                      <a:pt x="806" y="26092"/>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21515" name="Arc 128">
                <a:extLst>
                  <a:ext uri="{FF2B5EF4-FFF2-40B4-BE49-F238E27FC236}">
                    <a16:creationId xmlns:a16="http://schemas.microsoft.com/office/drawing/2014/main" id="{36932846-B91C-BA4D-B533-725DB0994903}"/>
                  </a:ext>
                </a:extLst>
              </p:cNvPr>
              <p:cNvSpPr>
                <a:spLocks/>
              </p:cNvSpPr>
              <p:nvPr/>
            </p:nvSpPr>
            <p:spPr bwMode="auto">
              <a:xfrm>
                <a:off x="3072" y="2338"/>
                <a:ext cx="171" cy="103"/>
              </a:xfrm>
              <a:custGeom>
                <a:avLst/>
                <a:gdLst>
                  <a:gd name="T0" fmla="*/ 0 w 42293"/>
                  <a:gd name="T1" fmla="*/ 0 h 27167"/>
                  <a:gd name="T2" fmla="*/ 0 w 42293"/>
                  <a:gd name="T3" fmla="*/ 0 h 27167"/>
                  <a:gd name="T4" fmla="*/ 0 w 42293"/>
                  <a:gd name="T5" fmla="*/ 0 h 27167"/>
                  <a:gd name="T6" fmla="*/ 0 60000 65536"/>
                  <a:gd name="T7" fmla="*/ 0 60000 65536"/>
                  <a:gd name="T8" fmla="*/ 0 60000 65536"/>
                  <a:gd name="T9" fmla="*/ 0 w 42293"/>
                  <a:gd name="T10" fmla="*/ 0 h 27167"/>
                  <a:gd name="T11" fmla="*/ 42293 w 42293"/>
                  <a:gd name="T12" fmla="*/ 27167 h 27167"/>
                </a:gdLst>
                <a:ahLst/>
                <a:cxnLst>
                  <a:cxn ang="T6">
                    <a:pos x="T0" y="T1"/>
                  </a:cxn>
                  <a:cxn ang="T7">
                    <a:pos x="T2" y="T3"/>
                  </a:cxn>
                  <a:cxn ang="T8">
                    <a:pos x="T4" y="T5"/>
                  </a:cxn>
                </a:cxnLst>
                <a:rect l="T9" t="T10" r="T11" b="T12"/>
                <a:pathLst>
                  <a:path w="42293" h="27167" fill="none" extrusionOk="0">
                    <a:moveTo>
                      <a:pt x="729" y="27167"/>
                    </a:moveTo>
                    <a:cubicBezTo>
                      <a:pt x="245" y="25351"/>
                      <a:pt x="0" y="23479"/>
                      <a:pt x="0" y="21600"/>
                    </a:cubicBezTo>
                    <a:cubicBezTo>
                      <a:pt x="0" y="9670"/>
                      <a:pt x="9670" y="0"/>
                      <a:pt x="21600" y="0"/>
                    </a:cubicBezTo>
                    <a:cubicBezTo>
                      <a:pt x="31144" y="-1"/>
                      <a:pt x="39556" y="6263"/>
                      <a:pt x="42293" y="15406"/>
                    </a:cubicBezTo>
                  </a:path>
                  <a:path w="42293" h="27167" stroke="0" extrusionOk="0">
                    <a:moveTo>
                      <a:pt x="729" y="27167"/>
                    </a:moveTo>
                    <a:cubicBezTo>
                      <a:pt x="245" y="25351"/>
                      <a:pt x="0" y="23479"/>
                      <a:pt x="0" y="21600"/>
                    </a:cubicBezTo>
                    <a:cubicBezTo>
                      <a:pt x="0" y="9670"/>
                      <a:pt x="9670" y="0"/>
                      <a:pt x="21600" y="0"/>
                    </a:cubicBezTo>
                    <a:cubicBezTo>
                      <a:pt x="31144" y="-1"/>
                      <a:pt x="39556" y="6263"/>
                      <a:pt x="42293" y="15406"/>
                    </a:cubicBezTo>
                    <a:lnTo>
                      <a:pt x="21600" y="21600"/>
                    </a:lnTo>
                    <a:lnTo>
                      <a:pt x="729" y="27167"/>
                    </a:lnTo>
                    <a:close/>
                  </a:path>
                </a:pathLst>
              </a:custGeom>
              <a:solidFill>
                <a:srgbClr val="7F3F00"/>
              </a:solidFill>
              <a:ln w="12700">
                <a:solidFill>
                  <a:srgbClr val="000000"/>
                </a:solidFill>
                <a:round/>
                <a:headEnd/>
                <a:tailEnd/>
              </a:ln>
            </p:spPr>
            <p:txBody>
              <a:bodyPr/>
              <a:lstStyle/>
              <a:p>
                <a:endParaRPr lang="pt-BR"/>
              </a:p>
            </p:txBody>
          </p:sp>
          <p:grpSp>
            <p:nvGrpSpPr>
              <p:cNvPr id="21516" name="Group 129">
                <a:extLst>
                  <a:ext uri="{FF2B5EF4-FFF2-40B4-BE49-F238E27FC236}">
                    <a16:creationId xmlns:a16="http://schemas.microsoft.com/office/drawing/2014/main" id="{5E6A6A36-6F22-604D-BB73-637037C048F0}"/>
                  </a:ext>
                </a:extLst>
              </p:cNvPr>
              <p:cNvGrpSpPr>
                <a:grpSpLocks/>
              </p:cNvGrpSpPr>
              <p:nvPr/>
            </p:nvGrpSpPr>
            <p:grpSpPr bwMode="auto">
              <a:xfrm>
                <a:off x="3078" y="2354"/>
                <a:ext cx="182" cy="119"/>
                <a:chOff x="3078" y="2354"/>
                <a:chExt cx="182" cy="119"/>
              </a:xfrm>
            </p:grpSpPr>
            <p:grpSp>
              <p:nvGrpSpPr>
                <p:cNvPr id="21540" name="Group 130">
                  <a:extLst>
                    <a:ext uri="{FF2B5EF4-FFF2-40B4-BE49-F238E27FC236}">
                      <a16:creationId xmlns:a16="http://schemas.microsoft.com/office/drawing/2014/main" id="{6C43170A-D628-7B49-88E9-30417ABEB9A7}"/>
                    </a:ext>
                  </a:extLst>
                </p:cNvPr>
                <p:cNvGrpSpPr>
                  <a:grpSpLocks/>
                </p:cNvGrpSpPr>
                <p:nvPr/>
              </p:nvGrpSpPr>
              <p:grpSpPr bwMode="auto">
                <a:xfrm>
                  <a:off x="3078" y="2354"/>
                  <a:ext cx="173" cy="101"/>
                  <a:chOff x="3078" y="2354"/>
                  <a:chExt cx="173" cy="101"/>
                </a:xfrm>
              </p:grpSpPr>
              <p:sp>
                <p:nvSpPr>
                  <p:cNvPr id="21542" name="Arc 131">
                    <a:extLst>
                      <a:ext uri="{FF2B5EF4-FFF2-40B4-BE49-F238E27FC236}">
                        <a16:creationId xmlns:a16="http://schemas.microsoft.com/office/drawing/2014/main" id="{C1515A83-5DAF-744D-BC41-451F8694708E}"/>
                      </a:ext>
                    </a:extLst>
                  </p:cNvPr>
                  <p:cNvSpPr>
                    <a:spLocks/>
                  </p:cNvSpPr>
                  <p:nvPr/>
                </p:nvSpPr>
                <p:spPr bwMode="auto">
                  <a:xfrm>
                    <a:off x="3078" y="2354"/>
                    <a:ext cx="172" cy="100"/>
                  </a:xfrm>
                  <a:custGeom>
                    <a:avLst/>
                    <a:gdLst>
                      <a:gd name="T0" fmla="*/ 0 w 42520"/>
                      <a:gd name="T1" fmla="*/ 0 h 26361"/>
                      <a:gd name="T2" fmla="*/ 0 w 42520"/>
                      <a:gd name="T3" fmla="*/ 0 h 26361"/>
                      <a:gd name="T4" fmla="*/ 0 w 42520"/>
                      <a:gd name="T5" fmla="*/ 0 h 26361"/>
                      <a:gd name="T6" fmla="*/ 0 60000 65536"/>
                      <a:gd name="T7" fmla="*/ 0 60000 65536"/>
                      <a:gd name="T8" fmla="*/ 0 60000 65536"/>
                      <a:gd name="T9" fmla="*/ 0 w 42520"/>
                      <a:gd name="T10" fmla="*/ 0 h 26361"/>
                      <a:gd name="T11" fmla="*/ 42520 w 42520"/>
                      <a:gd name="T12" fmla="*/ 26361 h 26361"/>
                    </a:gdLst>
                    <a:ahLst/>
                    <a:cxnLst>
                      <a:cxn ang="T6">
                        <a:pos x="T0" y="T1"/>
                      </a:cxn>
                      <a:cxn ang="T7">
                        <a:pos x="T2" y="T3"/>
                      </a:cxn>
                      <a:cxn ang="T8">
                        <a:pos x="T4" y="T5"/>
                      </a:cxn>
                    </a:cxnLst>
                    <a:rect l="T9" t="T10" r="T11" b="T12"/>
                    <a:pathLst>
                      <a:path w="42520" h="26361" fill="none" extrusionOk="0">
                        <a:moveTo>
                          <a:pt x="531" y="26360"/>
                        </a:moveTo>
                        <a:cubicBezTo>
                          <a:pt x="178" y="24798"/>
                          <a:pt x="0" y="23201"/>
                          <a:pt x="0" y="21600"/>
                        </a:cubicBezTo>
                        <a:cubicBezTo>
                          <a:pt x="0" y="9670"/>
                          <a:pt x="9670" y="0"/>
                          <a:pt x="21600" y="0"/>
                        </a:cubicBezTo>
                        <a:cubicBezTo>
                          <a:pt x="31457" y="-1"/>
                          <a:pt x="40064" y="6673"/>
                          <a:pt x="42519" y="16221"/>
                        </a:cubicBezTo>
                      </a:path>
                      <a:path w="42520" h="26361" stroke="0" extrusionOk="0">
                        <a:moveTo>
                          <a:pt x="531" y="26360"/>
                        </a:moveTo>
                        <a:cubicBezTo>
                          <a:pt x="178" y="24798"/>
                          <a:pt x="0" y="23201"/>
                          <a:pt x="0" y="21600"/>
                        </a:cubicBezTo>
                        <a:cubicBezTo>
                          <a:pt x="0" y="9670"/>
                          <a:pt x="9670" y="0"/>
                          <a:pt x="21600" y="0"/>
                        </a:cubicBezTo>
                        <a:cubicBezTo>
                          <a:pt x="31457" y="-1"/>
                          <a:pt x="40064" y="6673"/>
                          <a:pt x="42519" y="16221"/>
                        </a:cubicBezTo>
                        <a:lnTo>
                          <a:pt x="21600" y="21600"/>
                        </a:lnTo>
                        <a:lnTo>
                          <a:pt x="531" y="26360"/>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1543" name="Arc 132">
                    <a:extLst>
                      <a:ext uri="{FF2B5EF4-FFF2-40B4-BE49-F238E27FC236}">
                        <a16:creationId xmlns:a16="http://schemas.microsoft.com/office/drawing/2014/main" id="{0C5A2758-20F2-9948-95C3-2F2E7638BA44}"/>
                      </a:ext>
                    </a:extLst>
                  </p:cNvPr>
                  <p:cNvSpPr>
                    <a:spLocks/>
                  </p:cNvSpPr>
                  <p:nvPr/>
                </p:nvSpPr>
                <p:spPr bwMode="auto">
                  <a:xfrm>
                    <a:off x="3078" y="2364"/>
                    <a:ext cx="88" cy="90"/>
                  </a:xfrm>
                  <a:custGeom>
                    <a:avLst/>
                    <a:gdLst>
                      <a:gd name="T0" fmla="*/ 0 w 21600"/>
                      <a:gd name="T1" fmla="*/ 0 h 23652"/>
                      <a:gd name="T2" fmla="*/ 0 w 21600"/>
                      <a:gd name="T3" fmla="*/ 0 h 23652"/>
                      <a:gd name="T4" fmla="*/ 0 w 21600"/>
                      <a:gd name="T5" fmla="*/ 0 h 23652"/>
                      <a:gd name="T6" fmla="*/ 0 60000 65536"/>
                      <a:gd name="T7" fmla="*/ 0 60000 65536"/>
                      <a:gd name="T8" fmla="*/ 0 60000 65536"/>
                      <a:gd name="T9" fmla="*/ 0 w 21600"/>
                      <a:gd name="T10" fmla="*/ 0 h 23652"/>
                      <a:gd name="T11" fmla="*/ 21600 w 21600"/>
                      <a:gd name="T12" fmla="*/ 23652 h 23652"/>
                    </a:gdLst>
                    <a:ahLst/>
                    <a:cxnLst>
                      <a:cxn ang="T6">
                        <a:pos x="T0" y="T1"/>
                      </a:cxn>
                      <a:cxn ang="T7">
                        <a:pos x="T2" y="T3"/>
                      </a:cxn>
                      <a:cxn ang="T8">
                        <a:pos x="T4" y="T5"/>
                      </a:cxn>
                    </a:cxnLst>
                    <a:rect l="T9" t="T10" r="T11" b="T12"/>
                    <a:pathLst>
                      <a:path w="21600" h="23652" fill="none" extrusionOk="0">
                        <a:moveTo>
                          <a:pt x="531" y="23651"/>
                        </a:moveTo>
                        <a:cubicBezTo>
                          <a:pt x="178" y="22089"/>
                          <a:pt x="0" y="20492"/>
                          <a:pt x="0" y="18891"/>
                        </a:cubicBezTo>
                        <a:cubicBezTo>
                          <a:pt x="-1" y="11039"/>
                          <a:pt x="4260" y="3806"/>
                          <a:pt x="11126" y="-1"/>
                        </a:cubicBezTo>
                      </a:path>
                      <a:path w="21600" h="23652" stroke="0" extrusionOk="0">
                        <a:moveTo>
                          <a:pt x="531" y="23651"/>
                        </a:moveTo>
                        <a:cubicBezTo>
                          <a:pt x="178" y="22089"/>
                          <a:pt x="0" y="20492"/>
                          <a:pt x="0" y="18891"/>
                        </a:cubicBezTo>
                        <a:cubicBezTo>
                          <a:pt x="-1" y="11039"/>
                          <a:pt x="4260" y="3806"/>
                          <a:pt x="11126" y="-1"/>
                        </a:cubicBezTo>
                        <a:lnTo>
                          <a:pt x="21600" y="18891"/>
                        </a:lnTo>
                        <a:lnTo>
                          <a:pt x="531" y="23651"/>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1544" name="Arc 133">
                    <a:extLst>
                      <a:ext uri="{FF2B5EF4-FFF2-40B4-BE49-F238E27FC236}">
                        <a16:creationId xmlns:a16="http://schemas.microsoft.com/office/drawing/2014/main" id="{305EB45A-AB17-D748-A42E-79CBB998212D}"/>
                      </a:ext>
                    </a:extLst>
                  </p:cNvPr>
                  <p:cNvSpPr>
                    <a:spLocks/>
                  </p:cNvSpPr>
                  <p:nvPr/>
                </p:nvSpPr>
                <p:spPr bwMode="auto">
                  <a:xfrm>
                    <a:off x="3079" y="2354"/>
                    <a:ext cx="172" cy="101"/>
                  </a:xfrm>
                  <a:custGeom>
                    <a:avLst/>
                    <a:gdLst>
                      <a:gd name="T0" fmla="*/ 0 w 42453"/>
                      <a:gd name="T1" fmla="*/ 0 h 26668"/>
                      <a:gd name="T2" fmla="*/ 0 w 42453"/>
                      <a:gd name="T3" fmla="*/ 0 h 26668"/>
                      <a:gd name="T4" fmla="*/ 0 w 42453"/>
                      <a:gd name="T5" fmla="*/ 0 h 26668"/>
                      <a:gd name="T6" fmla="*/ 0 60000 65536"/>
                      <a:gd name="T7" fmla="*/ 0 60000 65536"/>
                      <a:gd name="T8" fmla="*/ 0 60000 65536"/>
                      <a:gd name="T9" fmla="*/ 0 w 42453"/>
                      <a:gd name="T10" fmla="*/ 0 h 26668"/>
                      <a:gd name="T11" fmla="*/ 42453 w 42453"/>
                      <a:gd name="T12" fmla="*/ 26668 h 26668"/>
                    </a:gdLst>
                    <a:ahLst/>
                    <a:cxnLst>
                      <a:cxn ang="T6">
                        <a:pos x="T0" y="T1"/>
                      </a:cxn>
                      <a:cxn ang="T7">
                        <a:pos x="T2" y="T3"/>
                      </a:cxn>
                      <a:cxn ang="T8">
                        <a:pos x="T4" y="T5"/>
                      </a:cxn>
                    </a:cxnLst>
                    <a:rect l="T9" t="T10" r="T11" b="T12"/>
                    <a:pathLst>
                      <a:path w="42453" h="26668" fill="none" extrusionOk="0">
                        <a:moveTo>
                          <a:pt x="602" y="26668"/>
                        </a:moveTo>
                        <a:cubicBezTo>
                          <a:pt x="202" y="25008"/>
                          <a:pt x="0" y="23307"/>
                          <a:pt x="0" y="21600"/>
                        </a:cubicBezTo>
                        <a:cubicBezTo>
                          <a:pt x="0" y="9670"/>
                          <a:pt x="9670" y="0"/>
                          <a:pt x="21600" y="0"/>
                        </a:cubicBezTo>
                        <a:cubicBezTo>
                          <a:pt x="31361" y="-1"/>
                          <a:pt x="39909" y="6546"/>
                          <a:pt x="42453" y="15969"/>
                        </a:cubicBezTo>
                      </a:path>
                      <a:path w="42453" h="26668" stroke="0" extrusionOk="0">
                        <a:moveTo>
                          <a:pt x="602" y="26668"/>
                        </a:moveTo>
                        <a:cubicBezTo>
                          <a:pt x="202" y="25008"/>
                          <a:pt x="0" y="23307"/>
                          <a:pt x="0" y="21600"/>
                        </a:cubicBezTo>
                        <a:cubicBezTo>
                          <a:pt x="0" y="9670"/>
                          <a:pt x="9670" y="0"/>
                          <a:pt x="21600" y="0"/>
                        </a:cubicBezTo>
                        <a:cubicBezTo>
                          <a:pt x="31361" y="-1"/>
                          <a:pt x="39909" y="6546"/>
                          <a:pt x="42453" y="15969"/>
                        </a:cubicBezTo>
                        <a:lnTo>
                          <a:pt x="21600" y="21600"/>
                        </a:lnTo>
                        <a:lnTo>
                          <a:pt x="602" y="26668"/>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grpSp>
            <p:sp>
              <p:nvSpPr>
                <p:cNvPr id="21541" name="Arc 134">
                  <a:extLst>
                    <a:ext uri="{FF2B5EF4-FFF2-40B4-BE49-F238E27FC236}">
                      <a16:creationId xmlns:a16="http://schemas.microsoft.com/office/drawing/2014/main" id="{44C9137E-586F-F642-8CC3-7CF97FD6DC1B}"/>
                    </a:ext>
                  </a:extLst>
                </p:cNvPr>
                <p:cNvSpPr>
                  <a:spLocks/>
                </p:cNvSpPr>
                <p:nvPr/>
              </p:nvSpPr>
              <p:spPr bwMode="auto">
                <a:xfrm>
                  <a:off x="3088" y="2372"/>
                  <a:ext cx="172" cy="101"/>
                </a:xfrm>
                <a:custGeom>
                  <a:avLst/>
                  <a:gdLst>
                    <a:gd name="T0" fmla="*/ 0 w 42453"/>
                    <a:gd name="T1" fmla="*/ 0 h 26668"/>
                    <a:gd name="T2" fmla="*/ 0 w 42453"/>
                    <a:gd name="T3" fmla="*/ 0 h 26668"/>
                    <a:gd name="T4" fmla="*/ 0 w 42453"/>
                    <a:gd name="T5" fmla="*/ 0 h 26668"/>
                    <a:gd name="T6" fmla="*/ 0 60000 65536"/>
                    <a:gd name="T7" fmla="*/ 0 60000 65536"/>
                    <a:gd name="T8" fmla="*/ 0 60000 65536"/>
                    <a:gd name="T9" fmla="*/ 0 w 42453"/>
                    <a:gd name="T10" fmla="*/ 0 h 26668"/>
                    <a:gd name="T11" fmla="*/ 42453 w 42453"/>
                    <a:gd name="T12" fmla="*/ 26668 h 26668"/>
                  </a:gdLst>
                  <a:ahLst/>
                  <a:cxnLst>
                    <a:cxn ang="T6">
                      <a:pos x="T0" y="T1"/>
                    </a:cxn>
                    <a:cxn ang="T7">
                      <a:pos x="T2" y="T3"/>
                    </a:cxn>
                    <a:cxn ang="T8">
                      <a:pos x="T4" y="T5"/>
                    </a:cxn>
                  </a:cxnLst>
                  <a:rect l="T9" t="T10" r="T11" b="T12"/>
                  <a:pathLst>
                    <a:path w="42453" h="26668" fill="none" extrusionOk="0">
                      <a:moveTo>
                        <a:pt x="602" y="26668"/>
                      </a:moveTo>
                      <a:cubicBezTo>
                        <a:pt x="202" y="25008"/>
                        <a:pt x="0" y="23307"/>
                        <a:pt x="0" y="21600"/>
                      </a:cubicBezTo>
                      <a:cubicBezTo>
                        <a:pt x="0" y="9670"/>
                        <a:pt x="9670" y="0"/>
                        <a:pt x="21600" y="0"/>
                      </a:cubicBezTo>
                      <a:cubicBezTo>
                        <a:pt x="31361" y="-1"/>
                        <a:pt x="39909" y="6546"/>
                        <a:pt x="42453" y="15969"/>
                      </a:cubicBezTo>
                    </a:path>
                    <a:path w="42453" h="26668" stroke="0" extrusionOk="0">
                      <a:moveTo>
                        <a:pt x="602" y="26668"/>
                      </a:moveTo>
                      <a:cubicBezTo>
                        <a:pt x="202" y="25008"/>
                        <a:pt x="0" y="23307"/>
                        <a:pt x="0" y="21600"/>
                      </a:cubicBezTo>
                      <a:cubicBezTo>
                        <a:pt x="0" y="9670"/>
                        <a:pt x="9670" y="0"/>
                        <a:pt x="21600" y="0"/>
                      </a:cubicBezTo>
                      <a:cubicBezTo>
                        <a:pt x="31361" y="-1"/>
                        <a:pt x="39909" y="6546"/>
                        <a:pt x="42453" y="15969"/>
                      </a:cubicBezTo>
                      <a:lnTo>
                        <a:pt x="21600" y="21600"/>
                      </a:lnTo>
                      <a:lnTo>
                        <a:pt x="602" y="26668"/>
                      </a:lnTo>
                      <a:close/>
                    </a:path>
                  </a:pathLst>
                </a:custGeom>
                <a:solidFill>
                  <a:srgbClr val="7F3F00"/>
                </a:solidFill>
                <a:ln w="12700">
                  <a:solidFill>
                    <a:srgbClr val="000000"/>
                  </a:solidFill>
                  <a:round/>
                  <a:headEnd/>
                  <a:tailEnd/>
                </a:ln>
              </p:spPr>
              <p:txBody>
                <a:bodyPr/>
                <a:lstStyle/>
                <a:p>
                  <a:endParaRPr lang="pt-BR"/>
                </a:p>
              </p:txBody>
            </p:sp>
          </p:grpSp>
          <p:grpSp>
            <p:nvGrpSpPr>
              <p:cNvPr id="21517" name="Group 135">
                <a:extLst>
                  <a:ext uri="{FF2B5EF4-FFF2-40B4-BE49-F238E27FC236}">
                    <a16:creationId xmlns:a16="http://schemas.microsoft.com/office/drawing/2014/main" id="{1FF21821-E7E0-B847-9025-6F3551A91882}"/>
                  </a:ext>
                </a:extLst>
              </p:cNvPr>
              <p:cNvGrpSpPr>
                <a:grpSpLocks/>
              </p:cNvGrpSpPr>
              <p:nvPr/>
            </p:nvGrpSpPr>
            <p:grpSpPr bwMode="auto">
              <a:xfrm>
                <a:off x="3095" y="2388"/>
                <a:ext cx="182" cy="118"/>
                <a:chOff x="3095" y="2388"/>
                <a:chExt cx="182" cy="118"/>
              </a:xfrm>
            </p:grpSpPr>
            <p:grpSp>
              <p:nvGrpSpPr>
                <p:cNvPr id="21535" name="Group 136">
                  <a:extLst>
                    <a:ext uri="{FF2B5EF4-FFF2-40B4-BE49-F238E27FC236}">
                      <a16:creationId xmlns:a16="http://schemas.microsoft.com/office/drawing/2014/main" id="{717B97A9-C535-D54F-9827-6C39B38FA602}"/>
                    </a:ext>
                  </a:extLst>
                </p:cNvPr>
                <p:cNvGrpSpPr>
                  <a:grpSpLocks/>
                </p:cNvGrpSpPr>
                <p:nvPr/>
              </p:nvGrpSpPr>
              <p:grpSpPr bwMode="auto">
                <a:xfrm>
                  <a:off x="3095" y="2388"/>
                  <a:ext cx="173" cy="100"/>
                  <a:chOff x="3095" y="2388"/>
                  <a:chExt cx="173" cy="100"/>
                </a:xfrm>
              </p:grpSpPr>
              <p:sp>
                <p:nvSpPr>
                  <p:cNvPr id="21537" name="Arc 137">
                    <a:extLst>
                      <a:ext uri="{FF2B5EF4-FFF2-40B4-BE49-F238E27FC236}">
                        <a16:creationId xmlns:a16="http://schemas.microsoft.com/office/drawing/2014/main" id="{47C60C61-5BB7-DD49-9877-15B0DE8CB5BE}"/>
                      </a:ext>
                    </a:extLst>
                  </p:cNvPr>
                  <p:cNvSpPr>
                    <a:spLocks/>
                  </p:cNvSpPr>
                  <p:nvPr/>
                </p:nvSpPr>
                <p:spPr bwMode="auto">
                  <a:xfrm>
                    <a:off x="3095" y="2388"/>
                    <a:ext cx="173" cy="99"/>
                  </a:xfrm>
                  <a:custGeom>
                    <a:avLst/>
                    <a:gdLst>
                      <a:gd name="T0" fmla="*/ 0 w 42583"/>
                      <a:gd name="T1" fmla="*/ 0 h 26108"/>
                      <a:gd name="T2" fmla="*/ 0 w 42583"/>
                      <a:gd name="T3" fmla="*/ 0 h 26108"/>
                      <a:gd name="T4" fmla="*/ 0 w 42583"/>
                      <a:gd name="T5" fmla="*/ 0 h 26108"/>
                      <a:gd name="T6" fmla="*/ 0 60000 65536"/>
                      <a:gd name="T7" fmla="*/ 0 60000 65536"/>
                      <a:gd name="T8" fmla="*/ 0 60000 65536"/>
                      <a:gd name="T9" fmla="*/ 0 w 42583"/>
                      <a:gd name="T10" fmla="*/ 0 h 26108"/>
                      <a:gd name="T11" fmla="*/ 42583 w 42583"/>
                      <a:gd name="T12" fmla="*/ 26108 h 26108"/>
                    </a:gdLst>
                    <a:ahLst/>
                    <a:cxnLst>
                      <a:cxn ang="T6">
                        <a:pos x="T0" y="T1"/>
                      </a:cxn>
                      <a:cxn ang="T7">
                        <a:pos x="T2" y="T3"/>
                      </a:cxn>
                      <a:cxn ang="T8">
                        <a:pos x="T4" y="T5"/>
                      </a:cxn>
                    </a:cxnLst>
                    <a:rect l="T9" t="T10" r="T11" b="T12"/>
                    <a:pathLst>
                      <a:path w="42583" h="26108" fill="none" extrusionOk="0">
                        <a:moveTo>
                          <a:pt x="475" y="26108"/>
                        </a:moveTo>
                        <a:cubicBezTo>
                          <a:pt x="159" y="24626"/>
                          <a:pt x="0" y="23115"/>
                          <a:pt x="0" y="21600"/>
                        </a:cubicBezTo>
                        <a:cubicBezTo>
                          <a:pt x="0" y="9670"/>
                          <a:pt x="9670" y="0"/>
                          <a:pt x="21600" y="0"/>
                        </a:cubicBezTo>
                        <a:cubicBezTo>
                          <a:pt x="31554" y="-1"/>
                          <a:pt x="40220" y="6803"/>
                          <a:pt x="42582" y="16474"/>
                        </a:cubicBezTo>
                      </a:path>
                      <a:path w="42583" h="26108" stroke="0" extrusionOk="0">
                        <a:moveTo>
                          <a:pt x="475" y="26108"/>
                        </a:moveTo>
                        <a:cubicBezTo>
                          <a:pt x="159" y="24626"/>
                          <a:pt x="0" y="23115"/>
                          <a:pt x="0" y="21600"/>
                        </a:cubicBezTo>
                        <a:cubicBezTo>
                          <a:pt x="0" y="9670"/>
                          <a:pt x="9670" y="0"/>
                          <a:pt x="21600" y="0"/>
                        </a:cubicBezTo>
                        <a:cubicBezTo>
                          <a:pt x="31554" y="-1"/>
                          <a:pt x="40220" y="6803"/>
                          <a:pt x="42582" y="16474"/>
                        </a:cubicBezTo>
                        <a:lnTo>
                          <a:pt x="21600" y="21600"/>
                        </a:lnTo>
                        <a:lnTo>
                          <a:pt x="475" y="26108"/>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1538" name="Arc 138">
                    <a:extLst>
                      <a:ext uri="{FF2B5EF4-FFF2-40B4-BE49-F238E27FC236}">
                        <a16:creationId xmlns:a16="http://schemas.microsoft.com/office/drawing/2014/main" id="{F2ABDDD0-CF18-3D49-922A-03CDF8D2669F}"/>
                      </a:ext>
                    </a:extLst>
                  </p:cNvPr>
                  <p:cNvSpPr>
                    <a:spLocks/>
                  </p:cNvSpPr>
                  <p:nvPr/>
                </p:nvSpPr>
                <p:spPr bwMode="auto">
                  <a:xfrm>
                    <a:off x="3095" y="2398"/>
                    <a:ext cx="88" cy="89"/>
                  </a:xfrm>
                  <a:custGeom>
                    <a:avLst/>
                    <a:gdLst>
                      <a:gd name="T0" fmla="*/ 0 w 21600"/>
                      <a:gd name="T1" fmla="*/ 0 h 23399"/>
                      <a:gd name="T2" fmla="*/ 0 w 21600"/>
                      <a:gd name="T3" fmla="*/ 0 h 23399"/>
                      <a:gd name="T4" fmla="*/ 0 w 21600"/>
                      <a:gd name="T5" fmla="*/ 0 h 23399"/>
                      <a:gd name="T6" fmla="*/ 0 60000 65536"/>
                      <a:gd name="T7" fmla="*/ 0 60000 65536"/>
                      <a:gd name="T8" fmla="*/ 0 60000 65536"/>
                      <a:gd name="T9" fmla="*/ 0 w 21600"/>
                      <a:gd name="T10" fmla="*/ 0 h 23399"/>
                      <a:gd name="T11" fmla="*/ 21600 w 21600"/>
                      <a:gd name="T12" fmla="*/ 23399 h 23399"/>
                    </a:gdLst>
                    <a:ahLst/>
                    <a:cxnLst>
                      <a:cxn ang="T6">
                        <a:pos x="T0" y="T1"/>
                      </a:cxn>
                      <a:cxn ang="T7">
                        <a:pos x="T2" y="T3"/>
                      </a:cxn>
                      <a:cxn ang="T8">
                        <a:pos x="T4" y="T5"/>
                      </a:cxn>
                    </a:cxnLst>
                    <a:rect l="T9" t="T10" r="T11" b="T12"/>
                    <a:pathLst>
                      <a:path w="21600" h="23399" fill="none" extrusionOk="0">
                        <a:moveTo>
                          <a:pt x="475" y="23399"/>
                        </a:moveTo>
                        <a:cubicBezTo>
                          <a:pt x="159" y="21917"/>
                          <a:pt x="0" y="20406"/>
                          <a:pt x="0" y="18891"/>
                        </a:cubicBezTo>
                        <a:cubicBezTo>
                          <a:pt x="-1" y="11039"/>
                          <a:pt x="4260" y="3806"/>
                          <a:pt x="11126" y="-1"/>
                        </a:cubicBezTo>
                      </a:path>
                      <a:path w="21600" h="23399" stroke="0" extrusionOk="0">
                        <a:moveTo>
                          <a:pt x="475" y="23399"/>
                        </a:moveTo>
                        <a:cubicBezTo>
                          <a:pt x="159" y="21917"/>
                          <a:pt x="0" y="20406"/>
                          <a:pt x="0" y="18891"/>
                        </a:cubicBezTo>
                        <a:cubicBezTo>
                          <a:pt x="-1" y="11039"/>
                          <a:pt x="4260" y="3806"/>
                          <a:pt x="11126" y="-1"/>
                        </a:cubicBezTo>
                        <a:lnTo>
                          <a:pt x="21600" y="18891"/>
                        </a:lnTo>
                        <a:lnTo>
                          <a:pt x="475" y="23399"/>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1539" name="Arc 139">
                    <a:extLst>
                      <a:ext uri="{FF2B5EF4-FFF2-40B4-BE49-F238E27FC236}">
                        <a16:creationId xmlns:a16="http://schemas.microsoft.com/office/drawing/2014/main" id="{731BCCDD-C464-E040-BFC3-18A69F5A0E97}"/>
                      </a:ext>
                    </a:extLst>
                  </p:cNvPr>
                  <p:cNvSpPr>
                    <a:spLocks/>
                  </p:cNvSpPr>
                  <p:nvPr/>
                </p:nvSpPr>
                <p:spPr bwMode="auto">
                  <a:xfrm>
                    <a:off x="3096" y="2388"/>
                    <a:ext cx="172" cy="100"/>
                  </a:xfrm>
                  <a:custGeom>
                    <a:avLst/>
                    <a:gdLst>
                      <a:gd name="T0" fmla="*/ 0 w 42520"/>
                      <a:gd name="T1" fmla="*/ 0 h 26361"/>
                      <a:gd name="T2" fmla="*/ 0 w 42520"/>
                      <a:gd name="T3" fmla="*/ 0 h 26361"/>
                      <a:gd name="T4" fmla="*/ 0 w 42520"/>
                      <a:gd name="T5" fmla="*/ 0 h 26361"/>
                      <a:gd name="T6" fmla="*/ 0 60000 65536"/>
                      <a:gd name="T7" fmla="*/ 0 60000 65536"/>
                      <a:gd name="T8" fmla="*/ 0 60000 65536"/>
                      <a:gd name="T9" fmla="*/ 0 w 42520"/>
                      <a:gd name="T10" fmla="*/ 0 h 26361"/>
                      <a:gd name="T11" fmla="*/ 42520 w 42520"/>
                      <a:gd name="T12" fmla="*/ 26361 h 26361"/>
                    </a:gdLst>
                    <a:ahLst/>
                    <a:cxnLst>
                      <a:cxn ang="T6">
                        <a:pos x="T0" y="T1"/>
                      </a:cxn>
                      <a:cxn ang="T7">
                        <a:pos x="T2" y="T3"/>
                      </a:cxn>
                      <a:cxn ang="T8">
                        <a:pos x="T4" y="T5"/>
                      </a:cxn>
                    </a:cxnLst>
                    <a:rect l="T9" t="T10" r="T11" b="T12"/>
                    <a:pathLst>
                      <a:path w="42520" h="26361" fill="none" extrusionOk="0">
                        <a:moveTo>
                          <a:pt x="531" y="26360"/>
                        </a:moveTo>
                        <a:cubicBezTo>
                          <a:pt x="178" y="24798"/>
                          <a:pt x="0" y="23201"/>
                          <a:pt x="0" y="21600"/>
                        </a:cubicBezTo>
                        <a:cubicBezTo>
                          <a:pt x="0" y="9670"/>
                          <a:pt x="9670" y="0"/>
                          <a:pt x="21600" y="0"/>
                        </a:cubicBezTo>
                        <a:cubicBezTo>
                          <a:pt x="31457" y="-1"/>
                          <a:pt x="40064" y="6673"/>
                          <a:pt x="42519" y="16221"/>
                        </a:cubicBezTo>
                      </a:path>
                      <a:path w="42520" h="26361" stroke="0" extrusionOk="0">
                        <a:moveTo>
                          <a:pt x="531" y="26360"/>
                        </a:moveTo>
                        <a:cubicBezTo>
                          <a:pt x="178" y="24798"/>
                          <a:pt x="0" y="23201"/>
                          <a:pt x="0" y="21600"/>
                        </a:cubicBezTo>
                        <a:cubicBezTo>
                          <a:pt x="0" y="9670"/>
                          <a:pt x="9670" y="0"/>
                          <a:pt x="21600" y="0"/>
                        </a:cubicBezTo>
                        <a:cubicBezTo>
                          <a:pt x="31457" y="-1"/>
                          <a:pt x="40064" y="6673"/>
                          <a:pt x="42519" y="16221"/>
                        </a:cubicBezTo>
                        <a:lnTo>
                          <a:pt x="21600" y="21600"/>
                        </a:lnTo>
                        <a:lnTo>
                          <a:pt x="531" y="2636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grpSp>
            <p:sp>
              <p:nvSpPr>
                <p:cNvPr id="21536" name="Arc 140">
                  <a:extLst>
                    <a:ext uri="{FF2B5EF4-FFF2-40B4-BE49-F238E27FC236}">
                      <a16:creationId xmlns:a16="http://schemas.microsoft.com/office/drawing/2014/main" id="{543E6253-F025-F94E-87BB-93662F22F971}"/>
                    </a:ext>
                  </a:extLst>
                </p:cNvPr>
                <p:cNvSpPr>
                  <a:spLocks/>
                </p:cNvSpPr>
                <p:nvPr/>
              </p:nvSpPr>
              <p:spPr bwMode="auto">
                <a:xfrm>
                  <a:off x="3105" y="2406"/>
                  <a:ext cx="172" cy="100"/>
                </a:xfrm>
                <a:custGeom>
                  <a:avLst/>
                  <a:gdLst>
                    <a:gd name="T0" fmla="*/ 0 w 42520"/>
                    <a:gd name="T1" fmla="*/ 0 h 26361"/>
                    <a:gd name="T2" fmla="*/ 0 w 42520"/>
                    <a:gd name="T3" fmla="*/ 0 h 26361"/>
                    <a:gd name="T4" fmla="*/ 0 w 42520"/>
                    <a:gd name="T5" fmla="*/ 0 h 26361"/>
                    <a:gd name="T6" fmla="*/ 0 60000 65536"/>
                    <a:gd name="T7" fmla="*/ 0 60000 65536"/>
                    <a:gd name="T8" fmla="*/ 0 60000 65536"/>
                    <a:gd name="T9" fmla="*/ 0 w 42520"/>
                    <a:gd name="T10" fmla="*/ 0 h 26361"/>
                    <a:gd name="T11" fmla="*/ 42520 w 42520"/>
                    <a:gd name="T12" fmla="*/ 26361 h 26361"/>
                  </a:gdLst>
                  <a:ahLst/>
                  <a:cxnLst>
                    <a:cxn ang="T6">
                      <a:pos x="T0" y="T1"/>
                    </a:cxn>
                    <a:cxn ang="T7">
                      <a:pos x="T2" y="T3"/>
                    </a:cxn>
                    <a:cxn ang="T8">
                      <a:pos x="T4" y="T5"/>
                    </a:cxn>
                  </a:cxnLst>
                  <a:rect l="T9" t="T10" r="T11" b="T12"/>
                  <a:pathLst>
                    <a:path w="42520" h="26361" fill="none" extrusionOk="0">
                      <a:moveTo>
                        <a:pt x="531" y="26360"/>
                      </a:moveTo>
                      <a:cubicBezTo>
                        <a:pt x="178" y="24798"/>
                        <a:pt x="0" y="23201"/>
                        <a:pt x="0" y="21600"/>
                      </a:cubicBezTo>
                      <a:cubicBezTo>
                        <a:pt x="0" y="9670"/>
                        <a:pt x="9670" y="0"/>
                        <a:pt x="21600" y="0"/>
                      </a:cubicBezTo>
                      <a:cubicBezTo>
                        <a:pt x="31457" y="-1"/>
                        <a:pt x="40064" y="6673"/>
                        <a:pt x="42519" y="16221"/>
                      </a:cubicBezTo>
                    </a:path>
                    <a:path w="42520" h="26361" stroke="0" extrusionOk="0">
                      <a:moveTo>
                        <a:pt x="531" y="26360"/>
                      </a:moveTo>
                      <a:cubicBezTo>
                        <a:pt x="178" y="24798"/>
                        <a:pt x="0" y="23201"/>
                        <a:pt x="0" y="21600"/>
                      </a:cubicBezTo>
                      <a:cubicBezTo>
                        <a:pt x="0" y="9670"/>
                        <a:pt x="9670" y="0"/>
                        <a:pt x="21600" y="0"/>
                      </a:cubicBezTo>
                      <a:cubicBezTo>
                        <a:pt x="31457" y="-1"/>
                        <a:pt x="40064" y="6673"/>
                        <a:pt x="42519" y="16221"/>
                      </a:cubicBezTo>
                      <a:lnTo>
                        <a:pt x="21600" y="21600"/>
                      </a:lnTo>
                      <a:lnTo>
                        <a:pt x="531" y="26360"/>
                      </a:lnTo>
                      <a:close/>
                    </a:path>
                  </a:pathLst>
                </a:custGeom>
                <a:solidFill>
                  <a:srgbClr val="7F3F00"/>
                </a:solidFill>
                <a:ln w="12700">
                  <a:solidFill>
                    <a:srgbClr val="000000"/>
                  </a:solidFill>
                  <a:round/>
                  <a:headEnd/>
                  <a:tailEnd/>
                </a:ln>
              </p:spPr>
              <p:txBody>
                <a:bodyPr/>
                <a:lstStyle/>
                <a:p>
                  <a:endParaRPr lang="pt-BR"/>
                </a:p>
              </p:txBody>
            </p:sp>
          </p:grpSp>
          <p:grpSp>
            <p:nvGrpSpPr>
              <p:cNvPr id="21518" name="Group 141">
                <a:extLst>
                  <a:ext uri="{FF2B5EF4-FFF2-40B4-BE49-F238E27FC236}">
                    <a16:creationId xmlns:a16="http://schemas.microsoft.com/office/drawing/2014/main" id="{29AFCD8B-F04D-F54B-A2B4-1FE8B9913E0E}"/>
                  </a:ext>
                </a:extLst>
              </p:cNvPr>
              <p:cNvGrpSpPr>
                <a:grpSpLocks/>
              </p:cNvGrpSpPr>
              <p:nvPr/>
            </p:nvGrpSpPr>
            <p:grpSpPr bwMode="auto">
              <a:xfrm>
                <a:off x="3113" y="2420"/>
                <a:ext cx="173" cy="98"/>
                <a:chOff x="3113" y="2420"/>
                <a:chExt cx="173" cy="98"/>
              </a:xfrm>
            </p:grpSpPr>
            <p:sp>
              <p:nvSpPr>
                <p:cNvPr id="21533" name="Arc 142">
                  <a:extLst>
                    <a:ext uri="{FF2B5EF4-FFF2-40B4-BE49-F238E27FC236}">
                      <a16:creationId xmlns:a16="http://schemas.microsoft.com/office/drawing/2014/main" id="{2F909D0D-6E7C-6F4C-92FA-92383228D945}"/>
                    </a:ext>
                  </a:extLst>
                </p:cNvPr>
                <p:cNvSpPr>
                  <a:spLocks/>
                </p:cNvSpPr>
                <p:nvPr/>
              </p:nvSpPr>
              <p:spPr bwMode="auto">
                <a:xfrm>
                  <a:off x="3113" y="2420"/>
                  <a:ext cx="173" cy="98"/>
                </a:xfrm>
                <a:custGeom>
                  <a:avLst/>
                  <a:gdLst>
                    <a:gd name="T0" fmla="*/ 0 w 42657"/>
                    <a:gd name="T1" fmla="*/ 0 h 25854"/>
                    <a:gd name="T2" fmla="*/ 0 w 42657"/>
                    <a:gd name="T3" fmla="*/ 0 h 25854"/>
                    <a:gd name="T4" fmla="*/ 0 w 42657"/>
                    <a:gd name="T5" fmla="*/ 0 h 25854"/>
                    <a:gd name="T6" fmla="*/ 0 60000 65536"/>
                    <a:gd name="T7" fmla="*/ 0 60000 65536"/>
                    <a:gd name="T8" fmla="*/ 0 60000 65536"/>
                    <a:gd name="T9" fmla="*/ 0 w 42657"/>
                    <a:gd name="T10" fmla="*/ 0 h 25854"/>
                    <a:gd name="T11" fmla="*/ 42657 w 42657"/>
                    <a:gd name="T12" fmla="*/ 25854 h 25854"/>
                  </a:gdLst>
                  <a:ahLst/>
                  <a:cxnLst>
                    <a:cxn ang="T6">
                      <a:pos x="T0" y="T1"/>
                    </a:cxn>
                    <a:cxn ang="T7">
                      <a:pos x="T2" y="T3"/>
                    </a:cxn>
                    <a:cxn ang="T8">
                      <a:pos x="T4" y="T5"/>
                    </a:cxn>
                  </a:cxnLst>
                  <a:rect l="T9" t="T10" r="T11" b="T12"/>
                  <a:pathLst>
                    <a:path w="42657" h="25854" fill="none" extrusionOk="0">
                      <a:moveTo>
                        <a:pt x="423" y="25853"/>
                      </a:moveTo>
                      <a:cubicBezTo>
                        <a:pt x="141" y="24453"/>
                        <a:pt x="0" y="23028"/>
                        <a:pt x="0" y="21600"/>
                      </a:cubicBezTo>
                      <a:cubicBezTo>
                        <a:pt x="0" y="9670"/>
                        <a:pt x="9670" y="0"/>
                        <a:pt x="21600" y="0"/>
                      </a:cubicBezTo>
                      <a:cubicBezTo>
                        <a:pt x="31674" y="-1"/>
                        <a:pt x="40410" y="6964"/>
                        <a:pt x="42656" y="16785"/>
                      </a:cubicBezTo>
                    </a:path>
                    <a:path w="42657" h="25854" stroke="0" extrusionOk="0">
                      <a:moveTo>
                        <a:pt x="423" y="25853"/>
                      </a:moveTo>
                      <a:cubicBezTo>
                        <a:pt x="141" y="24453"/>
                        <a:pt x="0" y="23028"/>
                        <a:pt x="0" y="21600"/>
                      </a:cubicBezTo>
                      <a:cubicBezTo>
                        <a:pt x="0" y="9670"/>
                        <a:pt x="9670" y="0"/>
                        <a:pt x="21600" y="0"/>
                      </a:cubicBezTo>
                      <a:cubicBezTo>
                        <a:pt x="31674" y="-1"/>
                        <a:pt x="40410" y="6964"/>
                        <a:pt x="42656" y="16785"/>
                      </a:cubicBezTo>
                      <a:lnTo>
                        <a:pt x="21600" y="21600"/>
                      </a:lnTo>
                      <a:lnTo>
                        <a:pt x="423" y="25853"/>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1534" name="Arc 143">
                  <a:extLst>
                    <a:ext uri="{FF2B5EF4-FFF2-40B4-BE49-F238E27FC236}">
                      <a16:creationId xmlns:a16="http://schemas.microsoft.com/office/drawing/2014/main" id="{FC5D1F58-8E0D-154C-8211-DFA284934BC7}"/>
                    </a:ext>
                  </a:extLst>
                </p:cNvPr>
                <p:cNvSpPr>
                  <a:spLocks/>
                </p:cNvSpPr>
                <p:nvPr/>
              </p:nvSpPr>
              <p:spPr bwMode="auto">
                <a:xfrm>
                  <a:off x="3113" y="2430"/>
                  <a:ext cx="88" cy="88"/>
                </a:xfrm>
                <a:custGeom>
                  <a:avLst/>
                  <a:gdLst>
                    <a:gd name="T0" fmla="*/ 0 w 21600"/>
                    <a:gd name="T1" fmla="*/ 0 h 23145"/>
                    <a:gd name="T2" fmla="*/ 0 w 21600"/>
                    <a:gd name="T3" fmla="*/ 0 h 23145"/>
                    <a:gd name="T4" fmla="*/ 0 w 21600"/>
                    <a:gd name="T5" fmla="*/ 0 h 23145"/>
                    <a:gd name="T6" fmla="*/ 0 60000 65536"/>
                    <a:gd name="T7" fmla="*/ 0 60000 65536"/>
                    <a:gd name="T8" fmla="*/ 0 60000 65536"/>
                    <a:gd name="T9" fmla="*/ 0 w 21600"/>
                    <a:gd name="T10" fmla="*/ 0 h 23145"/>
                    <a:gd name="T11" fmla="*/ 21600 w 21600"/>
                    <a:gd name="T12" fmla="*/ 23145 h 23145"/>
                  </a:gdLst>
                  <a:ahLst/>
                  <a:cxnLst>
                    <a:cxn ang="T6">
                      <a:pos x="T0" y="T1"/>
                    </a:cxn>
                    <a:cxn ang="T7">
                      <a:pos x="T2" y="T3"/>
                    </a:cxn>
                    <a:cxn ang="T8">
                      <a:pos x="T4" y="T5"/>
                    </a:cxn>
                  </a:cxnLst>
                  <a:rect l="T9" t="T10" r="T11" b="T12"/>
                  <a:pathLst>
                    <a:path w="21600" h="23145" fill="none" extrusionOk="0">
                      <a:moveTo>
                        <a:pt x="423" y="23144"/>
                      </a:moveTo>
                      <a:cubicBezTo>
                        <a:pt x="141" y="21744"/>
                        <a:pt x="0" y="20319"/>
                        <a:pt x="0" y="18891"/>
                      </a:cubicBezTo>
                      <a:cubicBezTo>
                        <a:pt x="-1" y="11039"/>
                        <a:pt x="4260" y="3806"/>
                        <a:pt x="11126" y="-1"/>
                      </a:cubicBezTo>
                    </a:path>
                    <a:path w="21600" h="23145" stroke="0" extrusionOk="0">
                      <a:moveTo>
                        <a:pt x="423" y="23144"/>
                      </a:moveTo>
                      <a:cubicBezTo>
                        <a:pt x="141" y="21744"/>
                        <a:pt x="0" y="20319"/>
                        <a:pt x="0" y="18891"/>
                      </a:cubicBezTo>
                      <a:cubicBezTo>
                        <a:pt x="-1" y="11039"/>
                        <a:pt x="4260" y="3806"/>
                        <a:pt x="11126" y="-1"/>
                      </a:cubicBezTo>
                      <a:lnTo>
                        <a:pt x="21600" y="18891"/>
                      </a:lnTo>
                      <a:lnTo>
                        <a:pt x="423" y="23144"/>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grpSp>
            <p:nvGrpSpPr>
              <p:cNvPr id="21519" name="Group 144">
                <a:extLst>
                  <a:ext uri="{FF2B5EF4-FFF2-40B4-BE49-F238E27FC236}">
                    <a16:creationId xmlns:a16="http://schemas.microsoft.com/office/drawing/2014/main" id="{25BA6BA8-FA81-7948-A393-579CB4E2AF14}"/>
                  </a:ext>
                </a:extLst>
              </p:cNvPr>
              <p:cNvGrpSpPr>
                <a:grpSpLocks/>
              </p:cNvGrpSpPr>
              <p:nvPr/>
            </p:nvGrpSpPr>
            <p:grpSpPr bwMode="auto">
              <a:xfrm>
                <a:off x="3114" y="2420"/>
                <a:ext cx="182" cy="117"/>
                <a:chOff x="3114" y="2420"/>
                <a:chExt cx="182" cy="117"/>
              </a:xfrm>
            </p:grpSpPr>
            <p:sp>
              <p:nvSpPr>
                <p:cNvPr id="21531" name="Arc 145">
                  <a:extLst>
                    <a:ext uri="{FF2B5EF4-FFF2-40B4-BE49-F238E27FC236}">
                      <a16:creationId xmlns:a16="http://schemas.microsoft.com/office/drawing/2014/main" id="{03835781-D386-0643-9480-2F065737B89D}"/>
                    </a:ext>
                  </a:extLst>
                </p:cNvPr>
                <p:cNvSpPr>
                  <a:spLocks/>
                </p:cNvSpPr>
                <p:nvPr/>
              </p:nvSpPr>
              <p:spPr bwMode="auto">
                <a:xfrm>
                  <a:off x="3114" y="2420"/>
                  <a:ext cx="173" cy="99"/>
                </a:xfrm>
                <a:custGeom>
                  <a:avLst/>
                  <a:gdLst>
                    <a:gd name="T0" fmla="*/ 0 w 42583"/>
                    <a:gd name="T1" fmla="*/ 0 h 26108"/>
                    <a:gd name="T2" fmla="*/ 0 w 42583"/>
                    <a:gd name="T3" fmla="*/ 0 h 26108"/>
                    <a:gd name="T4" fmla="*/ 0 w 42583"/>
                    <a:gd name="T5" fmla="*/ 0 h 26108"/>
                    <a:gd name="T6" fmla="*/ 0 60000 65536"/>
                    <a:gd name="T7" fmla="*/ 0 60000 65536"/>
                    <a:gd name="T8" fmla="*/ 0 60000 65536"/>
                    <a:gd name="T9" fmla="*/ 0 w 42583"/>
                    <a:gd name="T10" fmla="*/ 0 h 26108"/>
                    <a:gd name="T11" fmla="*/ 42583 w 42583"/>
                    <a:gd name="T12" fmla="*/ 26108 h 26108"/>
                  </a:gdLst>
                  <a:ahLst/>
                  <a:cxnLst>
                    <a:cxn ang="T6">
                      <a:pos x="T0" y="T1"/>
                    </a:cxn>
                    <a:cxn ang="T7">
                      <a:pos x="T2" y="T3"/>
                    </a:cxn>
                    <a:cxn ang="T8">
                      <a:pos x="T4" y="T5"/>
                    </a:cxn>
                  </a:cxnLst>
                  <a:rect l="T9" t="T10" r="T11" b="T12"/>
                  <a:pathLst>
                    <a:path w="42583" h="26108" fill="none" extrusionOk="0">
                      <a:moveTo>
                        <a:pt x="475" y="26108"/>
                      </a:moveTo>
                      <a:cubicBezTo>
                        <a:pt x="159" y="24626"/>
                        <a:pt x="0" y="23115"/>
                        <a:pt x="0" y="21600"/>
                      </a:cubicBezTo>
                      <a:cubicBezTo>
                        <a:pt x="0" y="9670"/>
                        <a:pt x="9670" y="0"/>
                        <a:pt x="21600" y="0"/>
                      </a:cubicBezTo>
                      <a:cubicBezTo>
                        <a:pt x="31554" y="-1"/>
                        <a:pt x="40220" y="6803"/>
                        <a:pt x="42582" y="16474"/>
                      </a:cubicBezTo>
                    </a:path>
                    <a:path w="42583" h="26108" stroke="0" extrusionOk="0">
                      <a:moveTo>
                        <a:pt x="475" y="26108"/>
                      </a:moveTo>
                      <a:cubicBezTo>
                        <a:pt x="159" y="24626"/>
                        <a:pt x="0" y="23115"/>
                        <a:pt x="0" y="21600"/>
                      </a:cubicBezTo>
                      <a:cubicBezTo>
                        <a:pt x="0" y="9670"/>
                        <a:pt x="9670" y="0"/>
                        <a:pt x="21600" y="0"/>
                      </a:cubicBezTo>
                      <a:cubicBezTo>
                        <a:pt x="31554" y="-1"/>
                        <a:pt x="40220" y="6803"/>
                        <a:pt x="42582" y="16474"/>
                      </a:cubicBezTo>
                      <a:lnTo>
                        <a:pt x="21600" y="21600"/>
                      </a:lnTo>
                      <a:lnTo>
                        <a:pt x="475" y="26108"/>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21532" name="Arc 146">
                  <a:extLst>
                    <a:ext uri="{FF2B5EF4-FFF2-40B4-BE49-F238E27FC236}">
                      <a16:creationId xmlns:a16="http://schemas.microsoft.com/office/drawing/2014/main" id="{E9661095-14D8-784C-8700-F9C5B09BE91B}"/>
                    </a:ext>
                  </a:extLst>
                </p:cNvPr>
                <p:cNvSpPr>
                  <a:spLocks/>
                </p:cNvSpPr>
                <p:nvPr/>
              </p:nvSpPr>
              <p:spPr bwMode="auto">
                <a:xfrm>
                  <a:off x="3123" y="2438"/>
                  <a:ext cx="173" cy="99"/>
                </a:xfrm>
                <a:custGeom>
                  <a:avLst/>
                  <a:gdLst>
                    <a:gd name="T0" fmla="*/ 0 w 42583"/>
                    <a:gd name="T1" fmla="*/ 0 h 26108"/>
                    <a:gd name="T2" fmla="*/ 0 w 42583"/>
                    <a:gd name="T3" fmla="*/ 0 h 26108"/>
                    <a:gd name="T4" fmla="*/ 0 w 42583"/>
                    <a:gd name="T5" fmla="*/ 0 h 26108"/>
                    <a:gd name="T6" fmla="*/ 0 60000 65536"/>
                    <a:gd name="T7" fmla="*/ 0 60000 65536"/>
                    <a:gd name="T8" fmla="*/ 0 60000 65536"/>
                    <a:gd name="T9" fmla="*/ 0 w 42583"/>
                    <a:gd name="T10" fmla="*/ 0 h 26108"/>
                    <a:gd name="T11" fmla="*/ 42583 w 42583"/>
                    <a:gd name="T12" fmla="*/ 26108 h 26108"/>
                  </a:gdLst>
                  <a:ahLst/>
                  <a:cxnLst>
                    <a:cxn ang="T6">
                      <a:pos x="T0" y="T1"/>
                    </a:cxn>
                    <a:cxn ang="T7">
                      <a:pos x="T2" y="T3"/>
                    </a:cxn>
                    <a:cxn ang="T8">
                      <a:pos x="T4" y="T5"/>
                    </a:cxn>
                  </a:cxnLst>
                  <a:rect l="T9" t="T10" r="T11" b="T12"/>
                  <a:pathLst>
                    <a:path w="42583" h="26108" fill="none" extrusionOk="0">
                      <a:moveTo>
                        <a:pt x="475" y="26108"/>
                      </a:moveTo>
                      <a:cubicBezTo>
                        <a:pt x="159" y="24626"/>
                        <a:pt x="0" y="23115"/>
                        <a:pt x="0" y="21600"/>
                      </a:cubicBezTo>
                      <a:cubicBezTo>
                        <a:pt x="0" y="9670"/>
                        <a:pt x="9670" y="0"/>
                        <a:pt x="21600" y="0"/>
                      </a:cubicBezTo>
                      <a:cubicBezTo>
                        <a:pt x="31554" y="-1"/>
                        <a:pt x="40220" y="6803"/>
                        <a:pt x="42582" y="16474"/>
                      </a:cubicBezTo>
                    </a:path>
                    <a:path w="42583" h="26108" stroke="0" extrusionOk="0">
                      <a:moveTo>
                        <a:pt x="475" y="26108"/>
                      </a:moveTo>
                      <a:cubicBezTo>
                        <a:pt x="159" y="24626"/>
                        <a:pt x="0" y="23115"/>
                        <a:pt x="0" y="21600"/>
                      </a:cubicBezTo>
                      <a:cubicBezTo>
                        <a:pt x="0" y="9670"/>
                        <a:pt x="9670" y="0"/>
                        <a:pt x="21600" y="0"/>
                      </a:cubicBezTo>
                      <a:cubicBezTo>
                        <a:pt x="31554" y="-1"/>
                        <a:pt x="40220" y="6803"/>
                        <a:pt x="42582" y="16474"/>
                      </a:cubicBezTo>
                      <a:lnTo>
                        <a:pt x="21600" y="21600"/>
                      </a:lnTo>
                      <a:lnTo>
                        <a:pt x="475" y="26108"/>
                      </a:lnTo>
                      <a:close/>
                    </a:path>
                  </a:pathLst>
                </a:custGeom>
                <a:solidFill>
                  <a:srgbClr val="7F3F00"/>
                </a:solidFill>
                <a:ln w="12700">
                  <a:solidFill>
                    <a:srgbClr val="000000"/>
                  </a:solidFill>
                  <a:round/>
                  <a:headEnd/>
                  <a:tailEnd/>
                </a:ln>
              </p:spPr>
              <p:txBody>
                <a:bodyPr/>
                <a:lstStyle/>
                <a:p>
                  <a:endParaRPr lang="pt-BR"/>
                </a:p>
              </p:txBody>
            </p:sp>
          </p:grpSp>
          <p:grpSp>
            <p:nvGrpSpPr>
              <p:cNvPr id="21520" name="Group 147">
                <a:extLst>
                  <a:ext uri="{FF2B5EF4-FFF2-40B4-BE49-F238E27FC236}">
                    <a16:creationId xmlns:a16="http://schemas.microsoft.com/office/drawing/2014/main" id="{BEA5858E-A427-1A41-9213-71A7E5A93D57}"/>
                  </a:ext>
                </a:extLst>
              </p:cNvPr>
              <p:cNvGrpSpPr>
                <a:grpSpLocks/>
              </p:cNvGrpSpPr>
              <p:nvPr/>
            </p:nvGrpSpPr>
            <p:grpSpPr bwMode="auto">
              <a:xfrm>
                <a:off x="3014" y="2275"/>
                <a:ext cx="565" cy="811"/>
                <a:chOff x="3014" y="2275"/>
                <a:chExt cx="565" cy="811"/>
              </a:xfrm>
            </p:grpSpPr>
            <p:sp>
              <p:nvSpPr>
                <p:cNvPr id="21529" name="Line 148">
                  <a:extLst>
                    <a:ext uri="{FF2B5EF4-FFF2-40B4-BE49-F238E27FC236}">
                      <a16:creationId xmlns:a16="http://schemas.microsoft.com/office/drawing/2014/main" id="{13341399-1D21-434E-BAB9-D956E1A94A2D}"/>
                    </a:ext>
                  </a:extLst>
                </p:cNvPr>
                <p:cNvSpPr>
                  <a:spLocks noChangeShapeType="1"/>
                </p:cNvSpPr>
                <p:nvPr/>
              </p:nvSpPr>
              <p:spPr bwMode="auto">
                <a:xfrm>
                  <a:off x="3178" y="2275"/>
                  <a:ext cx="401" cy="72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21530" name="Line 149">
                  <a:extLst>
                    <a:ext uri="{FF2B5EF4-FFF2-40B4-BE49-F238E27FC236}">
                      <a16:creationId xmlns:a16="http://schemas.microsoft.com/office/drawing/2014/main" id="{AF3E6ACA-F8E2-9449-B5D9-9722F8EFA2D3}"/>
                    </a:ext>
                  </a:extLst>
                </p:cNvPr>
                <p:cNvSpPr>
                  <a:spLocks noChangeShapeType="1"/>
                </p:cNvSpPr>
                <p:nvPr/>
              </p:nvSpPr>
              <p:spPr bwMode="auto">
                <a:xfrm>
                  <a:off x="3014" y="2333"/>
                  <a:ext cx="402" cy="75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grpSp>
          <p:grpSp>
            <p:nvGrpSpPr>
              <p:cNvPr id="21521" name="Group 150">
                <a:extLst>
                  <a:ext uri="{FF2B5EF4-FFF2-40B4-BE49-F238E27FC236}">
                    <a16:creationId xmlns:a16="http://schemas.microsoft.com/office/drawing/2014/main" id="{1C8CF3FD-C093-D14C-939B-D78E374004DA}"/>
                  </a:ext>
                </a:extLst>
              </p:cNvPr>
              <p:cNvGrpSpPr>
                <a:grpSpLocks/>
              </p:cNvGrpSpPr>
              <p:nvPr/>
            </p:nvGrpSpPr>
            <p:grpSpPr bwMode="auto">
              <a:xfrm>
                <a:off x="3131" y="2452"/>
                <a:ext cx="181" cy="116"/>
                <a:chOff x="3131" y="2452"/>
                <a:chExt cx="181" cy="116"/>
              </a:xfrm>
            </p:grpSpPr>
            <p:grpSp>
              <p:nvGrpSpPr>
                <p:cNvPr id="21524" name="Group 151">
                  <a:extLst>
                    <a:ext uri="{FF2B5EF4-FFF2-40B4-BE49-F238E27FC236}">
                      <a16:creationId xmlns:a16="http://schemas.microsoft.com/office/drawing/2014/main" id="{7AB753FA-7DB2-8C41-AA58-0F6934CE084B}"/>
                    </a:ext>
                  </a:extLst>
                </p:cNvPr>
                <p:cNvGrpSpPr>
                  <a:grpSpLocks/>
                </p:cNvGrpSpPr>
                <p:nvPr/>
              </p:nvGrpSpPr>
              <p:grpSpPr bwMode="auto">
                <a:xfrm>
                  <a:off x="3131" y="2452"/>
                  <a:ext cx="173" cy="97"/>
                  <a:chOff x="3131" y="2452"/>
                  <a:chExt cx="173" cy="97"/>
                </a:xfrm>
              </p:grpSpPr>
              <p:sp>
                <p:nvSpPr>
                  <p:cNvPr id="21527" name="Arc 152">
                    <a:extLst>
                      <a:ext uri="{FF2B5EF4-FFF2-40B4-BE49-F238E27FC236}">
                        <a16:creationId xmlns:a16="http://schemas.microsoft.com/office/drawing/2014/main" id="{366916B5-1342-DC4D-B006-8B76084BCF74}"/>
                      </a:ext>
                    </a:extLst>
                  </p:cNvPr>
                  <p:cNvSpPr>
                    <a:spLocks/>
                  </p:cNvSpPr>
                  <p:nvPr/>
                </p:nvSpPr>
                <p:spPr bwMode="auto">
                  <a:xfrm>
                    <a:off x="3131" y="2452"/>
                    <a:ext cx="173" cy="97"/>
                  </a:xfrm>
                  <a:custGeom>
                    <a:avLst/>
                    <a:gdLst>
                      <a:gd name="T0" fmla="*/ 0 w 42713"/>
                      <a:gd name="T1" fmla="*/ 0 h 25597"/>
                      <a:gd name="T2" fmla="*/ 0 w 42713"/>
                      <a:gd name="T3" fmla="*/ 0 h 25597"/>
                      <a:gd name="T4" fmla="*/ 0 w 42713"/>
                      <a:gd name="T5" fmla="*/ 0 h 25597"/>
                      <a:gd name="T6" fmla="*/ 0 60000 65536"/>
                      <a:gd name="T7" fmla="*/ 0 60000 65536"/>
                      <a:gd name="T8" fmla="*/ 0 60000 65536"/>
                      <a:gd name="T9" fmla="*/ 0 w 42713"/>
                      <a:gd name="T10" fmla="*/ 0 h 25597"/>
                      <a:gd name="T11" fmla="*/ 42713 w 42713"/>
                      <a:gd name="T12" fmla="*/ 25597 h 25597"/>
                    </a:gdLst>
                    <a:ahLst/>
                    <a:cxnLst>
                      <a:cxn ang="T6">
                        <a:pos x="T0" y="T1"/>
                      </a:cxn>
                      <a:cxn ang="T7">
                        <a:pos x="T2" y="T3"/>
                      </a:cxn>
                      <a:cxn ang="T8">
                        <a:pos x="T4" y="T5"/>
                      </a:cxn>
                    </a:cxnLst>
                    <a:rect l="T9" t="T10" r="T11" b="T12"/>
                    <a:pathLst>
                      <a:path w="42713" h="25597" fill="none" extrusionOk="0">
                        <a:moveTo>
                          <a:pt x="373" y="25596"/>
                        </a:moveTo>
                        <a:cubicBezTo>
                          <a:pt x="124" y="24279"/>
                          <a:pt x="0" y="22941"/>
                          <a:pt x="0" y="21600"/>
                        </a:cubicBezTo>
                        <a:cubicBezTo>
                          <a:pt x="0" y="9670"/>
                          <a:pt x="9670" y="0"/>
                          <a:pt x="21600" y="0"/>
                        </a:cubicBezTo>
                        <a:cubicBezTo>
                          <a:pt x="31772" y="-1"/>
                          <a:pt x="40565" y="7097"/>
                          <a:pt x="42713" y="17039"/>
                        </a:cubicBezTo>
                      </a:path>
                      <a:path w="42713" h="25597" stroke="0" extrusionOk="0">
                        <a:moveTo>
                          <a:pt x="373" y="25596"/>
                        </a:moveTo>
                        <a:cubicBezTo>
                          <a:pt x="124" y="24279"/>
                          <a:pt x="0" y="22941"/>
                          <a:pt x="0" y="21600"/>
                        </a:cubicBezTo>
                        <a:cubicBezTo>
                          <a:pt x="0" y="9670"/>
                          <a:pt x="9670" y="0"/>
                          <a:pt x="21600" y="0"/>
                        </a:cubicBezTo>
                        <a:cubicBezTo>
                          <a:pt x="31772" y="-1"/>
                          <a:pt x="40565" y="7097"/>
                          <a:pt x="42713" y="17039"/>
                        </a:cubicBezTo>
                        <a:lnTo>
                          <a:pt x="21600" y="21600"/>
                        </a:lnTo>
                        <a:lnTo>
                          <a:pt x="373" y="25596"/>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1528" name="Arc 153">
                    <a:extLst>
                      <a:ext uri="{FF2B5EF4-FFF2-40B4-BE49-F238E27FC236}">
                        <a16:creationId xmlns:a16="http://schemas.microsoft.com/office/drawing/2014/main" id="{C24190AA-571A-034B-AB53-7C3C155EE834}"/>
                      </a:ext>
                    </a:extLst>
                  </p:cNvPr>
                  <p:cNvSpPr>
                    <a:spLocks/>
                  </p:cNvSpPr>
                  <p:nvPr/>
                </p:nvSpPr>
                <p:spPr bwMode="auto">
                  <a:xfrm>
                    <a:off x="3131" y="2462"/>
                    <a:ext cx="88" cy="87"/>
                  </a:xfrm>
                  <a:custGeom>
                    <a:avLst/>
                    <a:gdLst>
                      <a:gd name="T0" fmla="*/ 0 w 21600"/>
                      <a:gd name="T1" fmla="*/ 0 h 22888"/>
                      <a:gd name="T2" fmla="*/ 0 w 21600"/>
                      <a:gd name="T3" fmla="*/ 0 h 22888"/>
                      <a:gd name="T4" fmla="*/ 0 w 21600"/>
                      <a:gd name="T5" fmla="*/ 0 h 22888"/>
                      <a:gd name="T6" fmla="*/ 0 60000 65536"/>
                      <a:gd name="T7" fmla="*/ 0 60000 65536"/>
                      <a:gd name="T8" fmla="*/ 0 60000 65536"/>
                      <a:gd name="T9" fmla="*/ 0 w 21600"/>
                      <a:gd name="T10" fmla="*/ 0 h 22888"/>
                      <a:gd name="T11" fmla="*/ 21600 w 21600"/>
                      <a:gd name="T12" fmla="*/ 22888 h 22888"/>
                    </a:gdLst>
                    <a:ahLst/>
                    <a:cxnLst>
                      <a:cxn ang="T6">
                        <a:pos x="T0" y="T1"/>
                      </a:cxn>
                      <a:cxn ang="T7">
                        <a:pos x="T2" y="T3"/>
                      </a:cxn>
                      <a:cxn ang="T8">
                        <a:pos x="T4" y="T5"/>
                      </a:cxn>
                    </a:cxnLst>
                    <a:rect l="T9" t="T10" r="T11" b="T12"/>
                    <a:pathLst>
                      <a:path w="21600" h="22888" fill="none" extrusionOk="0">
                        <a:moveTo>
                          <a:pt x="373" y="22887"/>
                        </a:moveTo>
                        <a:cubicBezTo>
                          <a:pt x="124" y="21570"/>
                          <a:pt x="0" y="20232"/>
                          <a:pt x="0" y="18891"/>
                        </a:cubicBezTo>
                        <a:cubicBezTo>
                          <a:pt x="-1" y="11039"/>
                          <a:pt x="4260" y="3806"/>
                          <a:pt x="11126" y="-1"/>
                        </a:cubicBezTo>
                      </a:path>
                      <a:path w="21600" h="22888" stroke="0" extrusionOk="0">
                        <a:moveTo>
                          <a:pt x="373" y="22887"/>
                        </a:moveTo>
                        <a:cubicBezTo>
                          <a:pt x="124" y="21570"/>
                          <a:pt x="0" y="20232"/>
                          <a:pt x="0" y="18891"/>
                        </a:cubicBezTo>
                        <a:cubicBezTo>
                          <a:pt x="-1" y="11039"/>
                          <a:pt x="4260" y="3806"/>
                          <a:pt x="11126" y="-1"/>
                        </a:cubicBezTo>
                        <a:lnTo>
                          <a:pt x="21600" y="18891"/>
                        </a:lnTo>
                        <a:lnTo>
                          <a:pt x="373" y="22887"/>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sp>
              <p:nvSpPr>
                <p:cNvPr id="21525" name="Arc 154">
                  <a:extLst>
                    <a:ext uri="{FF2B5EF4-FFF2-40B4-BE49-F238E27FC236}">
                      <a16:creationId xmlns:a16="http://schemas.microsoft.com/office/drawing/2014/main" id="{B9FF8F23-82EC-FC49-A64B-C4EBD9202F83}"/>
                    </a:ext>
                  </a:extLst>
                </p:cNvPr>
                <p:cNvSpPr>
                  <a:spLocks/>
                </p:cNvSpPr>
                <p:nvPr/>
              </p:nvSpPr>
              <p:spPr bwMode="auto">
                <a:xfrm>
                  <a:off x="3132" y="2452"/>
                  <a:ext cx="173" cy="98"/>
                </a:xfrm>
                <a:custGeom>
                  <a:avLst/>
                  <a:gdLst>
                    <a:gd name="T0" fmla="*/ 0 w 42657"/>
                    <a:gd name="T1" fmla="*/ 0 h 25854"/>
                    <a:gd name="T2" fmla="*/ 0 w 42657"/>
                    <a:gd name="T3" fmla="*/ 0 h 25854"/>
                    <a:gd name="T4" fmla="*/ 0 w 42657"/>
                    <a:gd name="T5" fmla="*/ 0 h 25854"/>
                    <a:gd name="T6" fmla="*/ 0 60000 65536"/>
                    <a:gd name="T7" fmla="*/ 0 60000 65536"/>
                    <a:gd name="T8" fmla="*/ 0 60000 65536"/>
                    <a:gd name="T9" fmla="*/ 0 w 42657"/>
                    <a:gd name="T10" fmla="*/ 0 h 25854"/>
                    <a:gd name="T11" fmla="*/ 42657 w 42657"/>
                    <a:gd name="T12" fmla="*/ 25854 h 25854"/>
                  </a:gdLst>
                  <a:ahLst/>
                  <a:cxnLst>
                    <a:cxn ang="T6">
                      <a:pos x="T0" y="T1"/>
                    </a:cxn>
                    <a:cxn ang="T7">
                      <a:pos x="T2" y="T3"/>
                    </a:cxn>
                    <a:cxn ang="T8">
                      <a:pos x="T4" y="T5"/>
                    </a:cxn>
                  </a:cxnLst>
                  <a:rect l="T9" t="T10" r="T11" b="T12"/>
                  <a:pathLst>
                    <a:path w="42657" h="25854" fill="none" extrusionOk="0">
                      <a:moveTo>
                        <a:pt x="423" y="25853"/>
                      </a:moveTo>
                      <a:cubicBezTo>
                        <a:pt x="141" y="24453"/>
                        <a:pt x="0" y="23028"/>
                        <a:pt x="0" y="21600"/>
                      </a:cubicBezTo>
                      <a:cubicBezTo>
                        <a:pt x="0" y="9670"/>
                        <a:pt x="9670" y="0"/>
                        <a:pt x="21600" y="0"/>
                      </a:cubicBezTo>
                      <a:cubicBezTo>
                        <a:pt x="31674" y="-1"/>
                        <a:pt x="40410" y="6964"/>
                        <a:pt x="42656" y="16785"/>
                      </a:cubicBezTo>
                    </a:path>
                    <a:path w="42657" h="25854" stroke="0" extrusionOk="0">
                      <a:moveTo>
                        <a:pt x="423" y="25853"/>
                      </a:moveTo>
                      <a:cubicBezTo>
                        <a:pt x="141" y="24453"/>
                        <a:pt x="0" y="23028"/>
                        <a:pt x="0" y="21600"/>
                      </a:cubicBezTo>
                      <a:cubicBezTo>
                        <a:pt x="0" y="9670"/>
                        <a:pt x="9670" y="0"/>
                        <a:pt x="21600" y="0"/>
                      </a:cubicBezTo>
                      <a:cubicBezTo>
                        <a:pt x="31674" y="-1"/>
                        <a:pt x="40410" y="6964"/>
                        <a:pt x="42656" y="16785"/>
                      </a:cubicBezTo>
                      <a:lnTo>
                        <a:pt x="21600" y="21600"/>
                      </a:lnTo>
                      <a:lnTo>
                        <a:pt x="423" y="25853"/>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21526" name="Arc 155">
                  <a:extLst>
                    <a:ext uri="{FF2B5EF4-FFF2-40B4-BE49-F238E27FC236}">
                      <a16:creationId xmlns:a16="http://schemas.microsoft.com/office/drawing/2014/main" id="{3E086C73-48F5-164D-AAEB-D6E060EB291F}"/>
                    </a:ext>
                  </a:extLst>
                </p:cNvPr>
                <p:cNvSpPr>
                  <a:spLocks/>
                </p:cNvSpPr>
                <p:nvPr/>
              </p:nvSpPr>
              <p:spPr bwMode="auto">
                <a:xfrm>
                  <a:off x="3140" y="2467"/>
                  <a:ext cx="172" cy="101"/>
                </a:xfrm>
                <a:custGeom>
                  <a:avLst/>
                  <a:gdLst>
                    <a:gd name="T0" fmla="*/ 0 w 42453"/>
                    <a:gd name="T1" fmla="*/ 0 h 26668"/>
                    <a:gd name="T2" fmla="*/ 0 w 42453"/>
                    <a:gd name="T3" fmla="*/ 0 h 26668"/>
                    <a:gd name="T4" fmla="*/ 0 w 42453"/>
                    <a:gd name="T5" fmla="*/ 0 h 26668"/>
                    <a:gd name="T6" fmla="*/ 0 60000 65536"/>
                    <a:gd name="T7" fmla="*/ 0 60000 65536"/>
                    <a:gd name="T8" fmla="*/ 0 60000 65536"/>
                    <a:gd name="T9" fmla="*/ 0 w 42453"/>
                    <a:gd name="T10" fmla="*/ 0 h 26668"/>
                    <a:gd name="T11" fmla="*/ 42453 w 42453"/>
                    <a:gd name="T12" fmla="*/ 26668 h 26668"/>
                  </a:gdLst>
                  <a:ahLst/>
                  <a:cxnLst>
                    <a:cxn ang="T6">
                      <a:pos x="T0" y="T1"/>
                    </a:cxn>
                    <a:cxn ang="T7">
                      <a:pos x="T2" y="T3"/>
                    </a:cxn>
                    <a:cxn ang="T8">
                      <a:pos x="T4" y="T5"/>
                    </a:cxn>
                  </a:cxnLst>
                  <a:rect l="T9" t="T10" r="T11" b="T12"/>
                  <a:pathLst>
                    <a:path w="42453" h="26668" fill="none" extrusionOk="0">
                      <a:moveTo>
                        <a:pt x="602" y="26668"/>
                      </a:moveTo>
                      <a:cubicBezTo>
                        <a:pt x="202" y="25008"/>
                        <a:pt x="0" y="23307"/>
                        <a:pt x="0" y="21600"/>
                      </a:cubicBezTo>
                      <a:cubicBezTo>
                        <a:pt x="0" y="9670"/>
                        <a:pt x="9670" y="0"/>
                        <a:pt x="21600" y="0"/>
                      </a:cubicBezTo>
                      <a:cubicBezTo>
                        <a:pt x="31361" y="-1"/>
                        <a:pt x="39909" y="6546"/>
                        <a:pt x="42453" y="15969"/>
                      </a:cubicBezTo>
                    </a:path>
                    <a:path w="42453" h="26668" stroke="0" extrusionOk="0">
                      <a:moveTo>
                        <a:pt x="602" y="26668"/>
                      </a:moveTo>
                      <a:cubicBezTo>
                        <a:pt x="202" y="25008"/>
                        <a:pt x="0" y="23307"/>
                        <a:pt x="0" y="21600"/>
                      </a:cubicBezTo>
                      <a:cubicBezTo>
                        <a:pt x="0" y="9670"/>
                        <a:pt x="9670" y="0"/>
                        <a:pt x="21600" y="0"/>
                      </a:cubicBezTo>
                      <a:cubicBezTo>
                        <a:pt x="31361" y="-1"/>
                        <a:pt x="39909" y="6546"/>
                        <a:pt x="42453" y="15969"/>
                      </a:cubicBezTo>
                      <a:lnTo>
                        <a:pt x="21600" y="21600"/>
                      </a:lnTo>
                      <a:lnTo>
                        <a:pt x="602" y="26668"/>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sp>
            <p:nvSpPr>
              <p:cNvPr id="21522" name="Freeform 156">
                <a:extLst>
                  <a:ext uri="{FF2B5EF4-FFF2-40B4-BE49-F238E27FC236}">
                    <a16:creationId xmlns:a16="http://schemas.microsoft.com/office/drawing/2014/main" id="{DA07C844-3795-EB41-8D56-F76BD02E5229}"/>
                  </a:ext>
                </a:extLst>
              </p:cNvPr>
              <p:cNvSpPr>
                <a:spLocks/>
              </p:cNvSpPr>
              <p:nvPr/>
            </p:nvSpPr>
            <p:spPr bwMode="auto">
              <a:xfrm>
                <a:off x="3136" y="2471"/>
                <a:ext cx="348" cy="597"/>
              </a:xfrm>
              <a:custGeom>
                <a:avLst/>
                <a:gdLst>
                  <a:gd name="T0" fmla="*/ 44 w 348"/>
                  <a:gd name="T1" fmla="*/ 0 h 597"/>
                  <a:gd name="T2" fmla="*/ 31 w 348"/>
                  <a:gd name="T3" fmla="*/ 8 h 597"/>
                  <a:gd name="T4" fmla="*/ 21 w 348"/>
                  <a:gd name="T5" fmla="*/ 16 h 597"/>
                  <a:gd name="T6" fmla="*/ 12 w 348"/>
                  <a:gd name="T7" fmla="*/ 26 h 597"/>
                  <a:gd name="T8" fmla="*/ 8 w 348"/>
                  <a:gd name="T9" fmla="*/ 36 h 597"/>
                  <a:gd name="T10" fmla="*/ 4 w 348"/>
                  <a:gd name="T11" fmla="*/ 47 h 597"/>
                  <a:gd name="T12" fmla="*/ 1 w 348"/>
                  <a:gd name="T13" fmla="*/ 58 h 597"/>
                  <a:gd name="T14" fmla="*/ 0 w 348"/>
                  <a:gd name="T15" fmla="*/ 71 h 597"/>
                  <a:gd name="T16" fmla="*/ 0 w 348"/>
                  <a:gd name="T17" fmla="*/ 86 h 597"/>
                  <a:gd name="T18" fmla="*/ 270 w 348"/>
                  <a:gd name="T19" fmla="*/ 597 h 597"/>
                  <a:gd name="T20" fmla="*/ 348 w 348"/>
                  <a:gd name="T21" fmla="*/ 543 h 597"/>
                  <a:gd name="T22" fmla="*/ 44 w 348"/>
                  <a:gd name="T23" fmla="*/ 0 h 59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8"/>
                  <a:gd name="T37" fmla="*/ 0 h 597"/>
                  <a:gd name="T38" fmla="*/ 348 w 348"/>
                  <a:gd name="T39" fmla="*/ 597 h 59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8" h="597">
                    <a:moveTo>
                      <a:pt x="44" y="0"/>
                    </a:moveTo>
                    <a:lnTo>
                      <a:pt x="31" y="8"/>
                    </a:lnTo>
                    <a:lnTo>
                      <a:pt x="21" y="16"/>
                    </a:lnTo>
                    <a:lnTo>
                      <a:pt x="12" y="26"/>
                    </a:lnTo>
                    <a:lnTo>
                      <a:pt x="8" y="36"/>
                    </a:lnTo>
                    <a:lnTo>
                      <a:pt x="4" y="47"/>
                    </a:lnTo>
                    <a:lnTo>
                      <a:pt x="1" y="58"/>
                    </a:lnTo>
                    <a:lnTo>
                      <a:pt x="0" y="71"/>
                    </a:lnTo>
                    <a:lnTo>
                      <a:pt x="0" y="86"/>
                    </a:lnTo>
                    <a:lnTo>
                      <a:pt x="270" y="597"/>
                    </a:lnTo>
                    <a:lnTo>
                      <a:pt x="348" y="543"/>
                    </a:lnTo>
                    <a:lnTo>
                      <a:pt x="44" y="0"/>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1523" name="Oval 157">
                <a:extLst>
                  <a:ext uri="{FF2B5EF4-FFF2-40B4-BE49-F238E27FC236}">
                    <a16:creationId xmlns:a16="http://schemas.microsoft.com/office/drawing/2014/main" id="{16BCE81F-A2E2-A64E-A182-8A8AD1BAD435}"/>
                  </a:ext>
                </a:extLst>
              </p:cNvPr>
              <p:cNvSpPr>
                <a:spLocks noChangeArrowheads="1"/>
              </p:cNvSpPr>
              <p:nvPr/>
            </p:nvSpPr>
            <p:spPr bwMode="auto">
              <a:xfrm>
                <a:off x="3410" y="2966"/>
                <a:ext cx="190" cy="183"/>
              </a:xfrm>
              <a:prstGeom prst="ellipse">
                <a:avLst/>
              </a:prstGeom>
              <a:solidFill>
                <a:srgbClr val="7F5F3F"/>
              </a:solidFill>
              <a:ln w="12700">
                <a:solidFill>
                  <a:srgbClr val="000000"/>
                </a:solidFill>
                <a:round/>
                <a:headEnd/>
                <a:tailEnd/>
              </a:ln>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29" name="Picture 12">
            <a:extLst>
              <a:ext uri="{FF2B5EF4-FFF2-40B4-BE49-F238E27FC236}">
                <a16:creationId xmlns:a16="http://schemas.microsoft.com/office/drawing/2014/main" id="{2F7ABF5E-6675-3842-B881-0AE0FF99CF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813" y="360363"/>
            <a:ext cx="7596187" cy="569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0" name="Rectangle 13">
            <a:extLst>
              <a:ext uri="{FF2B5EF4-FFF2-40B4-BE49-F238E27FC236}">
                <a16:creationId xmlns:a16="http://schemas.microsoft.com/office/drawing/2014/main" id="{29ECF7B5-8853-E944-A990-D0E0851CA879}"/>
              </a:ext>
            </a:extLst>
          </p:cNvPr>
          <p:cNvSpPr>
            <a:spLocks noChangeArrowheads="1"/>
          </p:cNvSpPr>
          <p:nvPr/>
        </p:nvSpPr>
        <p:spPr bwMode="auto">
          <a:xfrm>
            <a:off x="0" y="6021388"/>
            <a:ext cx="9145588" cy="6413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800" b="1">
                <a:solidFill>
                  <a:srgbClr val="333399"/>
                </a:solidFill>
                <a:latin typeface="Tahoma" panose="020B0604030504040204" pitchFamily="34" charset="0"/>
              </a:rPr>
              <a:t>Possibilidades de envolvimento dos fornecedores no PDP. </a:t>
            </a:r>
            <a:r>
              <a:rPr lang="it-IT" altLang="pt-BR" sz="1800" b="1">
                <a:solidFill>
                  <a:srgbClr val="333399"/>
                </a:solidFill>
                <a:latin typeface="Tahoma" panose="020B0604030504040204" pitchFamily="34" charset="0"/>
              </a:rPr>
              <a:t>Desdobramento da atividade </a:t>
            </a:r>
            <a:r>
              <a:rPr lang="it-IT" altLang="en-US" sz="1800" b="1">
                <a:solidFill>
                  <a:srgbClr val="333399"/>
                </a:solidFill>
                <a:latin typeface="Tahoma" panose="020B0604030504040204" pitchFamily="34" charset="0"/>
              </a:rPr>
              <a:t>“</a:t>
            </a:r>
            <a:r>
              <a:rPr lang="it-IT" altLang="pt-BR" sz="1800" b="1">
                <a:solidFill>
                  <a:srgbClr val="333399"/>
                </a:solidFill>
                <a:latin typeface="Tahoma" panose="020B0604030504040204" pitchFamily="34" charset="0"/>
              </a:rPr>
              <a:t>Definir interessados no projeto</a:t>
            </a:r>
            <a:r>
              <a:rPr lang="it-IT" altLang="en-US" sz="1800" b="1">
                <a:solidFill>
                  <a:srgbClr val="333399"/>
                </a:solidFill>
                <a:latin typeface="Tahoma" panose="020B0604030504040204" pitchFamily="34" charset="0"/>
              </a:rPr>
              <a:t>”</a:t>
            </a:r>
            <a:r>
              <a:rPr lang="it-IT" altLang="pt-BR" sz="1800" b="1">
                <a:solidFill>
                  <a:srgbClr val="333399"/>
                </a:solidFill>
                <a:latin typeface="Tahoma" panose="020B0604030504040204" pitchFamily="34" charset="0"/>
              </a:rPr>
              <a:t>. Fonte: Rozenfeld (2006, p.156)</a:t>
            </a:r>
          </a:p>
        </p:txBody>
      </p:sp>
      <p:sp>
        <p:nvSpPr>
          <p:cNvPr id="22531" name="Oval 14">
            <a:extLst>
              <a:ext uri="{FF2B5EF4-FFF2-40B4-BE49-F238E27FC236}">
                <a16:creationId xmlns:a16="http://schemas.microsoft.com/office/drawing/2014/main" id="{2A08AAD6-FCB0-3449-9A7F-7ECA0C4571BB}"/>
              </a:ext>
            </a:extLst>
          </p:cNvPr>
          <p:cNvSpPr>
            <a:spLocks noChangeArrowheads="1"/>
          </p:cNvSpPr>
          <p:nvPr/>
        </p:nvSpPr>
        <p:spPr bwMode="auto">
          <a:xfrm>
            <a:off x="3276600" y="1989138"/>
            <a:ext cx="2447925" cy="936625"/>
          </a:xfrm>
          <a:prstGeom prst="ellipse">
            <a:avLst/>
          </a:prstGeom>
          <a:noFill/>
          <a:ln w="28575">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endParaRPr lang="en-US" altLang="pt-BR" sz="2000">
              <a:solidFill>
                <a:srgbClr val="000000"/>
              </a:solidFill>
              <a:latin typeface="Tahoma" panose="020B0604030504040204" pitchFamily="34" charset="0"/>
            </a:endParaRPr>
          </a:p>
        </p:txBody>
      </p:sp>
      <p:sp>
        <p:nvSpPr>
          <p:cNvPr id="22532" name="Text Box 15">
            <a:extLst>
              <a:ext uri="{FF2B5EF4-FFF2-40B4-BE49-F238E27FC236}">
                <a16:creationId xmlns:a16="http://schemas.microsoft.com/office/drawing/2014/main" id="{7332E012-3B4E-834D-A40E-518F02B69CCD}"/>
              </a:ext>
            </a:extLst>
          </p:cNvPr>
          <p:cNvSpPr txBox="1">
            <a:spLocks noChangeArrowheads="1"/>
          </p:cNvSpPr>
          <p:nvPr/>
        </p:nvSpPr>
        <p:spPr bwMode="auto">
          <a:xfrm>
            <a:off x="1403350" y="3141663"/>
            <a:ext cx="1258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pt-BR" altLang="pt-BR" sz="2000">
                <a:solidFill>
                  <a:srgbClr val="FF3300"/>
                </a:solidFill>
                <a:latin typeface="Tahoma" panose="020B0604030504040204" pitchFamily="34" charset="0"/>
              </a:rPr>
              <a:t>ESI</a:t>
            </a:r>
          </a:p>
        </p:txBody>
      </p:sp>
      <p:sp>
        <p:nvSpPr>
          <p:cNvPr id="22533" name="Line 16">
            <a:extLst>
              <a:ext uri="{FF2B5EF4-FFF2-40B4-BE49-F238E27FC236}">
                <a16:creationId xmlns:a16="http://schemas.microsoft.com/office/drawing/2014/main" id="{BACAC3E5-3CD7-044F-BBA1-3790BC8F214D}"/>
              </a:ext>
            </a:extLst>
          </p:cNvPr>
          <p:cNvSpPr>
            <a:spLocks noChangeShapeType="1"/>
          </p:cNvSpPr>
          <p:nvPr/>
        </p:nvSpPr>
        <p:spPr bwMode="auto">
          <a:xfrm flipH="1">
            <a:off x="2051050" y="2708275"/>
            <a:ext cx="1441450" cy="649288"/>
          </a:xfrm>
          <a:prstGeom prst="line">
            <a:avLst/>
          </a:prstGeom>
          <a:noFill/>
          <a:ln w="38100">
            <a:solidFill>
              <a:srgbClr val="FF3300"/>
            </a:solidFill>
            <a:miter lim="800000"/>
            <a:headEnd/>
            <a:tailEnd/>
          </a:ln>
          <a:extLst>
            <a:ext uri="{909E8E84-426E-40DD-AFC4-6F175D3DCCD1}">
              <a14:hiddenFill xmlns:a14="http://schemas.microsoft.com/office/drawing/2010/main">
                <a:noFill/>
              </a14:hiddenFill>
            </a:ext>
          </a:extLst>
        </p:spPr>
        <p:txBody>
          <a:bodyPr wrap="none"/>
          <a:lstStyle/>
          <a:p>
            <a:endParaRPr lang="pt-B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553" name="Object 2">
            <a:extLst>
              <a:ext uri="{FF2B5EF4-FFF2-40B4-BE49-F238E27FC236}">
                <a16:creationId xmlns:a16="http://schemas.microsoft.com/office/drawing/2014/main" id="{D5204B14-6094-3040-878A-2F087B378E35}"/>
              </a:ext>
            </a:extLst>
          </p:cNvPr>
          <p:cNvGraphicFramePr>
            <a:graphicFrameLocks noChangeAspect="1"/>
          </p:cNvGraphicFramePr>
          <p:nvPr/>
        </p:nvGraphicFramePr>
        <p:xfrm>
          <a:off x="0" y="520700"/>
          <a:ext cx="9188450" cy="6138863"/>
        </p:xfrm>
        <a:graphic>
          <a:graphicData uri="http://schemas.openxmlformats.org/presentationml/2006/ole">
            <mc:AlternateContent xmlns:mc="http://schemas.openxmlformats.org/markup-compatibility/2006">
              <mc:Choice xmlns:v="urn:schemas-microsoft-com:vml" Requires="v">
                <p:oleObj spid="_x0000_s3073" name="Figura" r:id="rId3" imgW="5422900" imgH="3619500" progId="Word.Picture.8">
                  <p:embed/>
                </p:oleObj>
              </mc:Choice>
              <mc:Fallback>
                <p:oleObj name="Figura" r:id="rId3" imgW="5422900" imgH="3619500" progId="Word.Picture.8">
                  <p:embed/>
                  <p:pic>
                    <p:nvPicPr>
                      <p:cNvPr id="23553" name="Object 2">
                        <a:extLst>
                          <a:ext uri="{FF2B5EF4-FFF2-40B4-BE49-F238E27FC236}">
                            <a16:creationId xmlns:a16="http://schemas.microsoft.com/office/drawing/2014/main" id="{D5204B14-6094-3040-878A-2F087B378E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20700"/>
                        <a:ext cx="9188450" cy="6138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Retângulo 4">
            <a:extLst>
              <a:ext uri="{FF2B5EF4-FFF2-40B4-BE49-F238E27FC236}">
                <a16:creationId xmlns:a16="http://schemas.microsoft.com/office/drawing/2014/main" id="{D55BFE22-CC97-D04F-8A40-BA8821069302}"/>
              </a:ext>
            </a:extLst>
          </p:cNvPr>
          <p:cNvSpPr/>
          <p:nvPr/>
        </p:nvSpPr>
        <p:spPr>
          <a:xfrm>
            <a:off x="0" y="263525"/>
            <a:ext cx="3165475" cy="339725"/>
          </a:xfrm>
          <a:prstGeom prst="rect">
            <a:avLst/>
          </a:prstGeom>
        </p:spPr>
        <p:txBody>
          <a:bodyPr wrap="none">
            <a:spAutoFit/>
          </a:bodyPr>
          <a:lstStyle/>
          <a:p>
            <a:pPr algn="ctr" eaLnBrk="1" hangingPunct="1">
              <a:spcBef>
                <a:spcPct val="50000"/>
              </a:spcBef>
              <a:defRPr/>
            </a:pPr>
            <a:r>
              <a:rPr lang="pt-BR" b="1" kern="0" dirty="0">
                <a:solidFill>
                  <a:srgbClr val="000096"/>
                </a:solidFill>
                <a:latin typeface="Arial" charset="0"/>
                <a:ea typeface="+mn-ea"/>
              </a:rPr>
              <a:t>PROJETO CONCEITUAL</a:t>
            </a:r>
            <a:endParaRPr lang="pt-BR" dirty="0">
              <a:latin typeface="Arial" charset="0"/>
              <a:ea typeface="+mn-ea"/>
            </a:endParaRPr>
          </a:p>
        </p:txBody>
      </p:sp>
      <p:grpSp>
        <p:nvGrpSpPr>
          <p:cNvPr id="2" name="Group 106">
            <a:extLst>
              <a:ext uri="{FF2B5EF4-FFF2-40B4-BE49-F238E27FC236}">
                <a16:creationId xmlns:a16="http://schemas.microsoft.com/office/drawing/2014/main" id="{23E14E72-162F-DA46-A6CF-8735BECBAA99}"/>
              </a:ext>
            </a:extLst>
          </p:cNvPr>
          <p:cNvGrpSpPr>
            <a:grpSpLocks/>
          </p:cNvGrpSpPr>
          <p:nvPr/>
        </p:nvGrpSpPr>
        <p:grpSpPr bwMode="auto">
          <a:xfrm rot="-5976873">
            <a:off x="6601619" y="2539206"/>
            <a:ext cx="1898650" cy="3468688"/>
            <a:chOff x="2181" y="1183"/>
            <a:chExt cx="1419" cy="1966"/>
          </a:xfrm>
        </p:grpSpPr>
        <p:grpSp>
          <p:nvGrpSpPr>
            <p:cNvPr id="23556" name="Group 107">
              <a:extLst>
                <a:ext uri="{FF2B5EF4-FFF2-40B4-BE49-F238E27FC236}">
                  <a16:creationId xmlns:a16="http://schemas.microsoft.com/office/drawing/2014/main" id="{63951D41-546B-4448-BCB5-06E7B6793EB5}"/>
                </a:ext>
              </a:extLst>
            </p:cNvPr>
            <p:cNvGrpSpPr>
              <a:grpSpLocks/>
            </p:cNvGrpSpPr>
            <p:nvPr/>
          </p:nvGrpSpPr>
          <p:grpSpPr bwMode="auto">
            <a:xfrm>
              <a:off x="2181" y="1183"/>
              <a:ext cx="1203" cy="1195"/>
              <a:chOff x="2181" y="1183"/>
              <a:chExt cx="1203" cy="1195"/>
            </a:xfrm>
          </p:grpSpPr>
          <p:grpSp>
            <p:nvGrpSpPr>
              <p:cNvPr id="23593" name="Group 108">
                <a:extLst>
                  <a:ext uri="{FF2B5EF4-FFF2-40B4-BE49-F238E27FC236}">
                    <a16:creationId xmlns:a16="http://schemas.microsoft.com/office/drawing/2014/main" id="{372351C5-5D9D-DA40-A1AC-13DF30D322F2}"/>
                  </a:ext>
                </a:extLst>
              </p:cNvPr>
              <p:cNvGrpSpPr>
                <a:grpSpLocks/>
              </p:cNvGrpSpPr>
              <p:nvPr/>
            </p:nvGrpSpPr>
            <p:grpSpPr bwMode="auto">
              <a:xfrm>
                <a:off x="2203" y="1197"/>
                <a:ext cx="1181" cy="1180"/>
                <a:chOff x="2203" y="1197"/>
                <a:chExt cx="1181" cy="1180"/>
              </a:xfrm>
            </p:grpSpPr>
            <p:grpSp>
              <p:nvGrpSpPr>
                <p:cNvPr id="23599" name="Group 109">
                  <a:extLst>
                    <a:ext uri="{FF2B5EF4-FFF2-40B4-BE49-F238E27FC236}">
                      <a16:creationId xmlns:a16="http://schemas.microsoft.com/office/drawing/2014/main" id="{4E0E7CFB-25E0-B346-B42B-E9F1D19D6645}"/>
                    </a:ext>
                  </a:extLst>
                </p:cNvPr>
                <p:cNvGrpSpPr>
                  <a:grpSpLocks/>
                </p:cNvGrpSpPr>
                <p:nvPr/>
              </p:nvGrpSpPr>
              <p:grpSpPr bwMode="auto">
                <a:xfrm>
                  <a:off x="2203" y="1197"/>
                  <a:ext cx="1181" cy="1180"/>
                  <a:chOff x="2203" y="1197"/>
                  <a:chExt cx="1181" cy="1180"/>
                </a:xfrm>
              </p:grpSpPr>
              <p:sp>
                <p:nvSpPr>
                  <p:cNvPr id="23605" name="Freeform 110">
                    <a:extLst>
                      <a:ext uri="{FF2B5EF4-FFF2-40B4-BE49-F238E27FC236}">
                        <a16:creationId xmlns:a16="http://schemas.microsoft.com/office/drawing/2014/main" id="{949B3997-DAD4-A741-8454-97254342DD9A}"/>
                      </a:ext>
                    </a:extLst>
                  </p:cNvPr>
                  <p:cNvSpPr>
                    <a:spLocks/>
                  </p:cNvSpPr>
                  <p:nvPr/>
                </p:nvSpPr>
                <p:spPr bwMode="auto">
                  <a:xfrm>
                    <a:off x="2203" y="1197"/>
                    <a:ext cx="1003" cy="685"/>
                  </a:xfrm>
                  <a:custGeom>
                    <a:avLst/>
                    <a:gdLst>
                      <a:gd name="T0" fmla="*/ 21 w 1003"/>
                      <a:gd name="T1" fmla="*/ 685 h 685"/>
                      <a:gd name="T2" fmla="*/ 6 w 1003"/>
                      <a:gd name="T3" fmla="*/ 604 h 685"/>
                      <a:gd name="T4" fmla="*/ 0 w 1003"/>
                      <a:gd name="T5" fmla="*/ 526 h 685"/>
                      <a:gd name="T6" fmla="*/ 3 w 1003"/>
                      <a:gd name="T7" fmla="*/ 472 h 685"/>
                      <a:gd name="T8" fmla="*/ 12 w 1003"/>
                      <a:gd name="T9" fmla="*/ 423 h 685"/>
                      <a:gd name="T10" fmla="*/ 27 w 1003"/>
                      <a:gd name="T11" fmla="*/ 369 h 685"/>
                      <a:gd name="T12" fmla="*/ 51 w 1003"/>
                      <a:gd name="T13" fmla="*/ 315 h 685"/>
                      <a:gd name="T14" fmla="*/ 81 w 1003"/>
                      <a:gd name="T15" fmla="*/ 258 h 685"/>
                      <a:gd name="T16" fmla="*/ 111 w 1003"/>
                      <a:gd name="T17" fmla="*/ 213 h 685"/>
                      <a:gd name="T18" fmla="*/ 147 w 1003"/>
                      <a:gd name="T19" fmla="*/ 168 h 685"/>
                      <a:gd name="T20" fmla="*/ 189 w 1003"/>
                      <a:gd name="T21" fmla="*/ 129 h 685"/>
                      <a:gd name="T22" fmla="*/ 231 w 1003"/>
                      <a:gd name="T23" fmla="*/ 96 h 685"/>
                      <a:gd name="T24" fmla="*/ 276 w 1003"/>
                      <a:gd name="T25" fmla="*/ 69 h 685"/>
                      <a:gd name="T26" fmla="*/ 331 w 1003"/>
                      <a:gd name="T27" fmla="*/ 45 h 685"/>
                      <a:gd name="T28" fmla="*/ 394 w 1003"/>
                      <a:gd name="T29" fmla="*/ 24 h 685"/>
                      <a:gd name="T30" fmla="*/ 448 w 1003"/>
                      <a:gd name="T31" fmla="*/ 9 h 685"/>
                      <a:gd name="T32" fmla="*/ 514 w 1003"/>
                      <a:gd name="T33" fmla="*/ 0 h 685"/>
                      <a:gd name="T34" fmla="*/ 598 w 1003"/>
                      <a:gd name="T35" fmla="*/ 0 h 685"/>
                      <a:gd name="T36" fmla="*/ 661 w 1003"/>
                      <a:gd name="T37" fmla="*/ 12 h 685"/>
                      <a:gd name="T38" fmla="*/ 736 w 1003"/>
                      <a:gd name="T39" fmla="*/ 30 h 685"/>
                      <a:gd name="T40" fmla="*/ 811 w 1003"/>
                      <a:gd name="T41" fmla="*/ 63 h 685"/>
                      <a:gd name="T42" fmla="*/ 877 w 1003"/>
                      <a:gd name="T43" fmla="*/ 102 h 685"/>
                      <a:gd name="T44" fmla="*/ 922 w 1003"/>
                      <a:gd name="T45" fmla="*/ 141 h 685"/>
                      <a:gd name="T46" fmla="*/ 967 w 1003"/>
                      <a:gd name="T47" fmla="*/ 186 h 685"/>
                      <a:gd name="T48" fmla="*/ 1003 w 1003"/>
                      <a:gd name="T49" fmla="*/ 231 h 685"/>
                      <a:gd name="T50" fmla="*/ 907 w 1003"/>
                      <a:gd name="T51" fmla="*/ 159 h 685"/>
                      <a:gd name="T52" fmla="*/ 856 w 1003"/>
                      <a:gd name="T53" fmla="*/ 129 h 685"/>
                      <a:gd name="T54" fmla="*/ 802 w 1003"/>
                      <a:gd name="T55" fmla="*/ 108 h 685"/>
                      <a:gd name="T56" fmla="*/ 733 w 1003"/>
                      <a:gd name="T57" fmla="*/ 87 h 685"/>
                      <a:gd name="T58" fmla="*/ 667 w 1003"/>
                      <a:gd name="T59" fmla="*/ 78 h 685"/>
                      <a:gd name="T60" fmla="*/ 595 w 1003"/>
                      <a:gd name="T61" fmla="*/ 75 h 685"/>
                      <a:gd name="T62" fmla="*/ 541 w 1003"/>
                      <a:gd name="T63" fmla="*/ 78 h 685"/>
                      <a:gd name="T64" fmla="*/ 484 w 1003"/>
                      <a:gd name="T65" fmla="*/ 87 h 685"/>
                      <a:gd name="T66" fmla="*/ 427 w 1003"/>
                      <a:gd name="T67" fmla="*/ 102 h 685"/>
                      <a:gd name="T68" fmla="*/ 373 w 1003"/>
                      <a:gd name="T69" fmla="*/ 120 h 685"/>
                      <a:gd name="T70" fmla="*/ 313 w 1003"/>
                      <a:gd name="T71" fmla="*/ 150 h 685"/>
                      <a:gd name="T72" fmla="*/ 267 w 1003"/>
                      <a:gd name="T73" fmla="*/ 177 h 685"/>
                      <a:gd name="T74" fmla="*/ 228 w 1003"/>
                      <a:gd name="T75" fmla="*/ 210 h 685"/>
                      <a:gd name="T76" fmla="*/ 183 w 1003"/>
                      <a:gd name="T77" fmla="*/ 246 h 685"/>
                      <a:gd name="T78" fmla="*/ 147 w 1003"/>
                      <a:gd name="T79" fmla="*/ 285 h 685"/>
                      <a:gd name="T80" fmla="*/ 111 w 1003"/>
                      <a:gd name="T81" fmla="*/ 339 h 685"/>
                      <a:gd name="T82" fmla="*/ 78 w 1003"/>
                      <a:gd name="T83" fmla="*/ 396 h 685"/>
                      <a:gd name="T84" fmla="*/ 57 w 1003"/>
                      <a:gd name="T85" fmla="*/ 450 h 685"/>
                      <a:gd name="T86" fmla="*/ 39 w 1003"/>
                      <a:gd name="T87" fmla="*/ 514 h 685"/>
                      <a:gd name="T88" fmla="*/ 27 w 1003"/>
                      <a:gd name="T89" fmla="*/ 592 h 685"/>
                      <a:gd name="T90" fmla="*/ 21 w 1003"/>
                      <a:gd name="T91" fmla="*/ 685 h 68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003"/>
                      <a:gd name="T139" fmla="*/ 0 h 685"/>
                      <a:gd name="T140" fmla="*/ 1003 w 1003"/>
                      <a:gd name="T141" fmla="*/ 685 h 685"/>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003" h="685">
                        <a:moveTo>
                          <a:pt x="21" y="685"/>
                        </a:moveTo>
                        <a:lnTo>
                          <a:pt x="6" y="604"/>
                        </a:lnTo>
                        <a:lnTo>
                          <a:pt x="0" y="526"/>
                        </a:lnTo>
                        <a:lnTo>
                          <a:pt x="3" y="472"/>
                        </a:lnTo>
                        <a:lnTo>
                          <a:pt x="12" y="423"/>
                        </a:lnTo>
                        <a:lnTo>
                          <a:pt x="27" y="369"/>
                        </a:lnTo>
                        <a:lnTo>
                          <a:pt x="51" y="315"/>
                        </a:lnTo>
                        <a:lnTo>
                          <a:pt x="81" y="258"/>
                        </a:lnTo>
                        <a:lnTo>
                          <a:pt x="111" y="213"/>
                        </a:lnTo>
                        <a:lnTo>
                          <a:pt x="147" y="168"/>
                        </a:lnTo>
                        <a:lnTo>
                          <a:pt x="189" y="129"/>
                        </a:lnTo>
                        <a:lnTo>
                          <a:pt x="231" y="96"/>
                        </a:lnTo>
                        <a:lnTo>
                          <a:pt x="276" y="69"/>
                        </a:lnTo>
                        <a:lnTo>
                          <a:pt x="331" y="45"/>
                        </a:lnTo>
                        <a:lnTo>
                          <a:pt x="394" y="24"/>
                        </a:lnTo>
                        <a:lnTo>
                          <a:pt x="448" y="9"/>
                        </a:lnTo>
                        <a:lnTo>
                          <a:pt x="514" y="0"/>
                        </a:lnTo>
                        <a:lnTo>
                          <a:pt x="598" y="0"/>
                        </a:lnTo>
                        <a:lnTo>
                          <a:pt x="661" y="12"/>
                        </a:lnTo>
                        <a:lnTo>
                          <a:pt x="736" y="30"/>
                        </a:lnTo>
                        <a:lnTo>
                          <a:pt x="811" y="63"/>
                        </a:lnTo>
                        <a:lnTo>
                          <a:pt x="877" y="102"/>
                        </a:lnTo>
                        <a:lnTo>
                          <a:pt x="922" y="141"/>
                        </a:lnTo>
                        <a:lnTo>
                          <a:pt x="967" y="186"/>
                        </a:lnTo>
                        <a:lnTo>
                          <a:pt x="1003" y="231"/>
                        </a:lnTo>
                        <a:lnTo>
                          <a:pt x="907" y="159"/>
                        </a:lnTo>
                        <a:lnTo>
                          <a:pt x="856" y="129"/>
                        </a:lnTo>
                        <a:lnTo>
                          <a:pt x="802" y="108"/>
                        </a:lnTo>
                        <a:lnTo>
                          <a:pt x="733" y="87"/>
                        </a:lnTo>
                        <a:lnTo>
                          <a:pt x="667" y="78"/>
                        </a:lnTo>
                        <a:lnTo>
                          <a:pt x="595" y="75"/>
                        </a:lnTo>
                        <a:lnTo>
                          <a:pt x="541" y="78"/>
                        </a:lnTo>
                        <a:lnTo>
                          <a:pt x="484" y="87"/>
                        </a:lnTo>
                        <a:lnTo>
                          <a:pt x="427" y="102"/>
                        </a:lnTo>
                        <a:lnTo>
                          <a:pt x="373" y="120"/>
                        </a:lnTo>
                        <a:lnTo>
                          <a:pt x="313" y="150"/>
                        </a:lnTo>
                        <a:lnTo>
                          <a:pt x="267" y="177"/>
                        </a:lnTo>
                        <a:lnTo>
                          <a:pt x="228" y="210"/>
                        </a:lnTo>
                        <a:lnTo>
                          <a:pt x="183" y="246"/>
                        </a:lnTo>
                        <a:lnTo>
                          <a:pt x="147" y="285"/>
                        </a:lnTo>
                        <a:lnTo>
                          <a:pt x="111" y="339"/>
                        </a:lnTo>
                        <a:lnTo>
                          <a:pt x="78" y="396"/>
                        </a:lnTo>
                        <a:lnTo>
                          <a:pt x="57" y="450"/>
                        </a:lnTo>
                        <a:lnTo>
                          <a:pt x="39" y="514"/>
                        </a:lnTo>
                        <a:lnTo>
                          <a:pt x="27" y="592"/>
                        </a:lnTo>
                        <a:lnTo>
                          <a:pt x="21" y="68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3606" name="Freeform 111">
                    <a:extLst>
                      <a:ext uri="{FF2B5EF4-FFF2-40B4-BE49-F238E27FC236}">
                        <a16:creationId xmlns:a16="http://schemas.microsoft.com/office/drawing/2014/main" id="{4B82EE93-0F5B-1140-8F73-288CA2F0CFA5}"/>
                      </a:ext>
                    </a:extLst>
                  </p:cNvPr>
                  <p:cNvSpPr>
                    <a:spLocks/>
                  </p:cNvSpPr>
                  <p:nvPr/>
                </p:nvSpPr>
                <p:spPr bwMode="auto">
                  <a:xfrm>
                    <a:off x="2278" y="1536"/>
                    <a:ext cx="1106" cy="841"/>
                  </a:xfrm>
                  <a:custGeom>
                    <a:avLst/>
                    <a:gdLst>
                      <a:gd name="T0" fmla="*/ 0 w 1106"/>
                      <a:gd name="T1" fmla="*/ 511 h 841"/>
                      <a:gd name="T2" fmla="*/ 63 w 1106"/>
                      <a:gd name="T3" fmla="*/ 583 h 841"/>
                      <a:gd name="T4" fmla="*/ 132 w 1106"/>
                      <a:gd name="T5" fmla="*/ 646 h 841"/>
                      <a:gd name="T6" fmla="*/ 195 w 1106"/>
                      <a:gd name="T7" fmla="*/ 682 h 841"/>
                      <a:gd name="T8" fmla="*/ 286 w 1106"/>
                      <a:gd name="T9" fmla="*/ 721 h 841"/>
                      <a:gd name="T10" fmla="*/ 358 w 1106"/>
                      <a:gd name="T11" fmla="*/ 742 h 841"/>
                      <a:gd name="T12" fmla="*/ 424 w 1106"/>
                      <a:gd name="T13" fmla="*/ 751 h 841"/>
                      <a:gd name="T14" fmla="*/ 502 w 1106"/>
                      <a:gd name="T15" fmla="*/ 751 h 841"/>
                      <a:gd name="T16" fmla="*/ 559 w 1106"/>
                      <a:gd name="T17" fmla="*/ 745 h 841"/>
                      <a:gd name="T18" fmla="*/ 628 w 1106"/>
                      <a:gd name="T19" fmla="*/ 733 h 841"/>
                      <a:gd name="T20" fmla="*/ 697 w 1106"/>
                      <a:gd name="T21" fmla="*/ 712 h 841"/>
                      <a:gd name="T22" fmla="*/ 754 w 1106"/>
                      <a:gd name="T23" fmla="*/ 682 h 841"/>
                      <a:gd name="T24" fmla="*/ 808 w 1106"/>
                      <a:gd name="T25" fmla="*/ 649 h 841"/>
                      <a:gd name="T26" fmla="*/ 856 w 1106"/>
                      <a:gd name="T27" fmla="*/ 616 h 841"/>
                      <a:gd name="T28" fmla="*/ 904 w 1106"/>
                      <a:gd name="T29" fmla="*/ 568 h 841"/>
                      <a:gd name="T30" fmla="*/ 952 w 1106"/>
                      <a:gd name="T31" fmla="*/ 514 h 841"/>
                      <a:gd name="T32" fmla="*/ 989 w 1106"/>
                      <a:gd name="T33" fmla="*/ 463 h 841"/>
                      <a:gd name="T34" fmla="*/ 1010 w 1106"/>
                      <a:gd name="T35" fmla="*/ 412 h 841"/>
                      <a:gd name="T36" fmla="*/ 1037 w 1106"/>
                      <a:gd name="T37" fmla="*/ 331 h 841"/>
                      <a:gd name="T38" fmla="*/ 1055 w 1106"/>
                      <a:gd name="T39" fmla="*/ 247 h 841"/>
                      <a:gd name="T40" fmla="*/ 1058 w 1106"/>
                      <a:gd name="T41" fmla="*/ 172 h 841"/>
                      <a:gd name="T42" fmla="*/ 1046 w 1106"/>
                      <a:gd name="T43" fmla="*/ 90 h 841"/>
                      <a:gd name="T44" fmla="*/ 1019 w 1106"/>
                      <a:gd name="T45" fmla="*/ 0 h 841"/>
                      <a:gd name="T46" fmla="*/ 1046 w 1106"/>
                      <a:gd name="T47" fmla="*/ 48 h 841"/>
                      <a:gd name="T48" fmla="*/ 1076 w 1106"/>
                      <a:gd name="T49" fmla="*/ 117 h 841"/>
                      <a:gd name="T50" fmla="*/ 1091 w 1106"/>
                      <a:gd name="T51" fmla="*/ 181 h 841"/>
                      <a:gd name="T52" fmla="*/ 1106 w 1106"/>
                      <a:gd name="T53" fmla="*/ 241 h 841"/>
                      <a:gd name="T54" fmla="*/ 1103 w 1106"/>
                      <a:gd name="T55" fmla="*/ 292 h 841"/>
                      <a:gd name="T56" fmla="*/ 1100 w 1106"/>
                      <a:gd name="T57" fmla="*/ 361 h 841"/>
                      <a:gd name="T58" fmla="*/ 1064 w 1106"/>
                      <a:gd name="T59" fmla="*/ 493 h 841"/>
                      <a:gd name="T60" fmla="*/ 1028 w 1106"/>
                      <a:gd name="T61" fmla="*/ 565 h 841"/>
                      <a:gd name="T62" fmla="*/ 983 w 1106"/>
                      <a:gd name="T63" fmla="*/ 628 h 841"/>
                      <a:gd name="T64" fmla="*/ 934 w 1106"/>
                      <a:gd name="T65" fmla="*/ 682 h 841"/>
                      <a:gd name="T66" fmla="*/ 886 w 1106"/>
                      <a:gd name="T67" fmla="*/ 721 h 841"/>
                      <a:gd name="T68" fmla="*/ 820 w 1106"/>
                      <a:gd name="T69" fmla="*/ 766 h 841"/>
                      <a:gd name="T70" fmla="*/ 754 w 1106"/>
                      <a:gd name="T71" fmla="*/ 796 h 841"/>
                      <a:gd name="T72" fmla="*/ 691 w 1106"/>
                      <a:gd name="T73" fmla="*/ 817 h 841"/>
                      <a:gd name="T74" fmla="*/ 610 w 1106"/>
                      <a:gd name="T75" fmla="*/ 838 h 841"/>
                      <a:gd name="T76" fmla="*/ 550 w 1106"/>
                      <a:gd name="T77" fmla="*/ 841 h 841"/>
                      <a:gd name="T78" fmla="*/ 484 w 1106"/>
                      <a:gd name="T79" fmla="*/ 841 h 841"/>
                      <a:gd name="T80" fmla="*/ 418 w 1106"/>
                      <a:gd name="T81" fmla="*/ 829 h 841"/>
                      <a:gd name="T82" fmla="*/ 346 w 1106"/>
                      <a:gd name="T83" fmla="*/ 814 h 841"/>
                      <a:gd name="T84" fmla="*/ 298 w 1106"/>
                      <a:gd name="T85" fmla="*/ 796 h 841"/>
                      <a:gd name="T86" fmla="*/ 234 w 1106"/>
                      <a:gd name="T87" fmla="*/ 763 h 841"/>
                      <a:gd name="T88" fmla="*/ 180 w 1106"/>
                      <a:gd name="T89" fmla="*/ 733 h 841"/>
                      <a:gd name="T90" fmla="*/ 129 w 1106"/>
                      <a:gd name="T91" fmla="*/ 691 h 841"/>
                      <a:gd name="T92" fmla="*/ 75 w 1106"/>
                      <a:gd name="T93" fmla="*/ 634 h 841"/>
                      <a:gd name="T94" fmla="*/ 24 w 1106"/>
                      <a:gd name="T95" fmla="*/ 562 h 841"/>
                      <a:gd name="T96" fmla="*/ 0 w 1106"/>
                      <a:gd name="T97" fmla="*/ 511 h 84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106"/>
                      <a:gd name="T148" fmla="*/ 0 h 841"/>
                      <a:gd name="T149" fmla="*/ 1106 w 1106"/>
                      <a:gd name="T150" fmla="*/ 841 h 841"/>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106" h="841">
                        <a:moveTo>
                          <a:pt x="0" y="511"/>
                        </a:moveTo>
                        <a:lnTo>
                          <a:pt x="63" y="583"/>
                        </a:lnTo>
                        <a:lnTo>
                          <a:pt x="132" y="646"/>
                        </a:lnTo>
                        <a:lnTo>
                          <a:pt x="195" y="682"/>
                        </a:lnTo>
                        <a:lnTo>
                          <a:pt x="286" y="721"/>
                        </a:lnTo>
                        <a:lnTo>
                          <a:pt x="358" y="742"/>
                        </a:lnTo>
                        <a:lnTo>
                          <a:pt x="424" y="751"/>
                        </a:lnTo>
                        <a:lnTo>
                          <a:pt x="502" y="751"/>
                        </a:lnTo>
                        <a:lnTo>
                          <a:pt x="559" y="745"/>
                        </a:lnTo>
                        <a:lnTo>
                          <a:pt x="628" y="733"/>
                        </a:lnTo>
                        <a:lnTo>
                          <a:pt x="697" y="712"/>
                        </a:lnTo>
                        <a:lnTo>
                          <a:pt x="754" y="682"/>
                        </a:lnTo>
                        <a:lnTo>
                          <a:pt x="808" y="649"/>
                        </a:lnTo>
                        <a:lnTo>
                          <a:pt x="856" y="616"/>
                        </a:lnTo>
                        <a:lnTo>
                          <a:pt x="904" y="568"/>
                        </a:lnTo>
                        <a:lnTo>
                          <a:pt x="952" y="514"/>
                        </a:lnTo>
                        <a:lnTo>
                          <a:pt x="989" y="463"/>
                        </a:lnTo>
                        <a:lnTo>
                          <a:pt x="1010" y="412"/>
                        </a:lnTo>
                        <a:lnTo>
                          <a:pt x="1037" y="331"/>
                        </a:lnTo>
                        <a:lnTo>
                          <a:pt x="1055" y="247"/>
                        </a:lnTo>
                        <a:lnTo>
                          <a:pt x="1058" y="172"/>
                        </a:lnTo>
                        <a:lnTo>
                          <a:pt x="1046" y="90"/>
                        </a:lnTo>
                        <a:lnTo>
                          <a:pt x="1019" y="0"/>
                        </a:lnTo>
                        <a:lnTo>
                          <a:pt x="1046" y="48"/>
                        </a:lnTo>
                        <a:lnTo>
                          <a:pt x="1076" y="117"/>
                        </a:lnTo>
                        <a:lnTo>
                          <a:pt x="1091" y="181"/>
                        </a:lnTo>
                        <a:lnTo>
                          <a:pt x="1106" y="241"/>
                        </a:lnTo>
                        <a:lnTo>
                          <a:pt x="1103" y="292"/>
                        </a:lnTo>
                        <a:lnTo>
                          <a:pt x="1100" y="361"/>
                        </a:lnTo>
                        <a:lnTo>
                          <a:pt x="1064" y="493"/>
                        </a:lnTo>
                        <a:lnTo>
                          <a:pt x="1028" y="565"/>
                        </a:lnTo>
                        <a:lnTo>
                          <a:pt x="983" y="628"/>
                        </a:lnTo>
                        <a:lnTo>
                          <a:pt x="934" y="682"/>
                        </a:lnTo>
                        <a:lnTo>
                          <a:pt x="886" y="721"/>
                        </a:lnTo>
                        <a:lnTo>
                          <a:pt x="820" y="766"/>
                        </a:lnTo>
                        <a:lnTo>
                          <a:pt x="754" y="796"/>
                        </a:lnTo>
                        <a:lnTo>
                          <a:pt x="691" y="817"/>
                        </a:lnTo>
                        <a:lnTo>
                          <a:pt x="610" y="838"/>
                        </a:lnTo>
                        <a:lnTo>
                          <a:pt x="550" y="841"/>
                        </a:lnTo>
                        <a:lnTo>
                          <a:pt x="484" y="841"/>
                        </a:lnTo>
                        <a:lnTo>
                          <a:pt x="418" y="829"/>
                        </a:lnTo>
                        <a:lnTo>
                          <a:pt x="346" y="814"/>
                        </a:lnTo>
                        <a:lnTo>
                          <a:pt x="298" y="796"/>
                        </a:lnTo>
                        <a:lnTo>
                          <a:pt x="234" y="763"/>
                        </a:lnTo>
                        <a:lnTo>
                          <a:pt x="180" y="733"/>
                        </a:lnTo>
                        <a:lnTo>
                          <a:pt x="129" y="691"/>
                        </a:lnTo>
                        <a:lnTo>
                          <a:pt x="75" y="634"/>
                        </a:lnTo>
                        <a:lnTo>
                          <a:pt x="24" y="562"/>
                        </a:lnTo>
                        <a:lnTo>
                          <a:pt x="0" y="511"/>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grpSp>
              <p:nvGrpSpPr>
                <p:cNvPr id="23600" name="Group 112">
                  <a:extLst>
                    <a:ext uri="{FF2B5EF4-FFF2-40B4-BE49-F238E27FC236}">
                      <a16:creationId xmlns:a16="http://schemas.microsoft.com/office/drawing/2014/main" id="{B6087B8B-64B3-7242-A081-B23B15B58BA7}"/>
                    </a:ext>
                  </a:extLst>
                </p:cNvPr>
                <p:cNvGrpSpPr>
                  <a:grpSpLocks/>
                </p:cNvGrpSpPr>
                <p:nvPr/>
              </p:nvGrpSpPr>
              <p:grpSpPr bwMode="auto">
                <a:xfrm>
                  <a:off x="2210" y="1213"/>
                  <a:ext cx="1172" cy="1113"/>
                  <a:chOff x="2210" y="1213"/>
                  <a:chExt cx="1172" cy="1113"/>
                </a:xfrm>
              </p:grpSpPr>
              <p:sp>
                <p:nvSpPr>
                  <p:cNvPr id="23601" name="Freeform 113">
                    <a:extLst>
                      <a:ext uri="{FF2B5EF4-FFF2-40B4-BE49-F238E27FC236}">
                        <a16:creationId xmlns:a16="http://schemas.microsoft.com/office/drawing/2014/main" id="{D7BACEC4-AA64-A343-8C78-644359FF85B9}"/>
                      </a:ext>
                    </a:extLst>
                  </p:cNvPr>
                  <p:cNvSpPr>
                    <a:spLocks/>
                  </p:cNvSpPr>
                  <p:nvPr/>
                </p:nvSpPr>
                <p:spPr bwMode="auto">
                  <a:xfrm>
                    <a:off x="2276" y="2048"/>
                    <a:ext cx="287" cy="278"/>
                  </a:xfrm>
                  <a:custGeom>
                    <a:avLst/>
                    <a:gdLst>
                      <a:gd name="T0" fmla="*/ 0 w 287"/>
                      <a:gd name="T1" fmla="*/ 0 h 278"/>
                      <a:gd name="T2" fmla="*/ 30 w 287"/>
                      <a:gd name="T3" fmla="*/ 56 h 278"/>
                      <a:gd name="T4" fmla="*/ 59 w 287"/>
                      <a:gd name="T5" fmla="*/ 99 h 278"/>
                      <a:gd name="T6" fmla="*/ 90 w 287"/>
                      <a:gd name="T7" fmla="*/ 138 h 278"/>
                      <a:gd name="T8" fmla="*/ 138 w 287"/>
                      <a:gd name="T9" fmla="*/ 185 h 278"/>
                      <a:gd name="T10" fmla="*/ 174 w 287"/>
                      <a:gd name="T11" fmla="*/ 215 h 278"/>
                      <a:gd name="T12" fmla="*/ 220 w 287"/>
                      <a:gd name="T13" fmla="*/ 244 h 278"/>
                      <a:gd name="T14" fmla="*/ 287 w 287"/>
                      <a:gd name="T15" fmla="*/ 278 h 278"/>
                      <a:gd name="T16" fmla="*/ 212 w 287"/>
                      <a:gd name="T17" fmla="*/ 176 h 278"/>
                      <a:gd name="T18" fmla="*/ 170 w 287"/>
                      <a:gd name="T19" fmla="*/ 152 h 278"/>
                      <a:gd name="T20" fmla="*/ 140 w 287"/>
                      <a:gd name="T21" fmla="*/ 131 h 278"/>
                      <a:gd name="T22" fmla="*/ 96 w 287"/>
                      <a:gd name="T23" fmla="*/ 101 h 278"/>
                      <a:gd name="T24" fmla="*/ 62 w 287"/>
                      <a:gd name="T25" fmla="*/ 69 h 278"/>
                      <a:gd name="T26" fmla="*/ 35 w 287"/>
                      <a:gd name="T27" fmla="*/ 42 h 278"/>
                      <a:gd name="T28" fmla="*/ 0 w 287"/>
                      <a:gd name="T29" fmla="*/ 0 h 27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87"/>
                      <a:gd name="T46" fmla="*/ 0 h 278"/>
                      <a:gd name="T47" fmla="*/ 287 w 287"/>
                      <a:gd name="T48" fmla="*/ 278 h 27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87" h="278">
                        <a:moveTo>
                          <a:pt x="0" y="0"/>
                        </a:moveTo>
                        <a:lnTo>
                          <a:pt x="30" y="56"/>
                        </a:lnTo>
                        <a:lnTo>
                          <a:pt x="59" y="99"/>
                        </a:lnTo>
                        <a:lnTo>
                          <a:pt x="90" y="138"/>
                        </a:lnTo>
                        <a:lnTo>
                          <a:pt x="138" y="185"/>
                        </a:lnTo>
                        <a:lnTo>
                          <a:pt x="174" y="215"/>
                        </a:lnTo>
                        <a:lnTo>
                          <a:pt x="220" y="244"/>
                        </a:lnTo>
                        <a:lnTo>
                          <a:pt x="287" y="278"/>
                        </a:lnTo>
                        <a:lnTo>
                          <a:pt x="212" y="176"/>
                        </a:lnTo>
                        <a:lnTo>
                          <a:pt x="170" y="152"/>
                        </a:lnTo>
                        <a:lnTo>
                          <a:pt x="140" y="131"/>
                        </a:lnTo>
                        <a:lnTo>
                          <a:pt x="96" y="101"/>
                        </a:lnTo>
                        <a:lnTo>
                          <a:pt x="62" y="69"/>
                        </a:lnTo>
                        <a:lnTo>
                          <a:pt x="35" y="42"/>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3602" name="Freeform 114">
                    <a:extLst>
                      <a:ext uri="{FF2B5EF4-FFF2-40B4-BE49-F238E27FC236}">
                        <a16:creationId xmlns:a16="http://schemas.microsoft.com/office/drawing/2014/main" id="{53A0DC09-821C-914A-823C-FAEA022B27FC}"/>
                      </a:ext>
                    </a:extLst>
                  </p:cNvPr>
                  <p:cNvSpPr>
                    <a:spLocks/>
                  </p:cNvSpPr>
                  <p:nvPr/>
                </p:nvSpPr>
                <p:spPr bwMode="auto">
                  <a:xfrm>
                    <a:off x="3279" y="1530"/>
                    <a:ext cx="103" cy="546"/>
                  </a:xfrm>
                  <a:custGeom>
                    <a:avLst/>
                    <a:gdLst>
                      <a:gd name="T0" fmla="*/ 19 w 103"/>
                      <a:gd name="T1" fmla="*/ 0 h 546"/>
                      <a:gd name="T2" fmla="*/ 39 w 103"/>
                      <a:gd name="T3" fmla="*/ 37 h 546"/>
                      <a:gd name="T4" fmla="*/ 52 w 103"/>
                      <a:gd name="T5" fmla="*/ 69 h 546"/>
                      <a:gd name="T6" fmla="*/ 66 w 103"/>
                      <a:gd name="T7" fmla="*/ 102 h 546"/>
                      <a:gd name="T8" fmla="*/ 76 w 103"/>
                      <a:gd name="T9" fmla="*/ 134 h 546"/>
                      <a:gd name="T10" fmla="*/ 84 w 103"/>
                      <a:gd name="T11" fmla="*/ 164 h 546"/>
                      <a:gd name="T12" fmla="*/ 99 w 103"/>
                      <a:gd name="T13" fmla="*/ 217 h 546"/>
                      <a:gd name="T14" fmla="*/ 103 w 103"/>
                      <a:gd name="T15" fmla="*/ 269 h 546"/>
                      <a:gd name="T16" fmla="*/ 100 w 103"/>
                      <a:gd name="T17" fmla="*/ 349 h 546"/>
                      <a:gd name="T18" fmla="*/ 93 w 103"/>
                      <a:gd name="T19" fmla="*/ 403 h 546"/>
                      <a:gd name="T20" fmla="*/ 82 w 103"/>
                      <a:gd name="T21" fmla="*/ 447 h 546"/>
                      <a:gd name="T22" fmla="*/ 65 w 103"/>
                      <a:gd name="T23" fmla="*/ 493 h 546"/>
                      <a:gd name="T24" fmla="*/ 42 w 103"/>
                      <a:gd name="T25" fmla="*/ 546 h 546"/>
                      <a:gd name="T26" fmla="*/ 0 w 103"/>
                      <a:gd name="T27" fmla="*/ 443 h 546"/>
                      <a:gd name="T28" fmla="*/ 19 w 103"/>
                      <a:gd name="T29" fmla="*/ 398 h 546"/>
                      <a:gd name="T30" fmla="*/ 28 w 103"/>
                      <a:gd name="T31" fmla="*/ 374 h 546"/>
                      <a:gd name="T32" fmla="*/ 39 w 103"/>
                      <a:gd name="T33" fmla="*/ 343 h 546"/>
                      <a:gd name="T34" fmla="*/ 46 w 103"/>
                      <a:gd name="T35" fmla="*/ 311 h 546"/>
                      <a:gd name="T36" fmla="*/ 52 w 103"/>
                      <a:gd name="T37" fmla="*/ 262 h 546"/>
                      <a:gd name="T38" fmla="*/ 55 w 103"/>
                      <a:gd name="T39" fmla="*/ 221 h 546"/>
                      <a:gd name="T40" fmla="*/ 55 w 103"/>
                      <a:gd name="T41" fmla="*/ 160 h 546"/>
                      <a:gd name="T42" fmla="*/ 46 w 103"/>
                      <a:gd name="T43" fmla="*/ 105 h 546"/>
                      <a:gd name="T44" fmla="*/ 36 w 103"/>
                      <a:gd name="T45" fmla="*/ 60 h 546"/>
                      <a:gd name="T46" fmla="*/ 30 w 103"/>
                      <a:gd name="T47" fmla="*/ 36 h 546"/>
                      <a:gd name="T48" fmla="*/ 19 w 103"/>
                      <a:gd name="T49" fmla="*/ 0 h 5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3"/>
                      <a:gd name="T76" fmla="*/ 0 h 546"/>
                      <a:gd name="T77" fmla="*/ 103 w 103"/>
                      <a:gd name="T78" fmla="*/ 546 h 5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3" h="546">
                        <a:moveTo>
                          <a:pt x="19" y="0"/>
                        </a:moveTo>
                        <a:lnTo>
                          <a:pt x="39" y="37"/>
                        </a:lnTo>
                        <a:lnTo>
                          <a:pt x="52" y="69"/>
                        </a:lnTo>
                        <a:lnTo>
                          <a:pt x="66" y="102"/>
                        </a:lnTo>
                        <a:lnTo>
                          <a:pt x="76" y="134"/>
                        </a:lnTo>
                        <a:lnTo>
                          <a:pt x="84" y="164"/>
                        </a:lnTo>
                        <a:lnTo>
                          <a:pt x="99" y="217"/>
                        </a:lnTo>
                        <a:lnTo>
                          <a:pt x="103" y="269"/>
                        </a:lnTo>
                        <a:lnTo>
                          <a:pt x="100" y="349"/>
                        </a:lnTo>
                        <a:lnTo>
                          <a:pt x="93" y="403"/>
                        </a:lnTo>
                        <a:lnTo>
                          <a:pt x="82" y="447"/>
                        </a:lnTo>
                        <a:lnTo>
                          <a:pt x="65" y="493"/>
                        </a:lnTo>
                        <a:lnTo>
                          <a:pt x="42" y="546"/>
                        </a:lnTo>
                        <a:lnTo>
                          <a:pt x="0" y="443"/>
                        </a:lnTo>
                        <a:lnTo>
                          <a:pt x="19" y="398"/>
                        </a:lnTo>
                        <a:lnTo>
                          <a:pt x="28" y="374"/>
                        </a:lnTo>
                        <a:lnTo>
                          <a:pt x="39" y="343"/>
                        </a:lnTo>
                        <a:lnTo>
                          <a:pt x="46" y="311"/>
                        </a:lnTo>
                        <a:lnTo>
                          <a:pt x="52" y="262"/>
                        </a:lnTo>
                        <a:lnTo>
                          <a:pt x="55" y="221"/>
                        </a:lnTo>
                        <a:lnTo>
                          <a:pt x="55" y="160"/>
                        </a:lnTo>
                        <a:lnTo>
                          <a:pt x="46" y="105"/>
                        </a:lnTo>
                        <a:lnTo>
                          <a:pt x="36" y="60"/>
                        </a:lnTo>
                        <a:lnTo>
                          <a:pt x="30" y="36"/>
                        </a:lnTo>
                        <a:lnTo>
                          <a:pt x="19"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3603" name="Freeform 115">
                    <a:extLst>
                      <a:ext uri="{FF2B5EF4-FFF2-40B4-BE49-F238E27FC236}">
                        <a16:creationId xmlns:a16="http://schemas.microsoft.com/office/drawing/2014/main" id="{6670E5C4-3870-8F41-B7F5-F36A185A7194}"/>
                      </a:ext>
                    </a:extLst>
                  </p:cNvPr>
                  <p:cNvSpPr>
                    <a:spLocks/>
                  </p:cNvSpPr>
                  <p:nvPr/>
                </p:nvSpPr>
                <p:spPr bwMode="auto">
                  <a:xfrm>
                    <a:off x="2741" y="1213"/>
                    <a:ext cx="408" cy="165"/>
                  </a:xfrm>
                  <a:custGeom>
                    <a:avLst/>
                    <a:gdLst>
                      <a:gd name="T0" fmla="*/ 0 w 408"/>
                      <a:gd name="T1" fmla="*/ 0 h 165"/>
                      <a:gd name="T2" fmla="*/ 31 w 408"/>
                      <a:gd name="T3" fmla="*/ 60 h 165"/>
                      <a:gd name="T4" fmla="*/ 79 w 408"/>
                      <a:gd name="T5" fmla="*/ 57 h 165"/>
                      <a:gd name="T6" fmla="*/ 123 w 408"/>
                      <a:gd name="T7" fmla="*/ 60 h 165"/>
                      <a:gd name="T8" fmla="*/ 164 w 408"/>
                      <a:gd name="T9" fmla="*/ 66 h 165"/>
                      <a:gd name="T10" fmla="*/ 202 w 408"/>
                      <a:gd name="T11" fmla="*/ 73 h 165"/>
                      <a:gd name="T12" fmla="*/ 240 w 408"/>
                      <a:gd name="T13" fmla="*/ 83 h 165"/>
                      <a:gd name="T14" fmla="*/ 266 w 408"/>
                      <a:gd name="T15" fmla="*/ 91 h 165"/>
                      <a:gd name="T16" fmla="*/ 300 w 408"/>
                      <a:gd name="T17" fmla="*/ 105 h 165"/>
                      <a:gd name="T18" fmla="*/ 339 w 408"/>
                      <a:gd name="T19" fmla="*/ 124 h 165"/>
                      <a:gd name="T20" fmla="*/ 408 w 408"/>
                      <a:gd name="T21" fmla="*/ 165 h 165"/>
                      <a:gd name="T22" fmla="*/ 368 w 408"/>
                      <a:gd name="T23" fmla="*/ 123 h 165"/>
                      <a:gd name="T24" fmla="*/ 340 w 408"/>
                      <a:gd name="T25" fmla="*/ 102 h 165"/>
                      <a:gd name="T26" fmla="*/ 303 w 408"/>
                      <a:gd name="T27" fmla="*/ 78 h 165"/>
                      <a:gd name="T28" fmla="*/ 280 w 408"/>
                      <a:gd name="T29" fmla="*/ 64 h 165"/>
                      <a:gd name="T30" fmla="*/ 229 w 408"/>
                      <a:gd name="T31" fmla="*/ 40 h 165"/>
                      <a:gd name="T32" fmla="*/ 196 w 408"/>
                      <a:gd name="T33" fmla="*/ 28 h 165"/>
                      <a:gd name="T34" fmla="*/ 169 w 408"/>
                      <a:gd name="T35" fmla="*/ 19 h 165"/>
                      <a:gd name="T36" fmla="*/ 144 w 408"/>
                      <a:gd name="T37" fmla="*/ 13 h 165"/>
                      <a:gd name="T38" fmla="*/ 105 w 408"/>
                      <a:gd name="T39" fmla="*/ 6 h 165"/>
                      <a:gd name="T40" fmla="*/ 64 w 408"/>
                      <a:gd name="T41" fmla="*/ 1 h 165"/>
                      <a:gd name="T42" fmla="*/ 18 w 408"/>
                      <a:gd name="T43" fmla="*/ 0 h 165"/>
                      <a:gd name="T44" fmla="*/ 0 w 408"/>
                      <a:gd name="T45" fmla="*/ 0 h 16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08"/>
                      <a:gd name="T70" fmla="*/ 0 h 165"/>
                      <a:gd name="T71" fmla="*/ 408 w 408"/>
                      <a:gd name="T72" fmla="*/ 165 h 16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08" h="165">
                        <a:moveTo>
                          <a:pt x="0" y="0"/>
                        </a:moveTo>
                        <a:lnTo>
                          <a:pt x="31" y="60"/>
                        </a:lnTo>
                        <a:lnTo>
                          <a:pt x="79" y="57"/>
                        </a:lnTo>
                        <a:lnTo>
                          <a:pt x="123" y="60"/>
                        </a:lnTo>
                        <a:lnTo>
                          <a:pt x="164" y="66"/>
                        </a:lnTo>
                        <a:lnTo>
                          <a:pt x="202" y="73"/>
                        </a:lnTo>
                        <a:lnTo>
                          <a:pt x="240" y="83"/>
                        </a:lnTo>
                        <a:lnTo>
                          <a:pt x="266" y="91"/>
                        </a:lnTo>
                        <a:lnTo>
                          <a:pt x="300" y="105"/>
                        </a:lnTo>
                        <a:lnTo>
                          <a:pt x="339" y="124"/>
                        </a:lnTo>
                        <a:lnTo>
                          <a:pt x="408" y="165"/>
                        </a:lnTo>
                        <a:lnTo>
                          <a:pt x="368" y="123"/>
                        </a:lnTo>
                        <a:lnTo>
                          <a:pt x="340" y="102"/>
                        </a:lnTo>
                        <a:lnTo>
                          <a:pt x="303" y="78"/>
                        </a:lnTo>
                        <a:lnTo>
                          <a:pt x="280" y="64"/>
                        </a:lnTo>
                        <a:lnTo>
                          <a:pt x="229" y="40"/>
                        </a:lnTo>
                        <a:lnTo>
                          <a:pt x="196" y="28"/>
                        </a:lnTo>
                        <a:lnTo>
                          <a:pt x="169" y="19"/>
                        </a:lnTo>
                        <a:lnTo>
                          <a:pt x="144" y="13"/>
                        </a:lnTo>
                        <a:lnTo>
                          <a:pt x="105" y="6"/>
                        </a:lnTo>
                        <a:lnTo>
                          <a:pt x="64" y="1"/>
                        </a:lnTo>
                        <a:lnTo>
                          <a:pt x="18" y="0"/>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3604" name="Freeform 116">
                    <a:extLst>
                      <a:ext uri="{FF2B5EF4-FFF2-40B4-BE49-F238E27FC236}">
                        <a16:creationId xmlns:a16="http://schemas.microsoft.com/office/drawing/2014/main" id="{88E8F3C4-DB3F-1346-AAD4-CE227F17F850}"/>
                      </a:ext>
                    </a:extLst>
                  </p:cNvPr>
                  <p:cNvSpPr>
                    <a:spLocks/>
                  </p:cNvSpPr>
                  <p:nvPr/>
                </p:nvSpPr>
                <p:spPr bwMode="auto">
                  <a:xfrm>
                    <a:off x="2210" y="1445"/>
                    <a:ext cx="130" cy="387"/>
                  </a:xfrm>
                  <a:custGeom>
                    <a:avLst/>
                    <a:gdLst>
                      <a:gd name="T0" fmla="*/ 0 w 130"/>
                      <a:gd name="T1" fmla="*/ 297 h 387"/>
                      <a:gd name="T2" fmla="*/ 3 w 130"/>
                      <a:gd name="T3" fmla="*/ 267 h 387"/>
                      <a:gd name="T4" fmla="*/ 5 w 130"/>
                      <a:gd name="T5" fmla="*/ 234 h 387"/>
                      <a:gd name="T6" fmla="*/ 14 w 130"/>
                      <a:gd name="T7" fmla="*/ 181 h 387"/>
                      <a:gd name="T8" fmla="*/ 24 w 130"/>
                      <a:gd name="T9" fmla="*/ 139 h 387"/>
                      <a:gd name="T10" fmla="*/ 38 w 130"/>
                      <a:gd name="T11" fmla="*/ 101 h 387"/>
                      <a:gd name="T12" fmla="*/ 56 w 130"/>
                      <a:gd name="T13" fmla="*/ 62 h 387"/>
                      <a:gd name="T14" fmla="*/ 72 w 130"/>
                      <a:gd name="T15" fmla="*/ 32 h 387"/>
                      <a:gd name="T16" fmla="*/ 92 w 130"/>
                      <a:gd name="T17" fmla="*/ 0 h 387"/>
                      <a:gd name="T18" fmla="*/ 130 w 130"/>
                      <a:gd name="T19" fmla="*/ 50 h 387"/>
                      <a:gd name="T20" fmla="*/ 108 w 130"/>
                      <a:gd name="T21" fmla="*/ 80 h 387"/>
                      <a:gd name="T22" fmla="*/ 92 w 130"/>
                      <a:gd name="T23" fmla="*/ 107 h 387"/>
                      <a:gd name="T24" fmla="*/ 79 w 130"/>
                      <a:gd name="T25" fmla="*/ 132 h 387"/>
                      <a:gd name="T26" fmla="*/ 60 w 130"/>
                      <a:gd name="T27" fmla="*/ 167 h 387"/>
                      <a:gd name="T28" fmla="*/ 48 w 130"/>
                      <a:gd name="T29" fmla="*/ 198 h 387"/>
                      <a:gd name="T30" fmla="*/ 41 w 130"/>
                      <a:gd name="T31" fmla="*/ 228 h 387"/>
                      <a:gd name="T32" fmla="*/ 32 w 130"/>
                      <a:gd name="T33" fmla="*/ 258 h 387"/>
                      <a:gd name="T34" fmla="*/ 26 w 130"/>
                      <a:gd name="T35" fmla="*/ 291 h 387"/>
                      <a:gd name="T36" fmla="*/ 21 w 130"/>
                      <a:gd name="T37" fmla="*/ 331 h 387"/>
                      <a:gd name="T38" fmla="*/ 17 w 130"/>
                      <a:gd name="T39" fmla="*/ 371 h 387"/>
                      <a:gd name="T40" fmla="*/ 10 w 130"/>
                      <a:gd name="T41" fmla="*/ 387 h 387"/>
                      <a:gd name="T42" fmla="*/ 0 w 130"/>
                      <a:gd name="T43" fmla="*/ 297 h 38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30"/>
                      <a:gd name="T67" fmla="*/ 0 h 387"/>
                      <a:gd name="T68" fmla="*/ 130 w 130"/>
                      <a:gd name="T69" fmla="*/ 387 h 38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30" h="387">
                        <a:moveTo>
                          <a:pt x="0" y="297"/>
                        </a:moveTo>
                        <a:lnTo>
                          <a:pt x="3" y="267"/>
                        </a:lnTo>
                        <a:lnTo>
                          <a:pt x="5" y="234"/>
                        </a:lnTo>
                        <a:lnTo>
                          <a:pt x="14" y="181"/>
                        </a:lnTo>
                        <a:lnTo>
                          <a:pt x="24" y="139"/>
                        </a:lnTo>
                        <a:lnTo>
                          <a:pt x="38" y="101"/>
                        </a:lnTo>
                        <a:lnTo>
                          <a:pt x="56" y="62"/>
                        </a:lnTo>
                        <a:lnTo>
                          <a:pt x="72" y="32"/>
                        </a:lnTo>
                        <a:lnTo>
                          <a:pt x="92" y="0"/>
                        </a:lnTo>
                        <a:lnTo>
                          <a:pt x="130" y="50"/>
                        </a:lnTo>
                        <a:lnTo>
                          <a:pt x="108" y="80"/>
                        </a:lnTo>
                        <a:lnTo>
                          <a:pt x="92" y="107"/>
                        </a:lnTo>
                        <a:lnTo>
                          <a:pt x="79" y="132"/>
                        </a:lnTo>
                        <a:lnTo>
                          <a:pt x="60" y="167"/>
                        </a:lnTo>
                        <a:lnTo>
                          <a:pt x="48" y="198"/>
                        </a:lnTo>
                        <a:lnTo>
                          <a:pt x="41" y="228"/>
                        </a:lnTo>
                        <a:lnTo>
                          <a:pt x="32" y="258"/>
                        </a:lnTo>
                        <a:lnTo>
                          <a:pt x="26" y="291"/>
                        </a:lnTo>
                        <a:lnTo>
                          <a:pt x="21" y="331"/>
                        </a:lnTo>
                        <a:lnTo>
                          <a:pt x="17" y="371"/>
                        </a:lnTo>
                        <a:lnTo>
                          <a:pt x="10" y="387"/>
                        </a:lnTo>
                        <a:lnTo>
                          <a:pt x="0" y="297"/>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grpSp>
          <p:sp>
            <p:nvSpPr>
              <p:cNvPr id="23594" name="Oval 117">
                <a:extLst>
                  <a:ext uri="{FF2B5EF4-FFF2-40B4-BE49-F238E27FC236}">
                    <a16:creationId xmlns:a16="http://schemas.microsoft.com/office/drawing/2014/main" id="{E3BF2444-E7AF-764C-AEA9-E2DD6E40F05D}"/>
                  </a:ext>
                </a:extLst>
              </p:cNvPr>
              <p:cNvSpPr>
                <a:spLocks noChangeArrowheads="1"/>
              </p:cNvSpPr>
              <p:nvPr/>
            </p:nvSpPr>
            <p:spPr bwMode="auto">
              <a:xfrm>
                <a:off x="2229" y="1273"/>
                <a:ext cx="1154" cy="1105"/>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nvGrpSpPr>
              <p:cNvPr id="23595" name="Group 118">
                <a:extLst>
                  <a:ext uri="{FF2B5EF4-FFF2-40B4-BE49-F238E27FC236}">
                    <a16:creationId xmlns:a16="http://schemas.microsoft.com/office/drawing/2014/main" id="{5FEBE9D7-7C41-234C-B8CA-311CBD09FB5B}"/>
                  </a:ext>
                </a:extLst>
              </p:cNvPr>
              <p:cNvGrpSpPr>
                <a:grpSpLocks/>
              </p:cNvGrpSpPr>
              <p:nvPr/>
            </p:nvGrpSpPr>
            <p:grpSpPr bwMode="auto">
              <a:xfrm>
                <a:off x="2181" y="1183"/>
                <a:ext cx="1154" cy="1105"/>
                <a:chOff x="2181" y="1183"/>
                <a:chExt cx="1154" cy="1105"/>
              </a:xfrm>
            </p:grpSpPr>
            <p:sp>
              <p:nvSpPr>
                <p:cNvPr id="23596" name="Oval 119">
                  <a:extLst>
                    <a:ext uri="{FF2B5EF4-FFF2-40B4-BE49-F238E27FC236}">
                      <a16:creationId xmlns:a16="http://schemas.microsoft.com/office/drawing/2014/main" id="{906C57EB-0C50-DC40-AE75-15B853B460B8}"/>
                    </a:ext>
                  </a:extLst>
                </p:cNvPr>
                <p:cNvSpPr>
                  <a:spLocks noChangeArrowheads="1"/>
                </p:cNvSpPr>
                <p:nvPr/>
              </p:nvSpPr>
              <p:spPr bwMode="auto">
                <a:xfrm>
                  <a:off x="2194" y="1198"/>
                  <a:ext cx="1127" cy="1078"/>
                </a:xfrm>
                <a:prstGeom prst="ellipse">
                  <a:avLst/>
                </a:prstGeom>
                <a:noFill/>
                <a:ln w="63500">
                  <a:solidFill>
                    <a:srgbClr val="9F9F9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23597" name="Oval 120">
                  <a:extLst>
                    <a:ext uri="{FF2B5EF4-FFF2-40B4-BE49-F238E27FC236}">
                      <a16:creationId xmlns:a16="http://schemas.microsoft.com/office/drawing/2014/main" id="{9B8A30F1-F66E-1D48-915E-2928913AC09E}"/>
                    </a:ext>
                  </a:extLst>
                </p:cNvPr>
                <p:cNvSpPr>
                  <a:spLocks noChangeArrowheads="1"/>
                </p:cNvSpPr>
                <p:nvPr/>
              </p:nvSpPr>
              <p:spPr bwMode="auto">
                <a:xfrm>
                  <a:off x="2181" y="1183"/>
                  <a:ext cx="1154" cy="1105"/>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23598" name="Oval 121">
                  <a:extLst>
                    <a:ext uri="{FF2B5EF4-FFF2-40B4-BE49-F238E27FC236}">
                      <a16:creationId xmlns:a16="http://schemas.microsoft.com/office/drawing/2014/main" id="{A064E282-5349-1D4A-AAF6-5BF7A107ECA7}"/>
                    </a:ext>
                  </a:extLst>
                </p:cNvPr>
                <p:cNvSpPr>
                  <a:spLocks noChangeArrowheads="1"/>
                </p:cNvSpPr>
                <p:nvPr/>
              </p:nvSpPr>
              <p:spPr bwMode="auto">
                <a:xfrm>
                  <a:off x="2213" y="1213"/>
                  <a:ext cx="1090" cy="1046"/>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grpSp>
        <p:grpSp>
          <p:nvGrpSpPr>
            <p:cNvPr id="23557" name="Group 122">
              <a:extLst>
                <a:ext uri="{FF2B5EF4-FFF2-40B4-BE49-F238E27FC236}">
                  <a16:creationId xmlns:a16="http://schemas.microsoft.com/office/drawing/2014/main" id="{69E85BD8-FC71-8949-9D06-F556588736FE}"/>
                </a:ext>
              </a:extLst>
            </p:cNvPr>
            <p:cNvGrpSpPr>
              <a:grpSpLocks/>
            </p:cNvGrpSpPr>
            <p:nvPr/>
          </p:nvGrpSpPr>
          <p:grpSpPr bwMode="auto">
            <a:xfrm>
              <a:off x="3008" y="2225"/>
              <a:ext cx="592" cy="924"/>
              <a:chOff x="3008" y="2225"/>
              <a:chExt cx="592" cy="924"/>
            </a:xfrm>
          </p:grpSpPr>
          <p:sp>
            <p:nvSpPr>
              <p:cNvPr id="23558" name="Freeform 123">
                <a:extLst>
                  <a:ext uri="{FF2B5EF4-FFF2-40B4-BE49-F238E27FC236}">
                    <a16:creationId xmlns:a16="http://schemas.microsoft.com/office/drawing/2014/main" id="{80E56091-3C0C-A841-8B68-06A3D4436F82}"/>
                  </a:ext>
                </a:extLst>
              </p:cNvPr>
              <p:cNvSpPr>
                <a:spLocks/>
              </p:cNvSpPr>
              <p:nvPr/>
            </p:nvSpPr>
            <p:spPr bwMode="auto">
              <a:xfrm>
                <a:off x="3013" y="2272"/>
                <a:ext cx="564" cy="808"/>
              </a:xfrm>
              <a:custGeom>
                <a:avLst/>
                <a:gdLst>
                  <a:gd name="T0" fmla="*/ 0 w 564"/>
                  <a:gd name="T1" fmla="*/ 60 h 808"/>
                  <a:gd name="T2" fmla="*/ 400 w 564"/>
                  <a:gd name="T3" fmla="*/ 808 h 808"/>
                  <a:gd name="T4" fmla="*/ 564 w 564"/>
                  <a:gd name="T5" fmla="*/ 725 h 808"/>
                  <a:gd name="T6" fmla="*/ 162 w 564"/>
                  <a:gd name="T7" fmla="*/ 0 h 808"/>
                  <a:gd name="T8" fmla="*/ 0 w 564"/>
                  <a:gd name="T9" fmla="*/ 60 h 808"/>
                  <a:gd name="T10" fmla="*/ 0 60000 65536"/>
                  <a:gd name="T11" fmla="*/ 0 60000 65536"/>
                  <a:gd name="T12" fmla="*/ 0 60000 65536"/>
                  <a:gd name="T13" fmla="*/ 0 60000 65536"/>
                  <a:gd name="T14" fmla="*/ 0 60000 65536"/>
                  <a:gd name="T15" fmla="*/ 0 w 564"/>
                  <a:gd name="T16" fmla="*/ 0 h 808"/>
                  <a:gd name="T17" fmla="*/ 564 w 564"/>
                  <a:gd name="T18" fmla="*/ 808 h 808"/>
                </a:gdLst>
                <a:ahLst/>
                <a:cxnLst>
                  <a:cxn ang="T10">
                    <a:pos x="T0" y="T1"/>
                  </a:cxn>
                  <a:cxn ang="T11">
                    <a:pos x="T2" y="T3"/>
                  </a:cxn>
                  <a:cxn ang="T12">
                    <a:pos x="T4" y="T5"/>
                  </a:cxn>
                  <a:cxn ang="T13">
                    <a:pos x="T6" y="T7"/>
                  </a:cxn>
                  <a:cxn ang="T14">
                    <a:pos x="T8" y="T9"/>
                  </a:cxn>
                </a:cxnLst>
                <a:rect l="T15" t="T16" r="T17" b="T18"/>
                <a:pathLst>
                  <a:path w="564" h="808">
                    <a:moveTo>
                      <a:pt x="0" y="60"/>
                    </a:moveTo>
                    <a:lnTo>
                      <a:pt x="400" y="808"/>
                    </a:lnTo>
                    <a:lnTo>
                      <a:pt x="564" y="725"/>
                    </a:lnTo>
                    <a:lnTo>
                      <a:pt x="162" y="0"/>
                    </a:lnTo>
                    <a:lnTo>
                      <a:pt x="0" y="60"/>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3559" name="Arc 124">
                <a:extLst>
                  <a:ext uri="{FF2B5EF4-FFF2-40B4-BE49-F238E27FC236}">
                    <a16:creationId xmlns:a16="http://schemas.microsoft.com/office/drawing/2014/main" id="{AD5C9502-E60A-B041-95E3-20F7369378D2}"/>
                  </a:ext>
                </a:extLst>
              </p:cNvPr>
              <p:cNvSpPr>
                <a:spLocks/>
              </p:cNvSpPr>
              <p:nvPr/>
            </p:nvSpPr>
            <p:spPr bwMode="auto">
              <a:xfrm>
                <a:off x="3010" y="2225"/>
                <a:ext cx="170" cy="105"/>
              </a:xfrm>
              <a:custGeom>
                <a:avLst/>
                <a:gdLst>
                  <a:gd name="T0" fmla="*/ 0 w 42152"/>
                  <a:gd name="T1" fmla="*/ 0 h 27693"/>
                  <a:gd name="T2" fmla="*/ 0 w 42152"/>
                  <a:gd name="T3" fmla="*/ 0 h 27693"/>
                  <a:gd name="T4" fmla="*/ 0 w 42152"/>
                  <a:gd name="T5" fmla="*/ 0 h 27693"/>
                  <a:gd name="T6" fmla="*/ 0 60000 65536"/>
                  <a:gd name="T7" fmla="*/ 0 60000 65536"/>
                  <a:gd name="T8" fmla="*/ 0 60000 65536"/>
                  <a:gd name="T9" fmla="*/ 0 w 42152"/>
                  <a:gd name="T10" fmla="*/ 0 h 27693"/>
                  <a:gd name="T11" fmla="*/ 42152 w 42152"/>
                  <a:gd name="T12" fmla="*/ 27693 h 27693"/>
                </a:gdLst>
                <a:ahLst/>
                <a:cxnLst>
                  <a:cxn ang="T6">
                    <a:pos x="T0" y="T1"/>
                  </a:cxn>
                  <a:cxn ang="T7">
                    <a:pos x="T2" y="T3"/>
                  </a:cxn>
                  <a:cxn ang="T8">
                    <a:pos x="T4" y="T5"/>
                  </a:cxn>
                </a:cxnLst>
                <a:rect l="T9" t="T10" r="T11" b="T12"/>
                <a:pathLst>
                  <a:path w="42152" h="27693" fill="none" extrusionOk="0">
                    <a:moveTo>
                      <a:pt x="877" y="27692"/>
                    </a:moveTo>
                    <a:cubicBezTo>
                      <a:pt x="295" y="25714"/>
                      <a:pt x="0" y="23662"/>
                      <a:pt x="0" y="21600"/>
                    </a:cubicBezTo>
                    <a:cubicBezTo>
                      <a:pt x="0" y="9670"/>
                      <a:pt x="9670" y="0"/>
                      <a:pt x="21600" y="0"/>
                    </a:cubicBezTo>
                    <a:cubicBezTo>
                      <a:pt x="30968" y="-1"/>
                      <a:pt x="39268" y="6038"/>
                      <a:pt x="42151" y="14952"/>
                    </a:cubicBezTo>
                  </a:path>
                  <a:path w="42152" h="27693" stroke="0" extrusionOk="0">
                    <a:moveTo>
                      <a:pt x="877" y="27692"/>
                    </a:moveTo>
                    <a:cubicBezTo>
                      <a:pt x="295" y="25714"/>
                      <a:pt x="0" y="23662"/>
                      <a:pt x="0" y="21600"/>
                    </a:cubicBezTo>
                    <a:cubicBezTo>
                      <a:pt x="0" y="9670"/>
                      <a:pt x="9670" y="0"/>
                      <a:pt x="21600" y="0"/>
                    </a:cubicBezTo>
                    <a:cubicBezTo>
                      <a:pt x="30968" y="-1"/>
                      <a:pt x="39268" y="6038"/>
                      <a:pt x="42151" y="14952"/>
                    </a:cubicBezTo>
                    <a:lnTo>
                      <a:pt x="21600" y="21600"/>
                    </a:lnTo>
                    <a:lnTo>
                      <a:pt x="877" y="27692"/>
                    </a:lnTo>
                    <a:close/>
                  </a:path>
                </a:pathLst>
              </a:custGeom>
              <a:solidFill>
                <a:srgbClr val="5F3F1F"/>
              </a:solidFill>
              <a:ln w="12700">
                <a:solidFill>
                  <a:srgbClr val="000000"/>
                </a:solidFill>
                <a:round/>
                <a:headEnd/>
                <a:tailEnd/>
              </a:ln>
            </p:spPr>
            <p:txBody>
              <a:bodyPr/>
              <a:lstStyle/>
              <a:p>
                <a:endParaRPr lang="pt-BR"/>
              </a:p>
            </p:txBody>
          </p:sp>
          <p:sp>
            <p:nvSpPr>
              <p:cNvPr id="23560" name="Arc 125">
                <a:extLst>
                  <a:ext uri="{FF2B5EF4-FFF2-40B4-BE49-F238E27FC236}">
                    <a16:creationId xmlns:a16="http://schemas.microsoft.com/office/drawing/2014/main" id="{46DE7677-4E01-7345-A967-405AB03813E3}"/>
                  </a:ext>
                </a:extLst>
              </p:cNvPr>
              <p:cNvSpPr>
                <a:spLocks/>
              </p:cNvSpPr>
              <p:nvPr/>
            </p:nvSpPr>
            <p:spPr bwMode="auto">
              <a:xfrm>
                <a:off x="3014" y="2236"/>
                <a:ext cx="172" cy="100"/>
              </a:xfrm>
              <a:custGeom>
                <a:avLst/>
                <a:gdLst>
                  <a:gd name="T0" fmla="*/ 0 w 42065"/>
                  <a:gd name="T1" fmla="*/ 0 h 24039"/>
                  <a:gd name="T2" fmla="*/ 0 w 42065"/>
                  <a:gd name="T3" fmla="*/ 0 h 24039"/>
                  <a:gd name="T4" fmla="*/ 0 w 42065"/>
                  <a:gd name="T5" fmla="*/ 0 h 24039"/>
                  <a:gd name="T6" fmla="*/ 0 60000 65536"/>
                  <a:gd name="T7" fmla="*/ 0 60000 65536"/>
                  <a:gd name="T8" fmla="*/ 0 60000 65536"/>
                  <a:gd name="T9" fmla="*/ 0 w 42065"/>
                  <a:gd name="T10" fmla="*/ 0 h 24039"/>
                  <a:gd name="T11" fmla="*/ 42065 w 42065"/>
                  <a:gd name="T12" fmla="*/ 24039 h 24039"/>
                </a:gdLst>
                <a:ahLst/>
                <a:cxnLst>
                  <a:cxn ang="T6">
                    <a:pos x="T0" y="T1"/>
                  </a:cxn>
                  <a:cxn ang="T7">
                    <a:pos x="T2" y="T3"/>
                  </a:cxn>
                  <a:cxn ang="T8">
                    <a:pos x="T4" y="T5"/>
                  </a:cxn>
                </a:cxnLst>
                <a:rect l="T9" t="T10" r="T11" b="T12"/>
                <a:pathLst>
                  <a:path w="42065" h="24039" fill="none" extrusionOk="0">
                    <a:moveTo>
                      <a:pt x="138" y="24038"/>
                    </a:moveTo>
                    <a:cubicBezTo>
                      <a:pt x="46" y="23229"/>
                      <a:pt x="0" y="22414"/>
                      <a:pt x="0" y="21600"/>
                    </a:cubicBezTo>
                    <a:cubicBezTo>
                      <a:pt x="0" y="9670"/>
                      <a:pt x="9670" y="0"/>
                      <a:pt x="21600" y="0"/>
                    </a:cubicBezTo>
                    <a:cubicBezTo>
                      <a:pt x="30866" y="-1"/>
                      <a:pt x="39100" y="5910"/>
                      <a:pt x="42064" y="14690"/>
                    </a:cubicBezTo>
                  </a:path>
                  <a:path w="42065" h="24039" stroke="0" extrusionOk="0">
                    <a:moveTo>
                      <a:pt x="138" y="24038"/>
                    </a:moveTo>
                    <a:cubicBezTo>
                      <a:pt x="46" y="23229"/>
                      <a:pt x="0" y="22414"/>
                      <a:pt x="0" y="21600"/>
                    </a:cubicBezTo>
                    <a:cubicBezTo>
                      <a:pt x="0" y="9670"/>
                      <a:pt x="9670" y="0"/>
                      <a:pt x="21600" y="0"/>
                    </a:cubicBezTo>
                    <a:cubicBezTo>
                      <a:pt x="30866" y="-1"/>
                      <a:pt x="39100" y="5910"/>
                      <a:pt x="42064" y="14690"/>
                    </a:cubicBezTo>
                    <a:lnTo>
                      <a:pt x="21600" y="21600"/>
                    </a:lnTo>
                    <a:lnTo>
                      <a:pt x="138" y="24038"/>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3561" name="Freeform 126">
                <a:extLst>
                  <a:ext uri="{FF2B5EF4-FFF2-40B4-BE49-F238E27FC236}">
                    <a16:creationId xmlns:a16="http://schemas.microsoft.com/office/drawing/2014/main" id="{2781FF4E-EF44-FE46-97AF-42139513EBDB}"/>
                  </a:ext>
                </a:extLst>
              </p:cNvPr>
              <p:cNvSpPr>
                <a:spLocks/>
              </p:cNvSpPr>
              <p:nvPr/>
            </p:nvSpPr>
            <p:spPr bwMode="auto">
              <a:xfrm>
                <a:off x="3008" y="2237"/>
                <a:ext cx="107" cy="207"/>
              </a:xfrm>
              <a:custGeom>
                <a:avLst/>
                <a:gdLst>
                  <a:gd name="T0" fmla="*/ 3 w 107"/>
                  <a:gd name="T1" fmla="*/ 96 h 207"/>
                  <a:gd name="T2" fmla="*/ 0 w 107"/>
                  <a:gd name="T3" fmla="*/ 82 h 207"/>
                  <a:gd name="T4" fmla="*/ 0 w 107"/>
                  <a:gd name="T5" fmla="*/ 69 h 207"/>
                  <a:gd name="T6" fmla="*/ 2 w 107"/>
                  <a:gd name="T7" fmla="*/ 58 h 207"/>
                  <a:gd name="T8" fmla="*/ 6 w 107"/>
                  <a:gd name="T9" fmla="*/ 42 h 207"/>
                  <a:gd name="T10" fmla="*/ 12 w 107"/>
                  <a:gd name="T11" fmla="*/ 29 h 207"/>
                  <a:gd name="T12" fmla="*/ 21 w 107"/>
                  <a:gd name="T13" fmla="*/ 17 h 207"/>
                  <a:gd name="T14" fmla="*/ 31 w 107"/>
                  <a:gd name="T15" fmla="*/ 7 h 207"/>
                  <a:gd name="T16" fmla="*/ 41 w 107"/>
                  <a:gd name="T17" fmla="*/ 0 h 207"/>
                  <a:gd name="T18" fmla="*/ 107 w 107"/>
                  <a:gd name="T19" fmla="*/ 112 h 207"/>
                  <a:gd name="T20" fmla="*/ 95 w 107"/>
                  <a:gd name="T21" fmla="*/ 119 h 207"/>
                  <a:gd name="T22" fmla="*/ 87 w 107"/>
                  <a:gd name="T23" fmla="*/ 127 h 207"/>
                  <a:gd name="T24" fmla="*/ 79 w 107"/>
                  <a:gd name="T25" fmla="*/ 135 h 207"/>
                  <a:gd name="T26" fmla="*/ 73 w 107"/>
                  <a:gd name="T27" fmla="*/ 145 h 207"/>
                  <a:gd name="T28" fmla="*/ 66 w 107"/>
                  <a:gd name="T29" fmla="*/ 163 h 207"/>
                  <a:gd name="T30" fmla="*/ 62 w 107"/>
                  <a:gd name="T31" fmla="*/ 187 h 207"/>
                  <a:gd name="T32" fmla="*/ 62 w 107"/>
                  <a:gd name="T33" fmla="*/ 207 h 207"/>
                  <a:gd name="T34" fmla="*/ 3 w 107"/>
                  <a:gd name="T35" fmla="*/ 96 h 20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7"/>
                  <a:gd name="T55" fmla="*/ 0 h 207"/>
                  <a:gd name="T56" fmla="*/ 107 w 107"/>
                  <a:gd name="T57" fmla="*/ 207 h 20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7" h="207">
                    <a:moveTo>
                      <a:pt x="3" y="96"/>
                    </a:moveTo>
                    <a:lnTo>
                      <a:pt x="0" y="82"/>
                    </a:lnTo>
                    <a:lnTo>
                      <a:pt x="0" y="69"/>
                    </a:lnTo>
                    <a:lnTo>
                      <a:pt x="2" y="58"/>
                    </a:lnTo>
                    <a:lnTo>
                      <a:pt x="6" y="42"/>
                    </a:lnTo>
                    <a:lnTo>
                      <a:pt x="12" y="29"/>
                    </a:lnTo>
                    <a:lnTo>
                      <a:pt x="21" y="17"/>
                    </a:lnTo>
                    <a:lnTo>
                      <a:pt x="31" y="7"/>
                    </a:lnTo>
                    <a:lnTo>
                      <a:pt x="41" y="0"/>
                    </a:lnTo>
                    <a:lnTo>
                      <a:pt x="107" y="112"/>
                    </a:lnTo>
                    <a:lnTo>
                      <a:pt x="95" y="119"/>
                    </a:lnTo>
                    <a:lnTo>
                      <a:pt x="87" y="127"/>
                    </a:lnTo>
                    <a:lnTo>
                      <a:pt x="79" y="135"/>
                    </a:lnTo>
                    <a:lnTo>
                      <a:pt x="73" y="145"/>
                    </a:lnTo>
                    <a:lnTo>
                      <a:pt x="66" y="163"/>
                    </a:lnTo>
                    <a:lnTo>
                      <a:pt x="62" y="187"/>
                    </a:lnTo>
                    <a:lnTo>
                      <a:pt x="62" y="207"/>
                    </a:lnTo>
                    <a:lnTo>
                      <a:pt x="3" y="96"/>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3562" name="Arc 127">
                <a:extLst>
                  <a:ext uri="{FF2B5EF4-FFF2-40B4-BE49-F238E27FC236}">
                    <a16:creationId xmlns:a16="http://schemas.microsoft.com/office/drawing/2014/main" id="{4FFC697B-B5B3-7E4F-B2F3-8E7D6EAC9A09}"/>
                  </a:ext>
                </a:extLst>
              </p:cNvPr>
              <p:cNvSpPr>
                <a:spLocks/>
              </p:cNvSpPr>
              <p:nvPr/>
            </p:nvSpPr>
            <p:spPr bwMode="auto">
              <a:xfrm>
                <a:off x="3009" y="2229"/>
                <a:ext cx="87" cy="99"/>
              </a:xfrm>
              <a:custGeom>
                <a:avLst/>
                <a:gdLst>
                  <a:gd name="T0" fmla="*/ 0 w 21600"/>
                  <a:gd name="T1" fmla="*/ 0 h 26092"/>
                  <a:gd name="T2" fmla="*/ 0 w 21600"/>
                  <a:gd name="T3" fmla="*/ 0 h 26092"/>
                  <a:gd name="T4" fmla="*/ 0 w 21600"/>
                  <a:gd name="T5" fmla="*/ 0 h 26092"/>
                  <a:gd name="T6" fmla="*/ 0 60000 65536"/>
                  <a:gd name="T7" fmla="*/ 0 60000 65536"/>
                  <a:gd name="T8" fmla="*/ 0 60000 65536"/>
                  <a:gd name="T9" fmla="*/ 0 w 21600"/>
                  <a:gd name="T10" fmla="*/ 0 h 26092"/>
                  <a:gd name="T11" fmla="*/ 21600 w 21600"/>
                  <a:gd name="T12" fmla="*/ 26092 h 26092"/>
                </a:gdLst>
                <a:ahLst/>
                <a:cxnLst>
                  <a:cxn ang="T6">
                    <a:pos x="T0" y="T1"/>
                  </a:cxn>
                  <a:cxn ang="T7">
                    <a:pos x="T2" y="T3"/>
                  </a:cxn>
                  <a:cxn ang="T8">
                    <a:pos x="T4" y="T5"/>
                  </a:cxn>
                </a:cxnLst>
                <a:rect l="T9" t="T10" r="T11" b="T12"/>
                <a:pathLst>
                  <a:path w="21600" h="26092" fill="none" extrusionOk="0">
                    <a:moveTo>
                      <a:pt x="806" y="26092"/>
                    </a:moveTo>
                    <a:cubicBezTo>
                      <a:pt x="271" y="24188"/>
                      <a:pt x="0" y="22221"/>
                      <a:pt x="0" y="20244"/>
                    </a:cubicBezTo>
                    <a:cubicBezTo>
                      <a:pt x="-1" y="11219"/>
                      <a:pt x="5610" y="3146"/>
                      <a:pt x="14067" y="-1"/>
                    </a:cubicBezTo>
                  </a:path>
                  <a:path w="21600" h="26092" stroke="0" extrusionOk="0">
                    <a:moveTo>
                      <a:pt x="806" y="26092"/>
                    </a:moveTo>
                    <a:cubicBezTo>
                      <a:pt x="271" y="24188"/>
                      <a:pt x="0" y="22221"/>
                      <a:pt x="0" y="20244"/>
                    </a:cubicBezTo>
                    <a:cubicBezTo>
                      <a:pt x="-1" y="11219"/>
                      <a:pt x="5610" y="3146"/>
                      <a:pt x="14067" y="-1"/>
                    </a:cubicBezTo>
                    <a:lnTo>
                      <a:pt x="21600" y="20244"/>
                    </a:lnTo>
                    <a:lnTo>
                      <a:pt x="806" y="26092"/>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23563" name="Arc 128">
                <a:extLst>
                  <a:ext uri="{FF2B5EF4-FFF2-40B4-BE49-F238E27FC236}">
                    <a16:creationId xmlns:a16="http://schemas.microsoft.com/office/drawing/2014/main" id="{40423C3F-0BE5-3243-BFB9-63836444AE5C}"/>
                  </a:ext>
                </a:extLst>
              </p:cNvPr>
              <p:cNvSpPr>
                <a:spLocks/>
              </p:cNvSpPr>
              <p:nvPr/>
            </p:nvSpPr>
            <p:spPr bwMode="auto">
              <a:xfrm>
                <a:off x="3072" y="2338"/>
                <a:ext cx="171" cy="103"/>
              </a:xfrm>
              <a:custGeom>
                <a:avLst/>
                <a:gdLst>
                  <a:gd name="T0" fmla="*/ 0 w 42293"/>
                  <a:gd name="T1" fmla="*/ 0 h 27167"/>
                  <a:gd name="T2" fmla="*/ 0 w 42293"/>
                  <a:gd name="T3" fmla="*/ 0 h 27167"/>
                  <a:gd name="T4" fmla="*/ 0 w 42293"/>
                  <a:gd name="T5" fmla="*/ 0 h 27167"/>
                  <a:gd name="T6" fmla="*/ 0 60000 65536"/>
                  <a:gd name="T7" fmla="*/ 0 60000 65536"/>
                  <a:gd name="T8" fmla="*/ 0 60000 65536"/>
                  <a:gd name="T9" fmla="*/ 0 w 42293"/>
                  <a:gd name="T10" fmla="*/ 0 h 27167"/>
                  <a:gd name="T11" fmla="*/ 42293 w 42293"/>
                  <a:gd name="T12" fmla="*/ 27167 h 27167"/>
                </a:gdLst>
                <a:ahLst/>
                <a:cxnLst>
                  <a:cxn ang="T6">
                    <a:pos x="T0" y="T1"/>
                  </a:cxn>
                  <a:cxn ang="T7">
                    <a:pos x="T2" y="T3"/>
                  </a:cxn>
                  <a:cxn ang="T8">
                    <a:pos x="T4" y="T5"/>
                  </a:cxn>
                </a:cxnLst>
                <a:rect l="T9" t="T10" r="T11" b="T12"/>
                <a:pathLst>
                  <a:path w="42293" h="27167" fill="none" extrusionOk="0">
                    <a:moveTo>
                      <a:pt x="729" y="27167"/>
                    </a:moveTo>
                    <a:cubicBezTo>
                      <a:pt x="245" y="25351"/>
                      <a:pt x="0" y="23479"/>
                      <a:pt x="0" y="21600"/>
                    </a:cubicBezTo>
                    <a:cubicBezTo>
                      <a:pt x="0" y="9670"/>
                      <a:pt x="9670" y="0"/>
                      <a:pt x="21600" y="0"/>
                    </a:cubicBezTo>
                    <a:cubicBezTo>
                      <a:pt x="31144" y="-1"/>
                      <a:pt x="39556" y="6263"/>
                      <a:pt x="42293" y="15406"/>
                    </a:cubicBezTo>
                  </a:path>
                  <a:path w="42293" h="27167" stroke="0" extrusionOk="0">
                    <a:moveTo>
                      <a:pt x="729" y="27167"/>
                    </a:moveTo>
                    <a:cubicBezTo>
                      <a:pt x="245" y="25351"/>
                      <a:pt x="0" y="23479"/>
                      <a:pt x="0" y="21600"/>
                    </a:cubicBezTo>
                    <a:cubicBezTo>
                      <a:pt x="0" y="9670"/>
                      <a:pt x="9670" y="0"/>
                      <a:pt x="21600" y="0"/>
                    </a:cubicBezTo>
                    <a:cubicBezTo>
                      <a:pt x="31144" y="-1"/>
                      <a:pt x="39556" y="6263"/>
                      <a:pt x="42293" y="15406"/>
                    </a:cubicBezTo>
                    <a:lnTo>
                      <a:pt x="21600" y="21600"/>
                    </a:lnTo>
                    <a:lnTo>
                      <a:pt x="729" y="27167"/>
                    </a:lnTo>
                    <a:close/>
                  </a:path>
                </a:pathLst>
              </a:custGeom>
              <a:solidFill>
                <a:srgbClr val="7F3F00"/>
              </a:solidFill>
              <a:ln w="12700">
                <a:solidFill>
                  <a:srgbClr val="000000"/>
                </a:solidFill>
                <a:round/>
                <a:headEnd/>
                <a:tailEnd/>
              </a:ln>
            </p:spPr>
            <p:txBody>
              <a:bodyPr/>
              <a:lstStyle/>
              <a:p>
                <a:endParaRPr lang="pt-BR"/>
              </a:p>
            </p:txBody>
          </p:sp>
          <p:grpSp>
            <p:nvGrpSpPr>
              <p:cNvPr id="23564" name="Group 129">
                <a:extLst>
                  <a:ext uri="{FF2B5EF4-FFF2-40B4-BE49-F238E27FC236}">
                    <a16:creationId xmlns:a16="http://schemas.microsoft.com/office/drawing/2014/main" id="{466ED6CA-9F0F-5045-8DCD-938CB37D6D8C}"/>
                  </a:ext>
                </a:extLst>
              </p:cNvPr>
              <p:cNvGrpSpPr>
                <a:grpSpLocks/>
              </p:cNvGrpSpPr>
              <p:nvPr/>
            </p:nvGrpSpPr>
            <p:grpSpPr bwMode="auto">
              <a:xfrm>
                <a:off x="3078" y="2354"/>
                <a:ext cx="182" cy="119"/>
                <a:chOff x="3078" y="2354"/>
                <a:chExt cx="182" cy="119"/>
              </a:xfrm>
            </p:grpSpPr>
            <p:grpSp>
              <p:nvGrpSpPr>
                <p:cNvPr id="23588" name="Group 130">
                  <a:extLst>
                    <a:ext uri="{FF2B5EF4-FFF2-40B4-BE49-F238E27FC236}">
                      <a16:creationId xmlns:a16="http://schemas.microsoft.com/office/drawing/2014/main" id="{0BB7B1BD-0702-8A4D-8173-5FD015454709}"/>
                    </a:ext>
                  </a:extLst>
                </p:cNvPr>
                <p:cNvGrpSpPr>
                  <a:grpSpLocks/>
                </p:cNvGrpSpPr>
                <p:nvPr/>
              </p:nvGrpSpPr>
              <p:grpSpPr bwMode="auto">
                <a:xfrm>
                  <a:off x="3078" y="2354"/>
                  <a:ext cx="173" cy="101"/>
                  <a:chOff x="3078" y="2354"/>
                  <a:chExt cx="173" cy="101"/>
                </a:xfrm>
              </p:grpSpPr>
              <p:sp>
                <p:nvSpPr>
                  <p:cNvPr id="23590" name="Arc 131">
                    <a:extLst>
                      <a:ext uri="{FF2B5EF4-FFF2-40B4-BE49-F238E27FC236}">
                        <a16:creationId xmlns:a16="http://schemas.microsoft.com/office/drawing/2014/main" id="{FAC06C7E-F331-6F48-800D-D014DDCBCBAD}"/>
                      </a:ext>
                    </a:extLst>
                  </p:cNvPr>
                  <p:cNvSpPr>
                    <a:spLocks/>
                  </p:cNvSpPr>
                  <p:nvPr/>
                </p:nvSpPr>
                <p:spPr bwMode="auto">
                  <a:xfrm>
                    <a:off x="3078" y="2354"/>
                    <a:ext cx="172" cy="100"/>
                  </a:xfrm>
                  <a:custGeom>
                    <a:avLst/>
                    <a:gdLst>
                      <a:gd name="T0" fmla="*/ 0 w 42520"/>
                      <a:gd name="T1" fmla="*/ 0 h 26361"/>
                      <a:gd name="T2" fmla="*/ 0 w 42520"/>
                      <a:gd name="T3" fmla="*/ 0 h 26361"/>
                      <a:gd name="T4" fmla="*/ 0 w 42520"/>
                      <a:gd name="T5" fmla="*/ 0 h 26361"/>
                      <a:gd name="T6" fmla="*/ 0 60000 65536"/>
                      <a:gd name="T7" fmla="*/ 0 60000 65536"/>
                      <a:gd name="T8" fmla="*/ 0 60000 65536"/>
                      <a:gd name="T9" fmla="*/ 0 w 42520"/>
                      <a:gd name="T10" fmla="*/ 0 h 26361"/>
                      <a:gd name="T11" fmla="*/ 42520 w 42520"/>
                      <a:gd name="T12" fmla="*/ 26361 h 26361"/>
                    </a:gdLst>
                    <a:ahLst/>
                    <a:cxnLst>
                      <a:cxn ang="T6">
                        <a:pos x="T0" y="T1"/>
                      </a:cxn>
                      <a:cxn ang="T7">
                        <a:pos x="T2" y="T3"/>
                      </a:cxn>
                      <a:cxn ang="T8">
                        <a:pos x="T4" y="T5"/>
                      </a:cxn>
                    </a:cxnLst>
                    <a:rect l="T9" t="T10" r="T11" b="T12"/>
                    <a:pathLst>
                      <a:path w="42520" h="26361" fill="none" extrusionOk="0">
                        <a:moveTo>
                          <a:pt x="531" y="26360"/>
                        </a:moveTo>
                        <a:cubicBezTo>
                          <a:pt x="178" y="24798"/>
                          <a:pt x="0" y="23201"/>
                          <a:pt x="0" y="21600"/>
                        </a:cubicBezTo>
                        <a:cubicBezTo>
                          <a:pt x="0" y="9670"/>
                          <a:pt x="9670" y="0"/>
                          <a:pt x="21600" y="0"/>
                        </a:cubicBezTo>
                        <a:cubicBezTo>
                          <a:pt x="31457" y="-1"/>
                          <a:pt x="40064" y="6673"/>
                          <a:pt x="42519" y="16221"/>
                        </a:cubicBezTo>
                      </a:path>
                      <a:path w="42520" h="26361" stroke="0" extrusionOk="0">
                        <a:moveTo>
                          <a:pt x="531" y="26360"/>
                        </a:moveTo>
                        <a:cubicBezTo>
                          <a:pt x="178" y="24798"/>
                          <a:pt x="0" y="23201"/>
                          <a:pt x="0" y="21600"/>
                        </a:cubicBezTo>
                        <a:cubicBezTo>
                          <a:pt x="0" y="9670"/>
                          <a:pt x="9670" y="0"/>
                          <a:pt x="21600" y="0"/>
                        </a:cubicBezTo>
                        <a:cubicBezTo>
                          <a:pt x="31457" y="-1"/>
                          <a:pt x="40064" y="6673"/>
                          <a:pt x="42519" y="16221"/>
                        </a:cubicBezTo>
                        <a:lnTo>
                          <a:pt x="21600" y="21600"/>
                        </a:lnTo>
                        <a:lnTo>
                          <a:pt x="531" y="26360"/>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3591" name="Arc 132">
                    <a:extLst>
                      <a:ext uri="{FF2B5EF4-FFF2-40B4-BE49-F238E27FC236}">
                        <a16:creationId xmlns:a16="http://schemas.microsoft.com/office/drawing/2014/main" id="{8286599D-46BA-2047-96F4-C59859A0B161}"/>
                      </a:ext>
                    </a:extLst>
                  </p:cNvPr>
                  <p:cNvSpPr>
                    <a:spLocks/>
                  </p:cNvSpPr>
                  <p:nvPr/>
                </p:nvSpPr>
                <p:spPr bwMode="auto">
                  <a:xfrm>
                    <a:off x="3078" y="2364"/>
                    <a:ext cx="88" cy="90"/>
                  </a:xfrm>
                  <a:custGeom>
                    <a:avLst/>
                    <a:gdLst>
                      <a:gd name="T0" fmla="*/ 0 w 21600"/>
                      <a:gd name="T1" fmla="*/ 0 h 23652"/>
                      <a:gd name="T2" fmla="*/ 0 w 21600"/>
                      <a:gd name="T3" fmla="*/ 0 h 23652"/>
                      <a:gd name="T4" fmla="*/ 0 w 21600"/>
                      <a:gd name="T5" fmla="*/ 0 h 23652"/>
                      <a:gd name="T6" fmla="*/ 0 60000 65536"/>
                      <a:gd name="T7" fmla="*/ 0 60000 65536"/>
                      <a:gd name="T8" fmla="*/ 0 60000 65536"/>
                      <a:gd name="T9" fmla="*/ 0 w 21600"/>
                      <a:gd name="T10" fmla="*/ 0 h 23652"/>
                      <a:gd name="T11" fmla="*/ 21600 w 21600"/>
                      <a:gd name="T12" fmla="*/ 23652 h 23652"/>
                    </a:gdLst>
                    <a:ahLst/>
                    <a:cxnLst>
                      <a:cxn ang="T6">
                        <a:pos x="T0" y="T1"/>
                      </a:cxn>
                      <a:cxn ang="T7">
                        <a:pos x="T2" y="T3"/>
                      </a:cxn>
                      <a:cxn ang="T8">
                        <a:pos x="T4" y="T5"/>
                      </a:cxn>
                    </a:cxnLst>
                    <a:rect l="T9" t="T10" r="T11" b="T12"/>
                    <a:pathLst>
                      <a:path w="21600" h="23652" fill="none" extrusionOk="0">
                        <a:moveTo>
                          <a:pt x="531" y="23651"/>
                        </a:moveTo>
                        <a:cubicBezTo>
                          <a:pt x="178" y="22089"/>
                          <a:pt x="0" y="20492"/>
                          <a:pt x="0" y="18891"/>
                        </a:cubicBezTo>
                        <a:cubicBezTo>
                          <a:pt x="-1" y="11039"/>
                          <a:pt x="4260" y="3806"/>
                          <a:pt x="11126" y="-1"/>
                        </a:cubicBezTo>
                      </a:path>
                      <a:path w="21600" h="23652" stroke="0" extrusionOk="0">
                        <a:moveTo>
                          <a:pt x="531" y="23651"/>
                        </a:moveTo>
                        <a:cubicBezTo>
                          <a:pt x="178" y="22089"/>
                          <a:pt x="0" y="20492"/>
                          <a:pt x="0" y="18891"/>
                        </a:cubicBezTo>
                        <a:cubicBezTo>
                          <a:pt x="-1" y="11039"/>
                          <a:pt x="4260" y="3806"/>
                          <a:pt x="11126" y="-1"/>
                        </a:cubicBezTo>
                        <a:lnTo>
                          <a:pt x="21600" y="18891"/>
                        </a:lnTo>
                        <a:lnTo>
                          <a:pt x="531" y="23651"/>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3592" name="Arc 133">
                    <a:extLst>
                      <a:ext uri="{FF2B5EF4-FFF2-40B4-BE49-F238E27FC236}">
                        <a16:creationId xmlns:a16="http://schemas.microsoft.com/office/drawing/2014/main" id="{61FFB2AE-0853-1745-8C6C-4D0C1484C5C0}"/>
                      </a:ext>
                    </a:extLst>
                  </p:cNvPr>
                  <p:cNvSpPr>
                    <a:spLocks/>
                  </p:cNvSpPr>
                  <p:nvPr/>
                </p:nvSpPr>
                <p:spPr bwMode="auto">
                  <a:xfrm>
                    <a:off x="3079" y="2354"/>
                    <a:ext cx="172" cy="101"/>
                  </a:xfrm>
                  <a:custGeom>
                    <a:avLst/>
                    <a:gdLst>
                      <a:gd name="T0" fmla="*/ 0 w 42453"/>
                      <a:gd name="T1" fmla="*/ 0 h 26668"/>
                      <a:gd name="T2" fmla="*/ 0 w 42453"/>
                      <a:gd name="T3" fmla="*/ 0 h 26668"/>
                      <a:gd name="T4" fmla="*/ 0 w 42453"/>
                      <a:gd name="T5" fmla="*/ 0 h 26668"/>
                      <a:gd name="T6" fmla="*/ 0 60000 65536"/>
                      <a:gd name="T7" fmla="*/ 0 60000 65536"/>
                      <a:gd name="T8" fmla="*/ 0 60000 65536"/>
                      <a:gd name="T9" fmla="*/ 0 w 42453"/>
                      <a:gd name="T10" fmla="*/ 0 h 26668"/>
                      <a:gd name="T11" fmla="*/ 42453 w 42453"/>
                      <a:gd name="T12" fmla="*/ 26668 h 26668"/>
                    </a:gdLst>
                    <a:ahLst/>
                    <a:cxnLst>
                      <a:cxn ang="T6">
                        <a:pos x="T0" y="T1"/>
                      </a:cxn>
                      <a:cxn ang="T7">
                        <a:pos x="T2" y="T3"/>
                      </a:cxn>
                      <a:cxn ang="T8">
                        <a:pos x="T4" y="T5"/>
                      </a:cxn>
                    </a:cxnLst>
                    <a:rect l="T9" t="T10" r="T11" b="T12"/>
                    <a:pathLst>
                      <a:path w="42453" h="26668" fill="none" extrusionOk="0">
                        <a:moveTo>
                          <a:pt x="602" y="26668"/>
                        </a:moveTo>
                        <a:cubicBezTo>
                          <a:pt x="202" y="25008"/>
                          <a:pt x="0" y="23307"/>
                          <a:pt x="0" y="21600"/>
                        </a:cubicBezTo>
                        <a:cubicBezTo>
                          <a:pt x="0" y="9670"/>
                          <a:pt x="9670" y="0"/>
                          <a:pt x="21600" y="0"/>
                        </a:cubicBezTo>
                        <a:cubicBezTo>
                          <a:pt x="31361" y="-1"/>
                          <a:pt x="39909" y="6546"/>
                          <a:pt x="42453" y="15969"/>
                        </a:cubicBezTo>
                      </a:path>
                      <a:path w="42453" h="26668" stroke="0" extrusionOk="0">
                        <a:moveTo>
                          <a:pt x="602" y="26668"/>
                        </a:moveTo>
                        <a:cubicBezTo>
                          <a:pt x="202" y="25008"/>
                          <a:pt x="0" y="23307"/>
                          <a:pt x="0" y="21600"/>
                        </a:cubicBezTo>
                        <a:cubicBezTo>
                          <a:pt x="0" y="9670"/>
                          <a:pt x="9670" y="0"/>
                          <a:pt x="21600" y="0"/>
                        </a:cubicBezTo>
                        <a:cubicBezTo>
                          <a:pt x="31361" y="-1"/>
                          <a:pt x="39909" y="6546"/>
                          <a:pt x="42453" y="15969"/>
                        </a:cubicBezTo>
                        <a:lnTo>
                          <a:pt x="21600" y="21600"/>
                        </a:lnTo>
                        <a:lnTo>
                          <a:pt x="602" y="26668"/>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grpSp>
            <p:sp>
              <p:nvSpPr>
                <p:cNvPr id="23589" name="Arc 134">
                  <a:extLst>
                    <a:ext uri="{FF2B5EF4-FFF2-40B4-BE49-F238E27FC236}">
                      <a16:creationId xmlns:a16="http://schemas.microsoft.com/office/drawing/2014/main" id="{777A84CE-C500-7344-B487-B3B06AF0144C}"/>
                    </a:ext>
                  </a:extLst>
                </p:cNvPr>
                <p:cNvSpPr>
                  <a:spLocks/>
                </p:cNvSpPr>
                <p:nvPr/>
              </p:nvSpPr>
              <p:spPr bwMode="auto">
                <a:xfrm>
                  <a:off x="3088" y="2372"/>
                  <a:ext cx="172" cy="101"/>
                </a:xfrm>
                <a:custGeom>
                  <a:avLst/>
                  <a:gdLst>
                    <a:gd name="T0" fmla="*/ 0 w 42453"/>
                    <a:gd name="T1" fmla="*/ 0 h 26668"/>
                    <a:gd name="T2" fmla="*/ 0 w 42453"/>
                    <a:gd name="T3" fmla="*/ 0 h 26668"/>
                    <a:gd name="T4" fmla="*/ 0 w 42453"/>
                    <a:gd name="T5" fmla="*/ 0 h 26668"/>
                    <a:gd name="T6" fmla="*/ 0 60000 65536"/>
                    <a:gd name="T7" fmla="*/ 0 60000 65536"/>
                    <a:gd name="T8" fmla="*/ 0 60000 65536"/>
                    <a:gd name="T9" fmla="*/ 0 w 42453"/>
                    <a:gd name="T10" fmla="*/ 0 h 26668"/>
                    <a:gd name="T11" fmla="*/ 42453 w 42453"/>
                    <a:gd name="T12" fmla="*/ 26668 h 26668"/>
                  </a:gdLst>
                  <a:ahLst/>
                  <a:cxnLst>
                    <a:cxn ang="T6">
                      <a:pos x="T0" y="T1"/>
                    </a:cxn>
                    <a:cxn ang="T7">
                      <a:pos x="T2" y="T3"/>
                    </a:cxn>
                    <a:cxn ang="T8">
                      <a:pos x="T4" y="T5"/>
                    </a:cxn>
                  </a:cxnLst>
                  <a:rect l="T9" t="T10" r="T11" b="T12"/>
                  <a:pathLst>
                    <a:path w="42453" h="26668" fill="none" extrusionOk="0">
                      <a:moveTo>
                        <a:pt x="602" y="26668"/>
                      </a:moveTo>
                      <a:cubicBezTo>
                        <a:pt x="202" y="25008"/>
                        <a:pt x="0" y="23307"/>
                        <a:pt x="0" y="21600"/>
                      </a:cubicBezTo>
                      <a:cubicBezTo>
                        <a:pt x="0" y="9670"/>
                        <a:pt x="9670" y="0"/>
                        <a:pt x="21600" y="0"/>
                      </a:cubicBezTo>
                      <a:cubicBezTo>
                        <a:pt x="31361" y="-1"/>
                        <a:pt x="39909" y="6546"/>
                        <a:pt x="42453" y="15969"/>
                      </a:cubicBezTo>
                    </a:path>
                    <a:path w="42453" h="26668" stroke="0" extrusionOk="0">
                      <a:moveTo>
                        <a:pt x="602" y="26668"/>
                      </a:moveTo>
                      <a:cubicBezTo>
                        <a:pt x="202" y="25008"/>
                        <a:pt x="0" y="23307"/>
                        <a:pt x="0" y="21600"/>
                      </a:cubicBezTo>
                      <a:cubicBezTo>
                        <a:pt x="0" y="9670"/>
                        <a:pt x="9670" y="0"/>
                        <a:pt x="21600" y="0"/>
                      </a:cubicBezTo>
                      <a:cubicBezTo>
                        <a:pt x="31361" y="-1"/>
                        <a:pt x="39909" y="6546"/>
                        <a:pt x="42453" y="15969"/>
                      </a:cubicBezTo>
                      <a:lnTo>
                        <a:pt x="21600" y="21600"/>
                      </a:lnTo>
                      <a:lnTo>
                        <a:pt x="602" y="26668"/>
                      </a:lnTo>
                      <a:close/>
                    </a:path>
                  </a:pathLst>
                </a:custGeom>
                <a:solidFill>
                  <a:srgbClr val="7F3F00"/>
                </a:solidFill>
                <a:ln w="12700">
                  <a:solidFill>
                    <a:srgbClr val="000000"/>
                  </a:solidFill>
                  <a:round/>
                  <a:headEnd/>
                  <a:tailEnd/>
                </a:ln>
              </p:spPr>
              <p:txBody>
                <a:bodyPr/>
                <a:lstStyle/>
                <a:p>
                  <a:endParaRPr lang="pt-BR"/>
                </a:p>
              </p:txBody>
            </p:sp>
          </p:grpSp>
          <p:grpSp>
            <p:nvGrpSpPr>
              <p:cNvPr id="23565" name="Group 135">
                <a:extLst>
                  <a:ext uri="{FF2B5EF4-FFF2-40B4-BE49-F238E27FC236}">
                    <a16:creationId xmlns:a16="http://schemas.microsoft.com/office/drawing/2014/main" id="{59C751AC-7BD8-2A4B-B94D-9DD0CB994E61}"/>
                  </a:ext>
                </a:extLst>
              </p:cNvPr>
              <p:cNvGrpSpPr>
                <a:grpSpLocks/>
              </p:cNvGrpSpPr>
              <p:nvPr/>
            </p:nvGrpSpPr>
            <p:grpSpPr bwMode="auto">
              <a:xfrm>
                <a:off x="3095" y="2388"/>
                <a:ext cx="182" cy="118"/>
                <a:chOff x="3095" y="2388"/>
                <a:chExt cx="182" cy="118"/>
              </a:xfrm>
            </p:grpSpPr>
            <p:grpSp>
              <p:nvGrpSpPr>
                <p:cNvPr id="23583" name="Group 136">
                  <a:extLst>
                    <a:ext uri="{FF2B5EF4-FFF2-40B4-BE49-F238E27FC236}">
                      <a16:creationId xmlns:a16="http://schemas.microsoft.com/office/drawing/2014/main" id="{EB3FDF4D-631D-7341-BB90-C218BCF8F08B}"/>
                    </a:ext>
                  </a:extLst>
                </p:cNvPr>
                <p:cNvGrpSpPr>
                  <a:grpSpLocks/>
                </p:cNvGrpSpPr>
                <p:nvPr/>
              </p:nvGrpSpPr>
              <p:grpSpPr bwMode="auto">
                <a:xfrm>
                  <a:off x="3095" y="2388"/>
                  <a:ext cx="173" cy="100"/>
                  <a:chOff x="3095" y="2388"/>
                  <a:chExt cx="173" cy="100"/>
                </a:xfrm>
              </p:grpSpPr>
              <p:sp>
                <p:nvSpPr>
                  <p:cNvPr id="23585" name="Arc 137">
                    <a:extLst>
                      <a:ext uri="{FF2B5EF4-FFF2-40B4-BE49-F238E27FC236}">
                        <a16:creationId xmlns:a16="http://schemas.microsoft.com/office/drawing/2014/main" id="{49CC48C9-C46F-5441-A206-A52B789146B9}"/>
                      </a:ext>
                    </a:extLst>
                  </p:cNvPr>
                  <p:cNvSpPr>
                    <a:spLocks/>
                  </p:cNvSpPr>
                  <p:nvPr/>
                </p:nvSpPr>
                <p:spPr bwMode="auto">
                  <a:xfrm>
                    <a:off x="3095" y="2388"/>
                    <a:ext cx="173" cy="99"/>
                  </a:xfrm>
                  <a:custGeom>
                    <a:avLst/>
                    <a:gdLst>
                      <a:gd name="T0" fmla="*/ 0 w 42583"/>
                      <a:gd name="T1" fmla="*/ 0 h 26108"/>
                      <a:gd name="T2" fmla="*/ 0 w 42583"/>
                      <a:gd name="T3" fmla="*/ 0 h 26108"/>
                      <a:gd name="T4" fmla="*/ 0 w 42583"/>
                      <a:gd name="T5" fmla="*/ 0 h 26108"/>
                      <a:gd name="T6" fmla="*/ 0 60000 65536"/>
                      <a:gd name="T7" fmla="*/ 0 60000 65536"/>
                      <a:gd name="T8" fmla="*/ 0 60000 65536"/>
                      <a:gd name="T9" fmla="*/ 0 w 42583"/>
                      <a:gd name="T10" fmla="*/ 0 h 26108"/>
                      <a:gd name="T11" fmla="*/ 42583 w 42583"/>
                      <a:gd name="T12" fmla="*/ 26108 h 26108"/>
                    </a:gdLst>
                    <a:ahLst/>
                    <a:cxnLst>
                      <a:cxn ang="T6">
                        <a:pos x="T0" y="T1"/>
                      </a:cxn>
                      <a:cxn ang="T7">
                        <a:pos x="T2" y="T3"/>
                      </a:cxn>
                      <a:cxn ang="T8">
                        <a:pos x="T4" y="T5"/>
                      </a:cxn>
                    </a:cxnLst>
                    <a:rect l="T9" t="T10" r="T11" b="T12"/>
                    <a:pathLst>
                      <a:path w="42583" h="26108" fill="none" extrusionOk="0">
                        <a:moveTo>
                          <a:pt x="475" y="26108"/>
                        </a:moveTo>
                        <a:cubicBezTo>
                          <a:pt x="159" y="24626"/>
                          <a:pt x="0" y="23115"/>
                          <a:pt x="0" y="21600"/>
                        </a:cubicBezTo>
                        <a:cubicBezTo>
                          <a:pt x="0" y="9670"/>
                          <a:pt x="9670" y="0"/>
                          <a:pt x="21600" y="0"/>
                        </a:cubicBezTo>
                        <a:cubicBezTo>
                          <a:pt x="31554" y="-1"/>
                          <a:pt x="40220" y="6803"/>
                          <a:pt x="42582" y="16474"/>
                        </a:cubicBezTo>
                      </a:path>
                      <a:path w="42583" h="26108" stroke="0" extrusionOk="0">
                        <a:moveTo>
                          <a:pt x="475" y="26108"/>
                        </a:moveTo>
                        <a:cubicBezTo>
                          <a:pt x="159" y="24626"/>
                          <a:pt x="0" y="23115"/>
                          <a:pt x="0" y="21600"/>
                        </a:cubicBezTo>
                        <a:cubicBezTo>
                          <a:pt x="0" y="9670"/>
                          <a:pt x="9670" y="0"/>
                          <a:pt x="21600" y="0"/>
                        </a:cubicBezTo>
                        <a:cubicBezTo>
                          <a:pt x="31554" y="-1"/>
                          <a:pt x="40220" y="6803"/>
                          <a:pt x="42582" y="16474"/>
                        </a:cubicBezTo>
                        <a:lnTo>
                          <a:pt x="21600" y="21600"/>
                        </a:lnTo>
                        <a:lnTo>
                          <a:pt x="475" y="26108"/>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3586" name="Arc 138">
                    <a:extLst>
                      <a:ext uri="{FF2B5EF4-FFF2-40B4-BE49-F238E27FC236}">
                        <a16:creationId xmlns:a16="http://schemas.microsoft.com/office/drawing/2014/main" id="{435430A1-7660-2642-A56A-5A8E9227477C}"/>
                      </a:ext>
                    </a:extLst>
                  </p:cNvPr>
                  <p:cNvSpPr>
                    <a:spLocks/>
                  </p:cNvSpPr>
                  <p:nvPr/>
                </p:nvSpPr>
                <p:spPr bwMode="auto">
                  <a:xfrm>
                    <a:off x="3095" y="2398"/>
                    <a:ext cx="88" cy="89"/>
                  </a:xfrm>
                  <a:custGeom>
                    <a:avLst/>
                    <a:gdLst>
                      <a:gd name="T0" fmla="*/ 0 w 21600"/>
                      <a:gd name="T1" fmla="*/ 0 h 23399"/>
                      <a:gd name="T2" fmla="*/ 0 w 21600"/>
                      <a:gd name="T3" fmla="*/ 0 h 23399"/>
                      <a:gd name="T4" fmla="*/ 0 w 21600"/>
                      <a:gd name="T5" fmla="*/ 0 h 23399"/>
                      <a:gd name="T6" fmla="*/ 0 60000 65536"/>
                      <a:gd name="T7" fmla="*/ 0 60000 65536"/>
                      <a:gd name="T8" fmla="*/ 0 60000 65536"/>
                      <a:gd name="T9" fmla="*/ 0 w 21600"/>
                      <a:gd name="T10" fmla="*/ 0 h 23399"/>
                      <a:gd name="T11" fmla="*/ 21600 w 21600"/>
                      <a:gd name="T12" fmla="*/ 23399 h 23399"/>
                    </a:gdLst>
                    <a:ahLst/>
                    <a:cxnLst>
                      <a:cxn ang="T6">
                        <a:pos x="T0" y="T1"/>
                      </a:cxn>
                      <a:cxn ang="T7">
                        <a:pos x="T2" y="T3"/>
                      </a:cxn>
                      <a:cxn ang="T8">
                        <a:pos x="T4" y="T5"/>
                      </a:cxn>
                    </a:cxnLst>
                    <a:rect l="T9" t="T10" r="T11" b="T12"/>
                    <a:pathLst>
                      <a:path w="21600" h="23399" fill="none" extrusionOk="0">
                        <a:moveTo>
                          <a:pt x="475" y="23399"/>
                        </a:moveTo>
                        <a:cubicBezTo>
                          <a:pt x="159" y="21917"/>
                          <a:pt x="0" y="20406"/>
                          <a:pt x="0" y="18891"/>
                        </a:cubicBezTo>
                        <a:cubicBezTo>
                          <a:pt x="-1" y="11039"/>
                          <a:pt x="4260" y="3806"/>
                          <a:pt x="11126" y="-1"/>
                        </a:cubicBezTo>
                      </a:path>
                      <a:path w="21600" h="23399" stroke="0" extrusionOk="0">
                        <a:moveTo>
                          <a:pt x="475" y="23399"/>
                        </a:moveTo>
                        <a:cubicBezTo>
                          <a:pt x="159" y="21917"/>
                          <a:pt x="0" y="20406"/>
                          <a:pt x="0" y="18891"/>
                        </a:cubicBezTo>
                        <a:cubicBezTo>
                          <a:pt x="-1" y="11039"/>
                          <a:pt x="4260" y="3806"/>
                          <a:pt x="11126" y="-1"/>
                        </a:cubicBezTo>
                        <a:lnTo>
                          <a:pt x="21600" y="18891"/>
                        </a:lnTo>
                        <a:lnTo>
                          <a:pt x="475" y="23399"/>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3587" name="Arc 139">
                    <a:extLst>
                      <a:ext uri="{FF2B5EF4-FFF2-40B4-BE49-F238E27FC236}">
                        <a16:creationId xmlns:a16="http://schemas.microsoft.com/office/drawing/2014/main" id="{FDE0B0CD-B2E9-1A49-85B9-F44F7368BA0A}"/>
                      </a:ext>
                    </a:extLst>
                  </p:cNvPr>
                  <p:cNvSpPr>
                    <a:spLocks/>
                  </p:cNvSpPr>
                  <p:nvPr/>
                </p:nvSpPr>
                <p:spPr bwMode="auto">
                  <a:xfrm>
                    <a:off x="3096" y="2388"/>
                    <a:ext cx="172" cy="100"/>
                  </a:xfrm>
                  <a:custGeom>
                    <a:avLst/>
                    <a:gdLst>
                      <a:gd name="T0" fmla="*/ 0 w 42520"/>
                      <a:gd name="T1" fmla="*/ 0 h 26361"/>
                      <a:gd name="T2" fmla="*/ 0 w 42520"/>
                      <a:gd name="T3" fmla="*/ 0 h 26361"/>
                      <a:gd name="T4" fmla="*/ 0 w 42520"/>
                      <a:gd name="T5" fmla="*/ 0 h 26361"/>
                      <a:gd name="T6" fmla="*/ 0 60000 65536"/>
                      <a:gd name="T7" fmla="*/ 0 60000 65536"/>
                      <a:gd name="T8" fmla="*/ 0 60000 65536"/>
                      <a:gd name="T9" fmla="*/ 0 w 42520"/>
                      <a:gd name="T10" fmla="*/ 0 h 26361"/>
                      <a:gd name="T11" fmla="*/ 42520 w 42520"/>
                      <a:gd name="T12" fmla="*/ 26361 h 26361"/>
                    </a:gdLst>
                    <a:ahLst/>
                    <a:cxnLst>
                      <a:cxn ang="T6">
                        <a:pos x="T0" y="T1"/>
                      </a:cxn>
                      <a:cxn ang="T7">
                        <a:pos x="T2" y="T3"/>
                      </a:cxn>
                      <a:cxn ang="T8">
                        <a:pos x="T4" y="T5"/>
                      </a:cxn>
                    </a:cxnLst>
                    <a:rect l="T9" t="T10" r="T11" b="T12"/>
                    <a:pathLst>
                      <a:path w="42520" h="26361" fill="none" extrusionOk="0">
                        <a:moveTo>
                          <a:pt x="531" y="26360"/>
                        </a:moveTo>
                        <a:cubicBezTo>
                          <a:pt x="178" y="24798"/>
                          <a:pt x="0" y="23201"/>
                          <a:pt x="0" y="21600"/>
                        </a:cubicBezTo>
                        <a:cubicBezTo>
                          <a:pt x="0" y="9670"/>
                          <a:pt x="9670" y="0"/>
                          <a:pt x="21600" y="0"/>
                        </a:cubicBezTo>
                        <a:cubicBezTo>
                          <a:pt x="31457" y="-1"/>
                          <a:pt x="40064" y="6673"/>
                          <a:pt x="42519" y="16221"/>
                        </a:cubicBezTo>
                      </a:path>
                      <a:path w="42520" h="26361" stroke="0" extrusionOk="0">
                        <a:moveTo>
                          <a:pt x="531" y="26360"/>
                        </a:moveTo>
                        <a:cubicBezTo>
                          <a:pt x="178" y="24798"/>
                          <a:pt x="0" y="23201"/>
                          <a:pt x="0" y="21600"/>
                        </a:cubicBezTo>
                        <a:cubicBezTo>
                          <a:pt x="0" y="9670"/>
                          <a:pt x="9670" y="0"/>
                          <a:pt x="21600" y="0"/>
                        </a:cubicBezTo>
                        <a:cubicBezTo>
                          <a:pt x="31457" y="-1"/>
                          <a:pt x="40064" y="6673"/>
                          <a:pt x="42519" y="16221"/>
                        </a:cubicBezTo>
                        <a:lnTo>
                          <a:pt x="21600" y="21600"/>
                        </a:lnTo>
                        <a:lnTo>
                          <a:pt x="531" y="2636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grpSp>
            <p:sp>
              <p:nvSpPr>
                <p:cNvPr id="23584" name="Arc 140">
                  <a:extLst>
                    <a:ext uri="{FF2B5EF4-FFF2-40B4-BE49-F238E27FC236}">
                      <a16:creationId xmlns:a16="http://schemas.microsoft.com/office/drawing/2014/main" id="{B7117E4F-1AF6-8149-979E-66BAC314D0A7}"/>
                    </a:ext>
                  </a:extLst>
                </p:cNvPr>
                <p:cNvSpPr>
                  <a:spLocks/>
                </p:cNvSpPr>
                <p:nvPr/>
              </p:nvSpPr>
              <p:spPr bwMode="auto">
                <a:xfrm>
                  <a:off x="3105" y="2406"/>
                  <a:ext cx="172" cy="100"/>
                </a:xfrm>
                <a:custGeom>
                  <a:avLst/>
                  <a:gdLst>
                    <a:gd name="T0" fmla="*/ 0 w 42520"/>
                    <a:gd name="T1" fmla="*/ 0 h 26361"/>
                    <a:gd name="T2" fmla="*/ 0 w 42520"/>
                    <a:gd name="T3" fmla="*/ 0 h 26361"/>
                    <a:gd name="T4" fmla="*/ 0 w 42520"/>
                    <a:gd name="T5" fmla="*/ 0 h 26361"/>
                    <a:gd name="T6" fmla="*/ 0 60000 65536"/>
                    <a:gd name="T7" fmla="*/ 0 60000 65536"/>
                    <a:gd name="T8" fmla="*/ 0 60000 65536"/>
                    <a:gd name="T9" fmla="*/ 0 w 42520"/>
                    <a:gd name="T10" fmla="*/ 0 h 26361"/>
                    <a:gd name="T11" fmla="*/ 42520 w 42520"/>
                    <a:gd name="T12" fmla="*/ 26361 h 26361"/>
                  </a:gdLst>
                  <a:ahLst/>
                  <a:cxnLst>
                    <a:cxn ang="T6">
                      <a:pos x="T0" y="T1"/>
                    </a:cxn>
                    <a:cxn ang="T7">
                      <a:pos x="T2" y="T3"/>
                    </a:cxn>
                    <a:cxn ang="T8">
                      <a:pos x="T4" y="T5"/>
                    </a:cxn>
                  </a:cxnLst>
                  <a:rect l="T9" t="T10" r="T11" b="T12"/>
                  <a:pathLst>
                    <a:path w="42520" h="26361" fill="none" extrusionOk="0">
                      <a:moveTo>
                        <a:pt x="531" y="26360"/>
                      </a:moveTo>
                      <a:cubicBezTo>
                        <a:pt x="178" y="24798"/>
                        <a:pt x="0" y="23201"/>
                        <a:pt x="0" y="21600"/>
                      </a:cubicBezTo>
                      <a:cubicBezTo>
                        <a:pt x="0" y="9670"/>
                        <a:pt x="9670" y="0"/>
                        <a:pt x="21600" y="0"/>
                      </a:cubicBezTo>
                      <a:cubicBezTo>
                        <a:pt x="31457" y="-1"/>
                        <a:pt x="40064" y="6673"/>
                        <a:pt x="42519" y="16221"/>
                      </a:cubicBezTo>
                    </a:path>
                    <a:path w="42520" h="26361" stroke="0" extrusionOk="0">
                      <a:moveTo>
                        <a:pt x="531" y="26360"/>
                      </a:moveTo>
                      <a:cubicBezTo>
                        <a:pt x="178" y="24798"/>
                        <a:pt x="0" y="23201"/>
                        <a:pt x="0" y="21600"/>
                      </a:cubicBezTo>
                      <a:cubicBezTo>
                        <a:pt x="0" y="9670"/>
                        <a:pt x="9670" y="0"/>
                        <a:pt x="21600" y="0"/>
                      </a:cubicBezTo>
                      <a:cubicBezTo>
                        <a:pt x="31457" y="-1"/>
                        <a:pt x="40064" y="6673"/>
                        <a:pt x="42519" y="16221"/>
                      </a:cubicBezTo>
                      <a:lnTo>
                        <a:pt x="21600" y="21600"/>
                      </a:lnTo>
                      <a:lnTo>
                        <a:pt x="531" y="26360"/>
                      </a:lnTo>
                      <a:close/>
                    </a:path>
                  </a:pathLst>
                </a:custGeom>
                <a:solidFill>
                  <a:srgbClr val="7F3F00"/>
                </a:solidFill>
                <a:ln w="12700">
                  <a:solidFill>
                    <a:srgbClr val="000000"/>
                  </a:solidFill>
                  <a:round/>
                  <a:headEnd/>
                  <a:tailEnd/>
                </a:ln>
              </p:spPr>
              <p:txBody>
                <a:bodyPr/>
                <a:lstStyle/>
                <a:p>
                  <a:endParaRPr lang="pt-BR"/>
                </a:p>
              </p:txBody>
            </p:sp>
          </p:grpSp>
          <p:grpSp>
            <p:nvGrpSpPr>
              <p:cNvPr id="23566" name="Group 141">
                <a:extLst>
                  <a:ext uri="{FF2B5EF4-FFF2-40B4-BE49-F238E27FC236}">
                    <a16:creationId xmlns:a16="http://schemas.microsoft.com/office/drawing/2014/main" id="{8A3997DE-4A0B-654E-82FF-DA3E3D2898B8}"/>
                  </a:ext>
                </a:extLst>
              </p:cNvPr>
              <p:cNvGrpSpPr>
                <a:grpSpLocks/>
              </p:cNvGrpSpPr>
              <p:nvPr/>
            </p:nvGrpSpPr>
            <p:grpSpPr bwMode="auto">
              <a:xfrm>
                <a:off x="3113" y="2420"/>
                <a:ext cx="173" cy="98"/>
                <a:chOff x="3113" y="2420"/>
                <a:chExt cx="173" cy="98"/>
              </a:xfrm>
            </p:grpSpPr>
            <p:sp>
              <p:nvSpPr>
                <p:cNvPr id="23581" name="Arc 142">
                  <a:extLst>
                    <a:ext uri="{FF2B5EF4-FFF2-40B4-BE49-F238E27FC236}">
                      <a16:creationId xmlns:a16="http://schemas.microsoft.com/office/drawing/2014/main" id="{0B46F830-117A-9D4A-B49D-3D4898DAA30F}"/>
                    </a:ext>
                  </a:extLst>
                </p:cNvPr>
                <p:cNvSpPr>
                  <a:spLocks/>
                </p:cNvSpPr>
                <p:nvPr/>
              </p:nvSpPr>
              <p:spPr bwMode="auto">
                <a:xfrm>
                  <a:off x="3113" y="2420"/>
                  <a:ext cx="173" cy="98"/>
                </a:xfrm>
                <a:custGeom>
                  <a:avLst/>
                  <a:gdLst>
                    <a:gd name="T0" fmla="*/ 0 w 42657"/>
                    <a:gd name="T1" fmla="*/ 0 h 25854"/>
                    <a:gd name="T2" fmla="*/ 0 w 42657"/>
                    <a:gd name="T3" fmla="*/ 0 h 25854"/>
                    <a:gd name="T4" fmla="*/ 0 w 42657"/>
                    <a:gd name="T5" fmla="*/ 0 h 25854"/>
                    <a:gd name="T6" fmla="*/ 0 60000 65536"/>
                    <a:gd name="T7" fmla="*/ 0 60000 65536"/>
                    <a:gd name="T8" fmla="*/ 0 60000 65536"/>
                    <a:gd name="T9" fmla="*/ 0 w 42657"/>
                    <a:gd name="T10" fmla="*/ 0 h 25854"/>
                    <a:gd name="T11" fmla="*/ 42657 w 42657"/>
                    <a:gd name="T12" fmla="*/ 25854 h 25854"/>
                  </a:gdLst>
                  <a:ahLst/>
                  <a:cxnLst>
                    <a:cxn ang="T6">
                      <a:pos x="T0" y="T1"/>
                    </a:cxn>
                    <a:cxn ang="T7">
                      <a:pos x="T2" y="T3"/>
                    </a:cxn>
                    <a:cxn ang="T8">
                      <a:pos x="T4" y="T5"/>
                    </a:cxn>
                  </a:cxnLst>
                  <a:rect l="T9" t="T10" r="T11" b="T12"/>
                  <a:pathLst>
                    <a:path w="42657" h="25854" fill="none" extrusionOk="0">
                      <a:moveTo>
                        <a:pt x="423" y="25853"/>
                      </a:moveTo>
                      <a:cubicBezTo>
                        <a:pt x="141" y="24453"/>
                        <a:pt x="0" y="23028"/>
                        <a:pt x="0" y="21600"/>
                      </a:cubicBezTo>
                      <a:cubicBezTo>
                        <a:pt x="0" y="9670"/>
                        <a:pt x="9670" y="0"/>
                        <a:pt x="21600" y="0"/>
                      </a:cubicBezTo>
                      <a:cubicBezTo>
                        <a:pt x="31674" y="-1"/>
                        <a:pt x="40410" y="6964"/>
                        <a:pt x="42656" y="16785"/>
                      </a:cubicBezTo>
                    </a:path>
                    <a:path w="42657" h="25854" stroke="0" extrusionOk="0">
                      <a:moveTo>
                        <a:pt x="423" y="25853"/>
                      </a:moveTo>
                      <a:cubicBezTo>
                        <a:pt x="141" y="24453"/>
                        <a:pt x="0" y="23028"/>
                        <a:pt x="0" y="21600"/>
                      </a:cubicBezTo>
                      <a:cubicBezTo>
                        <a:pt x="0" y="9670"/>
                        <a:pt x="9670" y="0"/>
                        <a:pt x="21600" y="0"/>
                      </a:cubicBezTo>
                      <a:cubicBezTo>
                        <a:pt x="31674" y="-1"/>
                        <a:pt x="40410" y="6964"/>
                        <a:pt x="42656" y="16785"/>
                      </a:cubicBezTo>
                      <a:lnTo>
                        <a:pt x="21600" y="21600"/>
                      </a:lnTo>
                      <a:lnTo>
                        <a:pt x="423" y="25853"/>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3582" name="Arc 143">
                  <a:extLst>
                    <a:ext uri="{FF2B5EF4-FFF2-40B4-BE49-F238E27FC236}">
                      <a16:creationId xmlns:a16="http://schemas.microsoft.com/office/drawing/2014/main" id="{D5F20C9C-91B0-2240-A98D-B9C330571FBF}"/>
                    </a:ext>
                  </a:extLst>
                </p:cNvPr>
                <p:cNvSpPr>
                  <a:spLocks/>
                </p:cNvSpPr>
                <p:nvPr/>
              </p:nvSpPr>
              <p:spPr bwMode="auto">
                <a:xfrm>
                  <a:off x="3113" y="2430"/>
                  <a:ext cx="88" cy="88"/>
                </a:xfrm>
                <a:custGeom>
                  <a:avLst/>
                  <a:gdLst>
                    <a:gd name="T0" fmla="*/ 0 w 21600"/>
                    <a:gd name="T1" fmla="*/ 0 h 23145"/>
                    <a:gd name="T2" fmla="*/ 0 w 21600"/>
                    <a:gd name="T3" fmla="*/ 0 h 23145"/>
                    <a:gd name="T4" fmla="*/ 0 w 21600"/>
                    <a:gd name="T5" fmla="*/ 0 h 23145"/>
                    <a:gd name="T6" fmla="*/ 0 60000 65536"/>
                    <a:gd name="T7" fmla="*/ 0 60000 65536"/>
                    <a:gd name="T8" fmla="*/ 0 60000 65536"/>
                    <a:gd name="T9" fmla="*/ 0 w 21600"/>
                    <a:gd name="T10" fmla="*/ 0 h 23145"/>
                    <a:gd name="T11" fmla="*/ 21600 w 21600"/>
                    <a:gd name="T12" fmla="*/ 23145 h 23145"/>
                  </a:gdLst>
                  <a:ahLst/>
                  <a:cxnLst>
                    <a:cxn ang="T6">
                      <a:pos x="T0" y="T1"/>
                    </a:cxn>
                    <a:cxn ang="T7">
                      <a:pos x="T2" y="T3"/>
                    </a:cxn>
                    <a:cxn ang="T8">
                      <a:pos x="T4" y="T5"/>
                    </a:cxn>
                  </a:cxnLst>
                  <a:rect l="T9" t="T10" r="T11" b="T12"/>
                  <a:pathLst>
                    <a:path w="21600" h="23145" fill="none" extrusionOk="0">
                      <a:moveTo>
                        <a:pt x="423" y="23144"/>
                      </a:moveTo>
                      <a:cubicBezTo>
                        <a:pt x="141" y="21744"/>
                        <a:pt x="0" y="20319"/>
                        <a:pt x="0" y="18891"/>
                      </a:cubicBezTo>
                      <a:cubicBezTo>
                        <a:pt x="-1" y="11039"/>
                        <a:pt x="4260" y="3806"/>
                        <a:pt x="11126" y="-1"/>
                      </a:cubicBezTo>
                    </a:path>
                    <a:path w="21600" h="23145" stroke="0" extrusionOk="0">
                      <a:moveTo>
                        <a:pt x="423" y="23144"/>
                      </a:moveTo>
                      <a:cubicBezTo>
                        <a:pt x="141" y="21744"/>
                        <a:pt x="0" y="20319"/>
                        <a:pt x="0" y="18891"/>
                      </a:cubicBezTo>
                      <a:cubicBezTo>
                        <a:pt x="-1" y="11039"/>
                        <a:pt x="4260" y="3806"/>
                        <a:pt x="11126" y="-1"/>
                      </a:cubicBezTo>
                      <a:lnTo>
                        <a:pt x="21600" y="18891"/>
                      </a:lnTo>
                      <a:lnTo>
                        <a:pt x="423" y="23144"/>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grpSp>
            <p:nvGrpSpPr>
              <p:cNvPr id="23567" name="Group 144">
                <a:extLst>
                  <a:ext uri="{FF2B5EF4-FFF2-40B4-BE49-F238E27FC236}">
                    <a16:creationId xmlns:a16="http://schemas.microsoft.com/office/drawing/2014/main" id="{E7E5C46F-DAF6-3048-BB7D-7836FC264765}"/>
                  </a:ext>
                </a:extLst>
              </p:cNvPr>
              <p:cNvGrpSpPr>
                <a:grpSpLocks/>
              </p:cNvGrpSpPr>
              <p:nvPr/>
            </p:nvGrpSpPr>
            <p:grpSpPr bwMode="auto">
              <a:xfrm>
                <a:off x="3114" y="2420"/>
                <a:ext cx="182" cy="117"/>
                <a:chOff x="3114" y="2420"/>
                <a:chExt cx="182" cy="117"/>
              </a:xfrm>
            </p:grpSpPr>
            <p:sp>
              <p:nvSpPr>
                <p:cNvPr id="23579" name="Arc 145">
                  <a:extLst>
                    <a:ext uri="{FF2B5EF4-FFF2-40B4-BE49-F238E27FC236}">
                      <a16:creationId xmlns:a16="http://schemas.microsoft.com/office/drawing/2014/main" id="{73191D3D-28FD-2649-9FD7-B623E3BC45B9}"/>
                    </a:ext>
                  </a:extLst>
                </p:cNvPr>
                <p:cNvSpPr>
                  <a:spLocks/>
                </p:cNvSpPr>
                <p:nvPr/>
              </p:nvSpPr>
              <p:spPr bwMode="auto">
                <a:xfrm>
                  <a:off x="3114" y="2420"/>
                  <a:ext cx="173" cy="99"/>
                </a:xfrm>
                <a:custGeom>
                  <a:avLst/>
                  <a:gdLst>
                    <a:gd name="T0" fmla="*/ 0 w 42583"/>
                    <a:gd name="T1" fmla="*/ 0 h 26108"/>
                    <a:gd name="T2" fmla="*/ 0 w 42583"/>
                    <a:gd name="T3" fmla="*/ 0 h 26108"/>
                    <a:gd name="T4" fmla="*/ 0 w 42583"/>
                    <a:gd name="T5" fmla="*/ 0 h 26108"/>
                    <a:gd name="T6" fmla="*/ 0 60000 65536"/>
                    <a:gd name="T7" fmla="*/ 0 60000 65536"/>
                    <a:gd name="T8" fmla="*/ 0 60000 65536"/>
                    <a:gd name="T9" fmla="*/ 0 w 42583"/>
                    <a:gd name="T10" fmla="*/ 0 h 26108"/>
                    <a:gd name="T11" fmla="*/ 42583 w 42583"/>
                    <a:gd name="T12" fmla="*/ 26108 h 26108"/>
                  </a:gdLst>
                  <a:ahLst/>
                  <a:cxnLst>
                    <a:cxn ang="T6">
                      <a:pos x="T0" y="T1"/>
                    </a:cxn>
                    <a:cxn ang="T7">
                      <a:pos x="T2" y="T3"/>
                    </a:cxn>
                    <a:cxn ang="T8">
                      <a:pos x="T4" y="T5"/>
                    </a:cxn>
                  </a:cxnLst>
                  <a:rect l="T9" t="T10" r="T11" b="T12"/>
                  <a:pathLst>
                    <a:path w="42583" h="26108" fill="none" extrusionOk="0">
                      <a:moveTo>
                        <a:pt x="475" y="26108"/>
                      </a:moveTo>
                      <a:cubicBezTo>
                        <a:pt x="159" y="24626"/>
                        <a:pt x="0" y="23115"/>
                        <a:pt x="0" y="21600"/>
                      </a:cubicBezTo>
                      <a:cubicBezTo>
                        <a:pt x="0" y="9670"/>
                        <a:pt x="9670" y="0"/>
                        <a:pt x="21600" y="0"/>
                      </a:cubicBezTo>
                      <a:cubicBezTo>
                        <a:pt x="31554" y="-1"/>
                        <a:pt x="40220" y="6803"/>
                        <a:pt x="42582" y="16474"/>
                      </a:cubicBezTo>
                    </a:path>
                    <a:path w="42583" h="26108" stroke="0" extrusionOk="0">
                      <a:moveTo>
                        <a:pt x="475" y="26108"/>
                      </a:moveTo>
                      <a:cubicBezTo>
                        <a:pt x="159" y="24626"/>
                        <a:pt x="0" y="23115"/>
                        <a:pt x="0" y="21600"/>
                      </a:cubicBezTo>
                      <a:cubicBezTo>
                        <a:pt x="0" y="9670"/>
                        <a:pt x="9670" y="0"/>
                        <a:pt x="21600" y="0"/>
                      </a:cubicBezTo>
                      <a:cubicBezTo>
                        <a:pt x="31554" y="-1"/>
                        <a:pt x="40220" y="6803"/>
                        <a:pt x="42582" y="16474"/>
                      </a:cubicBezTo>
                      <a:lnTo>
                        <a:pt x="21600" y="21600"/>
                      </a:lnTo>
                      <a:lnTo>
                        <a:pt x="475" y="26108"/>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23580" name="Arc 146">
                  <a:extLst>
                    <a:ext uri="{FF2B5EF4-FFF2-40B4-BE49-F238E27FC236}">
                      <a16:creationId xmlns:a16="http://schemas.microsoft.com/office/drawing/2014/main" id="{AA350505-40CF-3A4F-B299-7B25FE9EBF8A}"/>
                    </a:ext>
                  </a:extLst>
                </p:cNvPr>
                <p:cNvSpPr>
                  <a:spLocks/>
                </p:cNvSpPr>
                <p:nvPr/>
              </p:nvSpPr>
              <p:spPr bwMode="auto">
                <a:xfrm>
                  <a:off x="3123" y="2438"/>
                  <a:ext cx="173" cy="99"/>
                </a:xfrm>
                <a:custGeom>
                  <a:avLst/>
                  <a:gdLst>
                    <a:gd name="T0" fmla="*/ 0 w 42583"/>
                    <a:gd name="T1" fmla="*/ 0 h 26108"/>
                    <a:gd name="T2" fmla="*/ 0 w 42583"/>
                    <a:gd name="T3" fmla="*/ 0 h 26108"/>
                    <a:gd name="T4" fmla="*/ 0 w 42583"/>
                    <a:gd name="T5" fmla="*/ 0 h 26108"/>
                    <a:gd name="T6" fmla="*/ 0 60000 65536"/>
                    <a:gd name="T7" fmla="*/ 0 60000 65536"/>
                    <a:gd name="T8" fmla="*/ 0 60000 65536"/>
                    <a:gd name="T9" fmla="*/ 0 w 42583"/>
                    <a:gd name="T10" fmla="*/ 0 h 26108"/>
                    <a:gd name="T11" fmla="*/ 42583 w 42583"/>
                    <a:gd name="T12" fmla="*/ 26108 h 26108"/>
                  </a:gdLst>
                  <a:ahLst/>
                  <a:cxnLst>
                    <a:cxn ang="T6">
                      <a:pos x="T0" y="T1"/>
                    </a:cxn>
                    <a:cxn ang="T7">
                      <a:pos x="T2" y="T3"/>
                    </a:cxn>
                    <a:cxn ang="T8">
                      <a:pos x="T4" y="T5"/>
                    </a:cxn>
                  </a:cxnLst>
                  <a:rect l="T9" t="T10" r="T11" b="T12"/>
                  <a:pathLst>
                    <a:path w="42583" h="26108" fill="none" extrusionOk="0">
                      <a:moveTo>
                        <a:pt x="475" y="26108"/>
                      </a:moveTo>
                      <a:cubicBezTo>
                        <a:pt x="159" y="24626"/>
                        <a:pt x="0" y="23115"/>
                        <a:pt x="0" y="21600"/>
                      </a:cubicBezTo>
                      <a:cubicBezTo>
                        <a:pt x="0" y="9670"/>
                        <a:pt x="9670" y="0"/>
                        <a:pt x="21600" y="0"/>
                      </a:cubicBezTo>
                      <a:cubicBezTo>
                        <a:pt x="31554" y="-1"/>
                        <a:pt x="40220" y="6803"/>
                        <a:pt x="42582" y="16474"/>
                      </a:cubicBezTo>
                    </a:path>
                    <a:path w="42583" h="26108" stroke="0" extrusionOk="0">
                      <a:moveTo>
                        <a:pt x="475" y="26108"/>
                      </a:moveTo>
                      <a:cubicBezTo>
                        <a:pt x="159" y="24626"/>
                        <a:pt x="0" y="23115"/>
                        <a:pt x="0" y="21600"/>
                      </a:cubicBezTo>
                      <a:cubicBezTo>
                        <a:pt x="0" y="9670"/>
                        <a:pt x="9670" y="0"/>
                        <a:pt x="21600" y="0"/>
                      </a:cubicBezTo>
                      <a:cubicBezTo>
                        <a:pt x="31554" y="-1"/>
                        <a:pt x="40220" y="6803"/>
                        <a:pt x="42582" y="16474"/>
                      </a:cubicBezTo>
                      <a:lnTo>
                        <a:pt x="21600" y="21600"/>
                      </a:lnTo>
                      <a:lnTo>
                        <a:pt x="475" y="26108"/>
                      </a:lnTo>
                      <a:close/>
                    </a:path>
                  </a:pathLst>
                </a:custGeom>
                <a:solidFill>
                  <a:srgbClr val="7F3F00"/>
                </a:solidFill>
                <a:ln w="12700">
                  <a:solidFill>
                    <a:srgbClr val="000000"/>
                  </a:solidFill>
                  <a:round/>
                  <a:headEnd/>
                  <a:tailEnd/>
                </a:ln>
              </p:spPr>
              <p:txBody>
                <a:bodyPr/>
                <a:lstStyle/>
                <a:p>
                  <a:endParaRPr lang="pt-BR"/>
                </a:p>
              </p:txBody>
            </p:sp>
          </p:grpSp>
          <p:grpSp>
            <p:nvGrpSpPr>
              <p:cNvPr id="23568" name="Group 147">
                <a:extLst>
                  <a:ext uri="{FF2B5EF4-FFF2-40B4-BE49-F238E27FC236}">
                    <a16:creationId xmlns:a16="http://schemas.microsoft.com/office/drawing/2014/main" id="{76F31085-864C-6D45-B89A-EF766AD8E839}"/>
                  </a:ext>
                </a:extLst>
              </p:cNvPr>
              <p:cNvGrpSpPr>
                <a:grpSpLocks/>
              </p:cNvGrpSpPr>
              <p:nvPr/>
            </p:nvGrpSpPr>
            <p:grpSpPr bwMode="auto">
              <a:xfrm>
                <a:off x="3014" y="2275"/>
                <a:ext cx="565" cy="811"/>
                <a:chOff x="3014" y="2275"/>
                <a:chExt cx="565" cy="811"/>
              </a:xfrm>
            </p:grpSpPr>
            <p:sp>
              <p:nvSpPr>
                <p:cNvPr id="23577" name="Line 148">
                  <a:extLst>
                    <a:ext uri="{FF2B5EF4-FFF2-40B4-BE49-F238E27FC236}">
                      <a16:creationId xmlns:a16="http://schemas.microsoft.com/office/drawing/2014/main" id="{6B7F9659-9860-A049-9690-0F951805A842}"/>
                    </a:ext>
                  </a:extLst>
                </p:cNvPr>
                <p:cNvSpPr>
                  <a:spLocks noChangeShapeType="1"/>
                </p:cNvSpPr>
                <p:nvPr/>
              </p:nvSpPr>
              <p:spPr bwMode="auto">
                <a:xfrm>
                  <a:off x="3178" y="2275"/>
                  <a:ext cx="401" cy="72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23578" name="Line 149">
                  <a:extLst>
                    <a:ext uri="{FF2B5EF4-FFF2-40B4-BE49-F238E27FC236}">
                      <a16:creationId xmlns:a16="http://schemas.microsoft.com/office/drawing/2014/main" id="{B1F45C20-6304-A141-8B4F-30D6A5728088}"/>
                    </a:ext>
                  </a:extLst>
                </p:cNvPr>
                <p:cNvSpPr>
                  <a:spLocks noChangeShapeType="1"/>
                </p:cNvSpPr>
                <p:nvPr/>
              </p:nvSpPr>
              <p:spPr bwMode="auto">
                <a:xfrm>
                  <a:off x="3014" y="2333"/>
                  <a:ext cx="402" cy="75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grpSp>
          <p:grpSp>
            <p:nvGrpSpPr>
              <p:cNvPr id="23569" name="Group 150">
                <a:extLst>
                  <a:ext uri="{FF2B5EF4-FFF2-40B4-BE49-F238E27FC236}">
                    <a16:creationId xmlns:a16="http://schemas.microsoft.com/office/drawing/2014/main" id="{A62089B7-7742-D948-A970-DC4A6BFB7B2C}"/>
                  </a:ext>
                </a:extLst>
              </p:cNvPr>
              <p:cNvGrpSpPr>
                <a:grpSpLocks/>
              </p:cNvGrpSpPr>
              <p:nvPr/>
            </p:nvGrpSpPr>
            <p:grpSpPr bwMode="auto">
              <a:xfrm>
                <a:off x="3131" y="2452"/>
                <a:ext cx="181" cy="116"/>
                <a:chOff x="3131" y="2452"/>
                <a:chExt cx="181" cy="116"/>
              </a:xfrm>
            </p:grpSpPr>
            <p:grpSp>
              <p:nvGrpSpPr>
                <p:cNvPr id="23572" name="Group 151">
                  <a:extLst>
                    <a:ext uri="{FF2B5EF4-FFF2-40B4-BE49-F238E27FC236}">
                      <a16:creationId xmlns:a16="http://schemas.microsoft.com/office/drawing/2014/main" id="{46CDDB0E-3540-3046-A4AD-98CD623462C9}"/>
                    </a:ext>
                  </a:extLst>
                </p:cNvPr>
                <p:cNvGrpSpPr>
                  <a:grpSpLocks/>
                </p:cNvGrpSpPr>
                <p:nvPr/>
              </p:nvGrpSpPr>
              <p:grpSpPr bwMode="auto">
                <a:xfrm>
                  <a:off x="3131" y="2452"/>
                  <a:ext cx="173" cy="97"/>
                  <a:chOff x="3131" y="2452"/>
                  <a:chExt cx="173" cy="97"/>
                </a:xfrm>
              </p:grpSpPr>
              <p:sp>
                <p:nvSpPr>
                  <p:cNvPr id="23575" name="Arc 152">
                    <a:extLst>
                      <a:ext uri="{FF2B5EF4-FFF2-40B4-BE49-F238E27FC236}">
                        <a16:creationId xmlns:a16="http://schemas.microsoft.com/office/drawing/2014/main" id="{E868E5CA-0EDA-D242-8658-F7E60B21471A}"/>
                      </a:ext>
                    </a:extLst>
                  </p:cNvPr>
                  <p:cNvSpPr>
                    <a:spLocks/>
                  </p:cNvSpPr>
                  <p:nvPr/>
                </p:nvSpPr>
                <p:spPr bwMode="auto">
                  <a:xfrm>
                    <a:off x="3131" y="2452"/>
                    <a:ext cx="173" cy="97"/>
                  </a:xfrm>
                  <a:custGeom>
                    <a:avLst/>
                    <a:gdLst>
                      <a:gd name="T0" fmla="*/ 0 w 42713"/>
                      <a:gd name="T1" fmla="*/ 0 h 25597"/>
                      <a:gd name="T2" fmla="*/ 0 w 42713"/>
                      <a:gd name="T3" fmla="*/ 0 h 25597"/>
                      <a:gd name="T4" fmla="*/ 0 w 42713"/>
                      <a:gd name="T5" fmla="*/ 0 h 25597"/>
                      <a:gd name="T6" fmla="*/ 0 60000 65536"/>
                      <a:gd name="T7" fmla="*/ 0 60000 65536"/>
                      <a:gd name="T8" fmla="*/ 0 60000 65536"/>
                      <a:gd name="T9" fmla="*/ 0 w 42713"/>
                      <a:gd name="T10" fmla="*/ 0 h 25597"/>
                      <a:gd name="T11" fmla="*/ 42713 w 42713"/>
                      <a:gd name="T12" fmla="*/ 25597 h 25597"/>
                    </a:gdLst>
                    <a:ahLst/>
                    <a:cxnLst>
                      <a:cxn ang="T6">
                        <a:pos x="T0" y="T1"/>
                      </a:cxn>
                      <a:cxn ang="T7">
                        <a:pos x="T2" y="T3"/>
                      </a:cxn>
                      <a:cxn ang="T8">
                        <a:pos x="T4" y="T5"/>
                      </a:cxn>
                    </a:cxnLst>
                    <a:rect l="T9" t="T10" r="T11" b="T12"/>
                    <a:pathLst>
                      <a:path w="42713" h="25597" fill="none" extrusionOk="0">
                        <a:moveTo>
                          <a:pt x="373" y="25596"/>
                        </a:moveTo>
                        <a:cubicBezTo>
                          <a:pt x="124" y="24279"/>
                          <a:pt x="0" y="22941"/>
                          <a:pt x="0" y="21600"/>
                        </a:cubicBezTo>
                        <a:cubicBezTo>
                          <a:pt x="0" y="9670"/>
                          <a:pt x="9670" y="0"/>
                          <a:pt x="21600" y="0"/>
                        </a:cubicBezTo>
                        <a:cubicBezTo>
                          <a:pt x="31772" y="-1"/>
                          <a:pt x="40565" y="7097"/>
                          <a:pt x="42713" y="17039"/>
                        </a:cubicBezTo>
                      </a:path>
                      <a:path w="42713" h="25597" stroke="0" extrusionOk="0">
                        <a:moveTo>
                          <a:pt x="373" y="25596"/>
                        </a:moveTo>
                        <a:cubicBezTo>
                          <a:pt x="124" y="24279"/>
                          <a:pt x="0" y="22941"/>
                          <a:pt x="0" y="21600"/>
                        </a:cubicBezTo>
                        <a:cubicBezTo>
                          <a:pt x="0" y="9670"/>
                          <a:pt x="9670" y="0"/>
                          <a:pt x="21600" y="0"/>
                        </a:cubicBezTo>
                        <a:cubicBezTo>
                          <a:pt x="31772" y="-1"/>
                          <a:pt x="40565" y="7097"/>
                          <a:pt x="42713" y="17039"/>
                        </a:cubicBezTo>
                        <a:lnTo>
                          <a:pt x="21600" y="21600"/>
                        </a:lnTo>
                        <a:lnTo>
                          <a:pt x="373" y="25596"/>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3576" name="Arc 153">
                    <a:extLst>
                      <a:ext uri="{FF2B5EF4-FFF2-40B4-BE49-F238E27FC236}">
                        <a16:creationId xmlns:a16="http://schemas.microsoft.com/office/drawing/2014/main" id="{0ECE9291-A313-AC4D-BF26-503F6E648A1F}"/>
                      </a:ext>
                    </a:extLst>
                  </p:cNvPr>
                  <p:cNvSpPr>
                    <a:spLocks/>
                  </p:cNvSpPr>
                  <p:nvPr/>
                </p:nvSpPr>
                <p:spPr bwMode="auto">
                  <a:xfrm>
                    <a:off x="3131" y="2462"/>
                    <a:ext cx="88" cy="87"/>
                  </a:xfrm>
                  <a:custGeom>
                    <a:avLst/>
                    <a:gdLst>
                      <a:gd name="T0" fmla="*/ 0 w 21600"/>
                      <a:gd name="T1" fmla="*/ 0 h 22888"/>
                      <a:gd name="T2" fmla="*/ 0 w 21600"/>
                      <a:gd name="T3" fmla="*/ 0 h 22888"/>
                      <a:gd name="T4" fmla="*/ 0 w 21600"/>
                      <a:gd name="T5" fmla="*/ 0 h 22888"/>
                      <a:gd name="T6" fmla="*/ 0 60000 65536"/>
                      <a:gd name="T7" fmla="*/ 0 60000 65536"/>
                      <a:gd name="T8" fmla="*/ 0 60000 65536"/>
                      <a:gd name="T9" fmla="*/ 0 w 21600"/>
                      <a:gd name="T10" fmla="*/ 0 h 22888"/>
                      <a:gd name="T11" fmla="*/ 21600 w 21600"/>
                      <a:gd name="T12" fmla="*/ 22888 h 22888"/>
                    </a:gdLst>
                    <a:ahLst/>
                    <a:cxnLst>
                      <a:cxn ang="T6">
                        <a:pos x="T0" y="T1"/>
                      </a:cxn>
                      <a:cxn ang="T7">
                        <a:pos x="T2" y="T3"/>
                      </a:cxn>
                      <a:cxn ang="T8">
                        <a:pos x="T4" y="T5"/>
                      </a:cxn>
                    </a:cxnLst>
                    <a:rect l="T9" t="T10" r="T11" b="T12"/>
                    <a:pathLst>
                      <a:path w="21600" h="22888" fill="none" extrusionOk="0">
                        <a:moveTo>
                          <a:pt x="373" y="22887"/>
                        </a:moveTo>
                        <a:cubicBezTo>
                          <a:pt x="124" y="21570"/>
                          <a:pt x="0" y="20232"/>
                          <a:pt x="0" y="18891"/>
                        </a:cubicBezTo>
                        <a:cubicBezTo>
                          <a:pt x="-1" y="11039"/>
                          <a:pt x="4260" y="3806"/>
                          <a:pt x="11126" y="-1"/>
                        </a:cubicBezTo>
                      </a:path>
                      <a:path w="21600" h="22888" stroke="0" extrusionOk="0">
                        <a:moveTo>
                          <a:pt x="373" y="22887"/>
                        </a:moveTo>
                        <a:cubicBezTo>
                          <a:pt x="124" y="21570"/>
                          <a:pt x="0" y="20232"/>
                          <a:pt x="0" y="18891"/>
                        </a:cubicBezTo>
                        <a:cubicBezTo>
                          <a:pt x="-1" y="11039"/>
                          <a:pt x="4260" y="3806"/>
                          <a:pt x="11126" y="-1"/>
                        </a:cubicBezTo>
                        <a:lnTo>
                          <a:pt x="21600" y="18891"/>
                        </a:lnTo>
                        <a:lnTo>
                          <a:pt x="373" y="22887"/>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sp>
              <p:nvSpPr>
                <p:cNvPr id="23573" name="Arc 154">
                  <a:extLst>
                    <a:ext uri="{FF2B5EF4-FFF2-40B4-BE49-F238E27FC236}">
                      <a16:creationId xmlns:a16="http://schemas.microsoft.com/office/drawing/2014/main" id="{93A44BBA-55B7-7F40-8597-F4FB262E0867}"/>
                    </a:ext>
                  </a:extLst>
                </p:cNvPr>
                <p:cNvSpPr>
                  <a:spLocks/>
                </p:cNvSpPr>
                <p:nvPr/>
              </p:nvSpPr>
              <p:spPr bwMode="auto">
                <a:xfrm>
                  <a:off x="3132" y="2452"/>
                  <a:ext cx="173" cy="98"/>
                </a:xfrm>
                <a:custGeom>
                  <a:avLst/>
                  <a:gdLst>
                    <a:gd name="T0" fmla="*/ 0 w 42657"/>
                    <a:gd name="T1" fmla="*/ 0 h 25854"/>
                    <a:gd name="T2" fmla="*/ 0 w 42657"/>
                    <a:gd name="T3" fmla="*/ 0 h 25854"/>
                    <a:gd name="T4" fmla="*/ 0 w 42657"/>
                    <a:gd name="T5" fmla="*/ 0 h 25854"/>
                    <a:gd name="T6" fmla="*/ 0 60000 65536"/>
                    <a:gd name="T7" fmla="*/ 0 60000 65536"/>
                    <a:gd name="T8" fmla="*/ 0 60000 65536"/>
                    <a:gd name="T9" fmla="*/ 0 w 42657"/>
                    <a:gd name="T10" fmla="*/ 0 h 25854"/>
                    <a:gd name="T11" fmla="*/ 42657 w 42657"/>
                    <a:gd name="T12" fmla="*/ 25854 h 25854"/>
                  </a:gdLst>
                  <a:ahLst/>
                  <a:cxnLst>
                    <a:cxn ang="T6">
                      <a:pos x="T0" y="T1"/>
                    </a:cxn>
                    <a:cxn ang="T7">
                      <a:pos x="T2" y="T3"/>
                    </a:cxn>
                    <a:cxn ang="T8">
                      <a:pos x="T4" y="T5"/>
                    </a:cxn>
                  </a:cxnLst>
                  <a:rect l="T9" t="T10" r="T11" b="T12"/>
                  <a:pathLst>
                    <a:path w="42657" h="25854" fill="none" extrusionOk="0">
                      <a:moveTo>
                        <a:pt x="423" y="25853"/>
                      </a:moveTo>
                      <a:cubicBezTo>
                        <a:pt x="141" y="24453"/>
                        <a:pt x="0" y="23028"/>
                        <a:pt x="0" y="21600"/>
                      </a:cubicBezTo>
                      <a:cubicBezTo>
                        <a:pt x="0" y="9670"/>
                        <a:pt x="9670" y="0"/>
                        <a:pt x="21600" y="0"/>
                      </a:cubicBezTo>
                      <a:cubicBezTo>
                        <a:pt x="31674" y="-1"/>
                        <a:pt x="40410" y="6964"/>
                        <a:pt x="42656" y="16785"/>
                      </a:cubicBezTo>
                    </a:path>
                    <a:path w="42657" h="25854" stroke="0" extrusionOk="0">
                      <a:moveTo>
                        <a:pt x="423" y="25853"/>
                      </a:moveTo>
                      <a:cubicBezTo>
                        <a:pt x="141" y="24453"/>
                        <a:pt x="0" y="23028"/>
                        <a:pt x="0" y="21600"/>
                      </a:cubicBezTo>
                      <a:cubicBezTo>
                        <a:pt x="0" y="9670"/>
                        <a:pt x="9670" y="0"/>
                        <a:pt x="21600" y="0"/>
                      </a:cubicBezTo>
                      <a:cubicBezTo>
                        <a:pt x="31674" y="-1"/>
                        <a:pt x="40410" y="6964"/>
                        <a:pt x="42656" y="16785"/>
                      </a:cubicBezTo>
                      <a:lnTo>
                        <a:pt x="21600" y="21600"/>
                      </a:lnTo>
                      <a:lnTo>
                        <a:pt x="423" y="25853"/>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23574" name="Arc 155">
                  <a:extLst>
                    <a:ext uri="{FF2B5EF4-FFF2-40B4-BE49-F238E27FC236}">
                      <a16:creationId xmlns:a16="http://schemas.microsoft.com/office/drawing/2014/main" id="{E4C6AB86-3447-B444-89A7-1AB57EE66973}"/>
                    </a:ext>
                  </a:extLst>
                </p:cNvPr>
                <p:cNvSpPr>
                  <a:spLocks/>
                </p:cNvSpPr>
                <p:nvPr/>
              </p:nvSpPr>
              <p:spPr bwMode="auto">
                <a:xfrm>
                  <a:off x="3140" y="2467"/>
                  <a:ext cx="172" cy="101"/>
                </a:xfrm>
                <a:custGeom>
                  <a:avLst/>
                  <a:gdLst>
                    <a:gd name="T0" fmla="*/ 0 w 42453"/>
                    <a:gd name="T1" fmla="*/ 0 h 26668"/>
                    <a:gd name="T2" fmla="*/ 0 w 42453"/>
                    <a:gd name="T3" fmla="*/ 0 h 26668"/>
                    <a:gd name="T4" fmla="*/ 0 w 42453"/>
                    <a:gd name="T5" fmla="*/ 0 h 26668"/>
                    <a:gd name="T6" fmla="*/ 0 60000 65536"/>
                    <a:gd name="T7" fmla="*/ 0 60000 65536"/>
                    <a:gd name="T8" fmla="*/ 0 60000 65536"/>
                    <a:gd name="T9" fmla="*/ 0 w 42453"/>
                    <a:gd name="T10" fmla="*/ 0 h 26668"/>
                    <a:gd name="T11" fmla="*/ 42453 w 42453"/>
                    <a:gd name="T12" fmla="*/ 26668 h 26668"/>
                  </a:gdLst>
                  <a:ahLst/>
                  <a:cxnLst>
                    <a:cxn ang="T6">
                      <a:pos x="T0" y="T1"/>
                    </a:cxn>
                    <a:cxn ang="T7">
                      <a:pos x="T2" y="T3"/>
                    </a:cxn>
                    <a:cxn ang="T8">
                      <a:pos x="T4" y="T5"/>
                    </a:cxn>
                  </a:cxnLst>
                  <a:rect l="T9" t="T10" r="T11" b="T12"/>
                  <a:pathLst>
                    <a:path w="42453" h="26668" fill="none" extrusionOk="0">
                      <a:moveTo>
                        <a:pt x="602" y="26668"/>
                      </a:moveTo>
                      <a:cubicBezTo>
                        <a:pt x="202" y="25008"/>
                        <a:pt x="0" y="23307"/>
                        <a:pt x="0" y="21600"/>
                      </a:cubicBezTo>
                      <a:cubicBezTo>
                        <a:pt x="0" y="9670"/>
                        <a:pt x="9670" y="0"/>
                        <a:pt x="21600" y="0"/>
                      </a:cubicBezTo>
                      <a:cubicBezTo>
                        <a:pt x="31361" y="-1"/>
                        <a:pt x="39909" y="6546"/>
                        <a:pt x="42453" y="15969"/>
                      </a:cubicBezTo>
                    </a:path>
                    <a:path w="42453" h="26668" stroke="0" extrusionOk="0">
                      <a:moveTo>
                        <a:pt x="602" y="26668"/>
                      </a:moveTo>
                      <a:cubicBezTo>
                        <a:pt x="202" y="25008"/>
                        <a:pt x="0" y="23307"/>
                        <a:pt x="0" y="21600"/>
                      </a:cubicBezTo>
                      <a:cubicBezTo>
                        <a:pt x="0" y="9670"/>
                        <a:pt x="9670" y="0"/>
                        <a:pt x="21600" y="0"/>
                      </a:cubicBezTo>
                      <a:cubicBezTo>
                        <a:pt x="31361" y="-1"/>
                        <a:pt x="39909" y="6546"/>
                        <a:pt x="42453" y="15969"/>
                      </a:cubicBezTo>
                      <a:lnTo>
                        <a:pt x="21600" y="21600"/>
                      </a:lnTo>
                      <a:lnTo>
                        <a:pt x="602" y="26668"/>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sp>
            <p:nvSpPr>
              <p:cNvPr id="23570" name="Freeform 156">
                <a:extLst>
                  <a:ext uri="{FF2B5EF4-FFF2-40B4-BE49-F238E27FC236}">
                    <a16:creationId xmlns:a16="http://schemas.microsoft.com/office/drawing/2014/main" id="{18D11781-1CA0-C948-9003-AD1BE3389684}"/>
                  </a:ext>
                </a:extLst>
              </p:cNvPr>
              <p:cNvSpPr>
                <a:spLocks/>
              </p:cNvSpPr>
              <p:nvPr/>
            </p:nvSpPr>
            <p:spPr bwMode="auto">
              <a:xfrm>
                <a:off x="3136" y="2471"/>
                <a:ext cx="348" cy="597"/>
              </a:xfrm>
              <a:custGeom>
                <a:avLst/>
                <a:gdLst>
                  <a:gd name="T0" fmla="*/ 44 w 348"/>
                  <a:gd name="T1" fmla="*/ 0 h 597"/>
                  <a:gd name="T2" fmla="*/ 31 w 348"/>
                  <a:gd name="T3" fmla="*/ 8 h 597"/>
                  <a:gd name="T4" fmla="*/ 21 w 348"/>
                  <a:gd name="T5" fmla="*/ 16 h 597"/>
                  <a:gd name="T6" fmla="*/ 12 w 348"/>
                  <a:gd name="T7" fmla="*/ 26 h 597"/>
                  <a:gd name="T8" fmla="*/ 8 w 348"/>
                  <a:gd name="T9" fmla="*/ 36 h 597"/>
                  <a:gd name="T10" fmla="*/ 4 w 348"/>
                  <a:gd name="T11" fmla="*/ 47 h 597"/>
                  <a:gd name="T12" fmla="*/ 1 w 348"/>
                  <a:gd name="T13" fmla="*/ 58 h 597"/>
                  <a:gd name="T14" fmla="*/ 0 w 348"/>
                  <a:gd name="T15" fmla="*/ 71 h 597"/>
                  <a:gd name="T16" fmla="*/ 0 w 348"/>
                  <a:gd name="T17" fmla="*/ 86 h 597"/>
                  <a:gd name="T18" fmla="*/ 270 w 348"/>
                  <a:gd name="T19" fmla="*/ 597 h 597"/>
                  <a:gd name="T20" fmla="*/ 348 w 348"/>
                  <a:gd name="T21" fmla="*/ 543 h 597"/>
                  <a:gd name="T22" fmla="*/ 44 w 348"/>
                  <a:gd name="T23" fmla="*/ 0 h 59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8"/>
                  <a:gd name="T37" fmla="*/ 0 h 597"/>
                  <a:gd name="T38" fmla="*/ 348 w 348"/>
                  <a:gd name="T39" fmla="*/ 597 h 59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8" h="597">
                    <a:moveTo>
                      <a:pt x="44" y="0"/>
                    </a:moveTo>
                    <a:lnTo>
                      <a:pt x="31" y="8"/>
                    </a:lnTo>
                    <a:lnTo>
                      <a:pt x="21" y="16"/>
                    </a:lnTo>
                    <a:lnTo>
                      <a:pt x="12" y="26"/>
                    </a:lnTo>
                    <a:lnTo>
                      <a:pt x="8" y="36"/>
                    </a:lnTo>
                    <a:lnTo>
                      <a:pt x="4" y="47"/>
                    </a:lnTo>
                    <a:lnTo>
                      <a:pt x="1" y="58"/>
                    </a:lnTo>
                    <a:lnTo>
                      <a:pt x="0" y="71"/>
                    </a:lnTo>
                    <a:lnTo>
                      <a:pt x="0" y="86"/>
                    </a:lnTo>
                    <a:lnTo>
                      <a:pt x="270" y="597"/>
                    </a:lnTo>
                    <a:lnTo>
                      <a:pt x="348" y="543"/>
                    </a:lnTo>
                    <a:lnTo>
                      <a:pt x="44" y="0"/>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3571" name="Oval 157">
                <a:extLst>
                  <a:ext uri="{FF2B5EF4-FFF2-40B4-BE49-F238E27FC236}">
                    <a16:creationId xmlns:a16="http://schemas.microsoft.com/office/drawing/2014/main" id="{D5B08CC7-D1E6-4C47-B645-4DA8A73C2935}"/>
                  </a:ext>
                </a:extLst>
              </p:cNvPr>
              <p:cNvSpPr>
                <a:spLocks noChangeArrowheads="1"/>
              </p:cNvSpPr>
              <p:nvPr/>
            </p:nvSpPr>
            <p:spPr bwMode="auto">
              <a:xfrm>
                <a:off x="3410" y="2966"/>
                <a:ext cx="190" cy="183"/>
              </a:xfrm>
              <a:prstGeom prst="ellipse">
                <a:avLst/>
              </a:prstGeom>
              <a:solidFill>
                <a:srgbClr val="7F5F3F"/>
              </a:solidFill>
              <a:ln w="12700">
                <a:solidFill>
                  <a:srgbClr val="000000"/>
                </a:solidFill>
                <a:round/>
                <a:headEnd/>
                <a:tailEnd/>
              </a:ln>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FFEE4BAE-A00E-7B4A-A9C6-EDDDBE6C9D02}"/>
              </a:ext>
            </a:extLst>
          </p:cNvPr>
          <p:cNvSpPr txBox="1">
            <a:spLocks noChangeArrowheads="1"/>
          </p:cNvSpPr>
          <p:nvPr/>
        </p:nvSpPr>
        <p:spPr>
          <a:xfrm>
            <a:off x="114300" y="246063"/>
            <a:ext cx="7388225" cy="706437"/>
          </a:xfrm>
          <a:prstGeom prst="rect">
            <a:avLst/>
          </a:prstGeom>
        </p:spPr>
        <p:txBody>
          <a:bodyPr/>
          <a:lstStyle/>
          <a:p>
            <a:pPr>
              <a:spcBef>
                <a:spcPct val="50000"/>
              </a:spcBef>
              <a:defRPr/>
            </a:pPr>
            <a:r>
              <a:rPr lang="pt-BR" kern="0">
                <a:solidFill>
                  <a:srgbClr val="000096"/>
                </a:solidFill>
                <a:latin typeface="+mj-lt"/>
                <a:ea typeface="+mj-ea"/>
                <a:cs typeface="+mj-cs"/>
              </a:rPr>
              <a:t>Atividade: Definir plano macro de processo </a:t>
            </a:r>
          </a:p>
        </p:txBody>
      </p:sp>
      <p:sp>
        <p:nvSpPr>
          <p:cNvPr id="24578" name="Rectangle 3">
            <a:extLst>
              <a:ext uri="{FF2B5EF4-FFF2-40B4-BE49-F238E27FC236}">
                <a16:creationId xmlns:a16="http://schemas.microsoft.com/office/drawing/2014/main" id="{9DD4838C-5F82-BA48-AF3C-4AB29AC0AB30}"/>
              </a:ext>
            </a:extLst>
          </p:cNvPr>
          <p:cNvSpPr txBox="1">
            <a:spLocks noChangeArrowheads="1"/>
          </p:cNvSpPr>
          <p:nvPr/>
        </p:nvSpPr>
        <p:spPr bwMode="auto">
          <a:xfrm>
            <a:off x="112714" y="1090613"/>
            <a:ext cx="8911366" cy="523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nSpc>
                <a:spcPct val="110000"/>
              </a:lnSpc>
            </a:pPr>
            <a:r>
              <a:rPr lang="pt-BR" altLang="pt-BR" b="1" u="sng" dirty="0"/>
              <a:t>Objetivo</a:t>
            </a:r>
            <a:r>
              <a:rPr lang="pt-BR" altLang="pt-BR" b="1" dirty="0"/>
              <a:t>:</a:t>
            </a:r>
            <a:r>
              <a:rPr lang="pt-BR" altLang="pt-BR" dirty="0"/>
              <a:t> </a:t>
            </a:r>
            <a:r>
              <a:rPr lang="pt-BR" altLang="pt-BR" dirty="0">
                <a:solidFill>
                  <a:srgbClr val="FF0000"/>
                </a:solidFill>
              </a:rPr>
              <a:t>levantar os possíveis processos de fabricação e ferramental envolvido para a manufatura dos </a:t>
            </a:r>
            <a:r>
              <a:rPr lang="pt-BR" altLang="pt-BR" dirty="0" err="1">
                <a:solidFill>
                  <a:srgbClr val="FF0000"/>
                </a:solidFill>
              </a:rPr>
              <a:t>SSCs</a:t>
            </a:r>
            <a:r>
              <a:rPr lang="pt-BR" altLang="pt-BR" dirty="0">
                <a:solidFill>
                  <a:srgbClr val="FF0000"/>
                </a:solidFill>
              </a:rPr>
              <a:t>. </a:t>
            </a:r>
          </a:p>
          <a:p>
            <a:pPr marL="0" indent="0">
              <a:lnSpc>
                <a:spcPct val="90000"/>
              </a:lnSpc>
              <a:buNone/>
            </a:pPr>
            <a:endParaRPr lang="pt-BR" altLang="pt-BR" dirty="0"/>
          </a:p>
          <a:p>
            <a:pPr>
              <a:lnSpc>
                <a:spcPct val="90000"/>
              </a:lnSpc>
            </a:pPr>
            <a:r>
              <a:rPr lang="pt-BR" altLang="pt-BR" dirty="0"/>
              <a:t>As grandes categorias de métodos de </a:t>
            </a:r>
            <a:r>
              <a:rPr lang="pt-BR" altLang="pt-BR" dirty="0" err="1"/>
              <a:t>processa-mento</a:t>
            </a:r>
            <a:r>
              <a:rPr lang="pt-BR" altLang="pt-BR" dirty="0"/>
              <a:t> de materiais:</a:t>
            </a:r>
          </a:p>
          <a:p>
            <a:pPr lvl="1">
              <a:lnSpc>
                <a:spcPct val="90000"/>
              </a:lnSpc>
            </a:pPr>
            <a:r>
              <a:rPr lang="pt-BR" altLang="pt-BR" sz="2800" dirty="0"/>
              <a:t>Fundição; </a:t>
            </a:r>
          </a:p>
          <a:p>
            <a:pPr lvl="1">
              <a:lnSpc>
                <a:spcPct val="90000"/>
              </a:lnSpc>
            </a:pPr>
            <a:r>
              <a:rPr lang="pt-BR" altLang="pt-BR" sz="2800" dirty="0"/>
              <a:t>Conformação e moldagem; </a:t>
            </a:r>
          </a:p>
          <a:p>
            <a:pPr lvl="1">
              <a:lnSpc>
                <a:spcPct val="90000"/>
              </a:lnSpc>
            </a:pPr>
            <a:r>
              <a:rPr lang="pt-BR" altLang="pt-BR" sz="2800" dirty="0"/>
              <a:t>Usinagem; </a:t>
            </a:r>
          </a:p>
          <a:p>
            <a:pPr lvl="1">
              <a:lnSpc>
                <a:spcPct val="90000"/>
              </a:lnSpc>
            </a:pPr>
            <a:r>
              <a:rPr lang="pt-BR" altLang="pt-BR" sz="2800" dirty="0"/>
              <a:t>União; </a:t>
            </a:r>
          </a:p>
          <a:p>
            <a:pPr lvl="1">
              <a:lnSpc>
                <a:spcPct val="90000"/>
              </a:lnSpc>
            </a:pPr>
            <a:r>
              <a:rPr lang="pt-BR" altLang="pt-BR" sz="2800" dirty="0"/>
              <a:t>Operações de acabamento;</a:t>
            </a:r>
            <a:r>
              <a:rPr lang="pt-BR" altLang="pt-BR" sz="2000" dirty="0"/>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1B76B380-B60E-2C47-8D0C-507CEB212ADE}"/>
              </a:ext>
            </a:extLst>
          </p:cNvPr>
          <p:cNvSpPr txBox="1">
            <a:spLocks noChangeArrowheads="1"/>
          </p:cNvSpPr>
          <p:nvPr/>
        </p:nvSpPr>
        <p:spPr>
          <a:xfrm>
            <a:off x="114300" y="42863"/>
            <a:ext cx="7388225" cy="706437"/>
          </a:xfrm>
          <a:prstGeom prst="rect">
            <a:avLst/>
          </a:prstGeom>
        </p:spPr>
        <p:txBody>
          <a:bodyPr/>
          <a:lstStyle/>
          <a:p>
            <a:pPr>
              <a:spcBef>
                <a:spcPct val="50000"/>
              </a:spcBef>
              <a:defRPr/>
            </a:pPr>
            <a:r>
              <a:rPr lang="pt-BR" kern="0">
                <a:solidFill>
                  <a:srgbClr val="000096"/>
                </a:solidFill>
                <a:latin typeface="+mj-lt"/>
                <a:ea typeface="+mj-ea"/>
                <a:cs typeface="+mj-cs"/>
              </a:rPr>
              <a:t>Atividade: Definir plano macro de processo </a:t>
            </a:r>
          </a:p>
        </p:txBody>
      </p:sp>
      <p:sp>
        <p:nvSpPr>
          <p:cNvPr id="26626" name="Rectangle 3">
            <a:extLst>
              <a:ext uri="{FF2B5EF4-FFF2-40B4-BE49-F238E27FC236}">
                <a16:creationId xmlns:a16="http://schemas.microsoft.com/office/drawing/2014/main" id="{207E1C9C-C36B-E546-BC46-762F0F9762AB}"/>
              </a:ext>
            </a:extLst>
          </p:cNvPr>
          <p:cNvSpPr txBox="1">
            <a:spLocks noChangeArrowheads="1"/>
          </p:cNvSpPr>
          <p:nvPr/>
        </p:nvSpPr>
        <p:spPr bwMode="auto">
          <a:xfrm>
            <a:off x="112713" y="887413"/>
            <a:ext cx="9031287" cy="523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r>
              <a:rPr lang="pt-BR" altLang="pt-BR"/>
              <a:t>A seleção dos processos de manufatura deve levar em conta atributos tais como:</a:t>
            </a:r>
          </a:p>
          <a:p>
            <a:pPr lvl="1"/>
            <a:r>
              <a:rPr lang="pt-BR" altLang="pt-BR" sz="2000">
                <a:solidFill>
                  <a:srgbClr val="FF0000"/>
                </a:solidFill>
              </a:rPr>
              <a:t>condições superficiais, </a:t>
            </a:r>
          </a:p>
          <a:p>
            <a:pPr lvl="1"/>
            <a:r>
              <a:rPr lang="pt-BR" altLang="pt-BR" sz="2000">
                <a:solidFill>
                  <a:srgbClr val="FF0000"/>
                </a:solidFill>
              </a:rPr>
              <a:t>precisão dimensional, </a:t>
            </a:r>
          </a:p>
          <a:p>
            <a:pPr lvl="1"/>
            <a:r>
              <a:rPr lang="pt-BR" altLang="pt-BR" sz="2000">
                <a:solidFill>
                  <a:srgbClr val="FF0000"/>
                </a:solidFill>
              </a:rPr>
              <a:t>forma e sua complexidade, </a:t>
            </a:r>
          </a:p>
          <a:p>
            <a:pPr lvl="1"/>
            <a:r>
              <a:rPr lang="pt-BR" altLang="pt-BR" sz="2000">
                <a:solidFill>
                  <a:srgbClr val="FF0000"/>
                </a:solidFill>
              </a:rPr>
              <a:t>taxa de produção, </a:t>
            </a:r>
          </a:p>
          <a:p>
            <a:pPr lvl="1"/>
            <a:r>
              <a:rPr lang="pt-BR" altLang="pt-BR" sz="2000">
                <a:solidFill>
                  <a:srgbClr val="FF0000"/>
                </a:solidFill>
              </a:rPr>
              <a:t>custos e tamanhos.  </a:t>
            </a:r>
          </a:p>
          <a:p>
            <a:endParaRPr lang="pt-BR" altLang="pt-BR"/>
          </a:p>
          <a:p>
            <a:endParaRPr lang="pt-BR" altLang="pt-B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B22A6BAA-EFBB-A442-9375-26BF2D0182EA}"/>
              </a:ext>
            </a:extLst>
          </p:cNvPr>
          <p:cNvSpPr txBox="1">
            <a:spLocks noChangeArrowheads="1"/>
          </p:cNvSpPr>
          <p:nvPr/>
        </p:nvSpPr>
        <p:spPr>
          <a:xfrm>
            <a:off x="0" y="0"/>
            <a:ext cx="7388225" cy="706438"/>
          </a:xfrm>
          <a:prstGeom prst="rect">
            <a:avLst/>
          </a:prstGeom>
        </p:spPr>
        <p:txBody>
          <a:bodyPr/>
          <a:lstStyle/>
          <a:p>
            <a:pPr>
              <a:spcBef>
                <a:spcPct val="50000"/>
              </a:spcBef>
              <a:defRPr/>
            </a:pPr>
            <a:r>
              <a:rPr lang="pt-BR" kern="0">
                <a:solidFill>
                  <a:srgbClr val="000096"/>
                </a:solidFill>
                <a:latin typeface="+mj-lt"/>
                <a:ea typeface="+mj-ea"/>
                <a:cs typeface="+mj-cs"/>
              </a:rPr>
              <a:t>Processos de manufatura e seus atributos  </a:t>
            </a:r>
          </a:p>
        </p:txBody>
      </p:sp>
      <p:graphicFrame>
        <p:nvGraphicFramePr>
          <p:cNvPr id="27650" name="Object 2">
            <a:extLst>
              <a:ext uri="{FF2B5EF4-FFF2-40B4-BE49-F238E27FC236}">
                <a16:creationId xmlns:a16="http://schemas.microsoft.com/office/drawing/2014/main" id="{575F53CF-5695-4A46-AD78-BD7D83F75BA0}"/>
              </a:ext>
            </a:extLst>
          </p:cNvPr>
          <p:cNvGraphicFramePr>
            <a:graphicFrameLocks noChangeAspect="1"/>
          </p:cNvGraphicFramePr>
          <p:nvPr/>
        </p:nvGraphicFramePr>
        <p:xfrm>
          <a:off x="982663" y="904875"/>
          <a:ext cx="7142162" cy="5827713"/>
        </p:xfrm>
        <a:graphic>
          <a:graphicData uri="http://schemas.openxmlformats.org/presentationml/2006/ole">
            <mc:AlternateContent xmlns:mc="http://schemas.openxmlformats.org/markup-compatibility/2006">
              <mc:Choice xmlns:v="urn:schemas-microsoft-com:vml" Requires="v">
                <p:oleObj spid="_x0000_s4097" name="Figura" r:id="rId3" imgW="31292800" imgH="25590500" progId="Word.Picture.8">
                  <p:embed/>
                </p:oleObj>
              </mc:Choice>
              <mc:Fallback>
                <p:oleObj name="Figura" r:id="rId3" imgW="31292800" imgH="25590500" progId="Word.Picture.8">
                  <p:embed/>
                  <p:pic>
                    <p:nvPicPr>
                      <p:cNvPr id="27650" name="Object 2">
                        <a:extLst>
                          <a:ext uri="{FF2B5EF4-FFF2-40B4-BE49-F238E27FC236}">
                            <a16:creationId xmlns:a16="http://schemas.microsoft.com/office/drawing/2014/main" id="{575F53CF-5695-4A46-AD78-BD7D83F75B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1346" b="2356"/>
                      <a:stretch>
                        <a:fillRect/>
                      </a:stretch>
                    </p:blipFill>
                    <p:spPr bwMode="auto">
                      <a:xfrm>
                        <a:off x="982663" y="904875"/>
                        <a:ext cx="7142162" cy="5827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1331">
            <a:extLst>
              <a:ext uri="{FF2B5EF4-FFF2-40B4-BE49-F238E27FC236}">
                <a16:creationId xmlns:a16="http://schemas.microsoft.com/office/drawing/2014/main" id="{6455B91D-4A96-A642-B25F-B139787A961B}"/>
              </a:ext>
            </a:extLst>
          </p:cNvPr>
          <p:cNvSpPr>
            <a:spLocks noChangeArrowheads="1"/>
          </p:cNvSpPr>
          <p:nvPr/>
        </p:nvSpPr>
        <p:spPr bwMode="auto">
          <a:xfrm>
            <a:off x="0" y="725488"/>
            <a:ext cx="8012113" cy="2174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28674" name="Rectangle 1328">
            <a:extLst>
              <a:ext uri="{FF2B5EF4-FFF2-40B4-BE49-F238E27FC236}">
                <a16:creationId xmlns:a16="http://schemas.microsoft.com/office/drawing/2014/main" id="{A4A6CBE8-56F4-D14E-B525-EBF7E4BB5C0A}"/>
              </a:ext>
            </a:extLst>
          </p:cNvPr>
          <p:cNvSpPr>
            <a:spLocks noChangeArrowheads="1"/>
          </p:cNvSpPr>
          <p:nvPr/>
        </p:nvSpPr>
        <p:spPr bwMode="auto">
          <a:xfrm>
            <a:off x="6850063" y="965200"/>
            <a:ext cx="2293937" cy="178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pt-BR" altLang="pt-BR" sz="2000">
                <a:solidFill>
                  <a:srgbClr val="000096"/>
                </a:solidFill>
              </a:rPr>
              <a:t>Adequacidade de materiais e processos de manufatura   </a:t>
            </a:r>
          </a:p>
        </p:txBody>
      </p:sp>
      <p:graphicFrame>
        <p:nvGraphicFramePr>
          <p:cNvPr id="28675" name="Object 2">
            <a:extLst>
              <a:ext uri="{FF2B5EF4-FFF2-40B4-BE49-F238E27FC236}">
                <a16:creationId xmlns:a16="http://schemas.microsoft.com/office/drawing/2014/main" id="{FA0BF0A9-E916-9649-8342-46014D90521C}"/>
              </a:ext>
            </a:extLst>
          </p:cNvPr>
          <p:cNvGraphicFramePr>
            <a:graphicFrameLocks noChangeAspect="1"/>
          </p:cNvGraphicFramePr>
          <p:nvPr/>
        </p:nvGraphicFramePr>
        <p:xfrm>
          <a:off x="-1588" y="0"/>
          <a:ext cx="6807201" cy="6858000"/>
        </p:xfrm>
        <a:graphic>
          <a:graphicData uri="http://schemas.openxmlformats.org/presentationml/2006/ole">
            <mc:AlternateContent xmlns:mc="http://schemas.openxmlformats.org/markup-compatibility/2006">
              <mc:Choice xmlns:v="urn:schemas-microsoft-com:vml" Requires="v">
                <p:oleObj spid="_x0000_s5121" name="Figura" r:id="rId3" imgW="34671000" imgH="35915600" progId="Word.Picture.8">
                  <p:embed/>
                </p:oleObj>
              </mc:Choice>
              <mc:Fallback>
                <p:oleObj name="Figura" r:id="rId3" imgW="34671000" imgH="35915600" progId="Word.Picture.8">
                  <p:embed/>
                  <p:pic>
                    <p:nvPicPr>
                      <p:cNvPr id="28675" name="Object 2">
                        <a:extLst>
                          <a:ext uri="{FF2B5EF4-FFF2-40B4-BE49-F238E27FC236}">
                            <a16:creationId xmlns:a16="http://schemas.microsoft.com/office/drawing/2014/main" id="{FA0BF0A9-E916-9649-8342-46014D9052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2422"/>
                      <a:stretch>
                        <a:fillRect/>
                      </a:stretch>
                    </p:blipFill>
                    <p:spPr bwMode="auto">
                      <a:xfrm>
                        <a:off x="-1588" y="0"/>
                        <a:ext cx="6807201"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676" name="Text Box 1332">
            <a:extLst>
              <a:ext uri="{FF2B5EF4-FFF2-40B4-BE49-F238E27FC236}">
                <a16:creationId xmlns:a16="http://schemas.microsoft.com/office/drawing/2014/main" id="{9FB73FCE-CE52-4B46-A97C-D42D3457FC1D}"/>
              </a:ext>
            </a:extLst>
          </p:cNvPr>
          <p:cNvSpPr txBox="1">
            <a:spLocks noChangeArrowheads="1"/>
          </p:cNvSpPr>
          <p:nvPr/>
        </p:nvSpPr>
        <p:spPr bwMode="auto">
          <a:xfrm>
            <a:off x="6734175" y="5567363"/>
            <a:ext cx="2409825"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lnSpc>
                <a:spcPct val="80000"/>
              </a:lnSpc>
              <a:spcBef>
                <a:spcPct val="50000"/>
              </a:spcBef>
              <a:buFontTx/>
              <a:buNone/>
            </a:pPr>
            <a:r>
              <a:rPr lang="pt-BR" altLang="pt-BR" sz="1600"/>
              <a:t>E – excelente</a:t>
            </a:r>
          </a:p>
          <a:p>
            <a:pPr eaLnBrk="1" hangingPunct="1">
              <a:lnSpc>
                <a:spcPct val="80000"/>
              </a:lnSpc>
              <a:spcBef>
                <a:spcPct val="50000"/>
              </a:spcBef>
              <a:buFontTx/>
              <a:buNone/>
            </a:pPr>
            <a:r>
              <a:rPr lang="pt-BR" altLang="pt-BR" sz="1600"/>
              <a:t>B – bom</a:t>
            </a:r>
          </a:p>
          <a:p>
            <a:pPr eaLnBrk="1" hangingPunct="1">
              <a:lnSpc>
                <a:spcPct val="80000"/>
              </a:lnSpc>
              <a:spcBef>
                <a:spcPct val="50000"/>
              </a:spcBef>
              <a:buFontTx/>
              <a:buNone/>
            </a:pPr>
            <a:r>
              <a:rPr lang="pt-BR" altLang="pt-BR" sz="1600"/>
              <a:t>R – raramente usado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697" name="Object 2">
            <a:extLst>
              <a:ext uri="{FF2B5EF4-FFF2-40B4-BE49-F238E27FC236}">
                <a16:creationId xmlns:a16="http://schemas.microsoft.com/office/drawing/2014/main" id="{FAAF546E-B6E5-6C4D-8A12-49BE8FAD42A1}"/>
              </a:ext>
            </a:extLst>
          </p:cNvPr>
          <p:cNvGraphicFramePr>
            <a:graphicFrameLocks noChangeAspect="1"/>
          </p:cNvGraphicFramePr>
          <p:nvPr/>
        </p:nvGraphicFramePr>
        <p:xfrm>
          <a:off x="0" y="520700"/>
          <a:ext cx="9188450" cy="6138863"/>
        </p:xfrm>
        <a:graphic>
          <a:graphicData uri="http://schemas.openxmlformats.org/presentationml/2006/ole">
            <mc:AlternateContent xmlns:mc="http://schemas.openxmlformats.org/markup-compatibility/2006">
              <mc:Choice xmlns:v="urn:schemas-microsoft-com:vml" Requires="v">
                <p:oleObj spid="_x0000_s6145" name="Figura" r:id="rId3" imgW="5422900" imgH="3619500" progId="Word.Picture.8">
                  <p:embed/>
                </p:oleObj>
              </mc:Choice>
              <mc:Fallback>
                <p:oleObj name="Figura" r:id="rId3" imgW="5422900" imgH="3619500" progId="Word.Picture.8">
                  <p:embed/>
                  <p:pic>
                    <p:nvPicPr>
                      <p:cNvPr id="29697" name="Object 2">
                        <a:extLst>
                          <a:ext uri="{FF2B5EF4-FFF2-40B4-BE49-F238E27FC236}">
                            <a16:creationId xmlns:a16="http://schemas.microsoft.com/office/drawing/2014/main" id="{FAAF546E-B6E5-6C4D-8A12-49BE8FAD42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20700"/>
                        <a:ext cx="9188450" cy="6138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Retângulo 4">
            <a:extLst>
              <a:ext uri="{FF2B5EF4-FFF2-40B4-BE49-F238E27FC236}">
                <a16:creationId xmlns:a16="http://schemas.microsoft.com/office/drawing/2014/main" id="{2CD921BF-7642-B647-A2C0-2AA48903FB38}"/>
              </a:ext>
            </a:extLst>
          </p:cNvPr>
          <p:cNvSpPr/>
          <p:nvPr/>
        </p:nvSpPr>
        <p:spPr>
          <a:xfrm>
            <a:off x="363538" y="249238"/>
            <a:ext cx="3165475" cy="339725"/>
          </a:xfrm>
          <a:prstGeom prst="rect">
            <a:avLst/>
          </a:prstGeom>
        </p:spPr>
        <p:txBody>
          <a:bodyPr wrap="none">
            <a:spAutoFit/>
          </a:bodyPr>
          <a:lstStyle/>
          <a:p>
            <a:pPr algn="ctr" eaLnBrk="1" hangingPunct="1">
              <a:spcBef>
                <a:spcPct val="50000"/>
              </a:spcBef>
              <a:defRPr/>
            </a:pPr>
            <a:r>
              <a:rPr lang="pt-BR" b="1" kern="0" dirty="0">
                <a:solidFill>
                  <a:srgbClr val="000096"/>
                </a:solidFill>
                <a:latin typeface="Arial" charset="0"/>
                <a:ea typeface="+mn-ea"/>
              </a:rPr>
              <a:t>PROJETO CONCEITUAL</a:t>
            </a:r>
            <a:endParaRPr lang="pt-BR" dirty="0">
              <a:latin typeface="Arial" charset="0"/>
              <a:ea typeface="+mn-ea"/>
            </a:endParaRPr>
          </a:p>
        </p:txBody>
      </p:sp>
      <p:grpSp>
        <p:nvGrpSpPr>
          <p:cNvPr id="2" name="Group 106">
            <a:extLst>
              <a:ext uri="{FF2B5EF4-FFF2-40B4-BE49-F238E27FC236}">
                <a16:creationId xmlns:a16="http://schemas.microsoft.com/office/drawing/2014/main" id="{2FEDD04E-7DF3-FB49-B97B-8F3843718435}"/>
              </a:ext>
            </a:extLst>
          </p:cNvPr>
          <p:cNvGrpSpPr>
            <a:grpSpLocks/>
          </p:cNvGrpSpPr>
          <p:nvPr/>
        </p:nvGrpSpPr>
        <p:grpSpPr bwMode="auto">
          <a:xfrm rot="-5976873">
            <a:off x="4758532" y="3061494"/>
            <a:ext cx="1898650" cy="3468687"/>
            <a:chOff x="2181" y="1183"/>
            <a:chExt cx="1419" cy="1966"/>
          </a:xfrm>
        </p:grpSpPr>
        <p:grpSp>
          <p:nvGrpSpPr>
            <p:cNvPr id="29700" name="Group 107">
              <a:extLst>
                <a:ext uri="{FF2B5EF4-FFF2-40B4-BE49-F238E27FC236}">
                  <a16:creationId xmlns:a16="http://schemas.microsoft.com/office/drawing/2014/main" id="{45A57E32-0FA7-D344-AC24-D46C509CE382}"/>
                </a:ext>
              </a:extLst>
            </p:cNvPr>
            <p:cNvGrpSpPr>
              <a:grpSpLocks/>
            </p:cNvGrpSpPr>
            <p:nvPr/>
          </p:nvGrpSpPr>
          <p:grpSpPr bwMode="auto">
            <a:xfrm>
              <a:off x="2181" y="1183"/>
              <a:ext cx="1203" cy="1195"/>
              <a:chOff x="2181" y="1183"/>
              <a:chExt cx="1203" cy="1195"/>
            </a:xfrm>
          </p:grpSpPr>
          <p:grpSp>
            <p:nvGrpSpPr>
              <p:cNvPr id="29737" name="Group 108">
                <a:extLst>
                  <a:ext uri="{FF2B5EF4-FFF2-40B4-BE49-F238E27FC236}">
                    <a16:creationId xmlns:a16="http://schemas.microsoft.com/office/drawing/2014/main" id="{750EDD87-E1E0-5D45-8317-1185656E8022}"/>
                  </a:ext>
                </a:extLst>
              </p:cNvPr>
              <p:cNvGrpSpPr>
                <a:grpSpLocks/>
              </p:cNvGrpSpPr>
              <p:nvPr/>
            </p:nvGrpSpPr>
            <p:grpSpPr bwMode="auto">
              <a:xfrm>
                <a:off x="2203" y="1197"/>
                <a:ext cx="1181" cy="1180"/>
                <a:chOff x="2203" y="1197"/>
                <a:chExt cx="1181" cy="1180"/>
              </a:xfrm>
            </p:grpSpPr>
            <p:grpSp>
              <p:nvGrpSpPr>
                <p:cNvPr id="29743" name="Group 109">
                  <a:extLst>
                    <a:ext uri="{FF2B5EF4-FFF2-40B4-BE49-F238E27FC236}">
                      <a16:creationId xmlns:a16="http://schemas.microsoft.com/office/drawing/2014/main" id="{5DD2D11D-7342-E146-BF54-DAE347A648E6}"/>
                    </a:ext>
                  </a:extLst>
                </p:cNvPr>
                <p:cNvGrpSpPr>
                  <a:grpSpLocks/>
                </p:cNvGrpSpPr>
                <p:nvPr/>
              </p:nvGrpSpPr>
              <p:grpSpPr bwMode="auto">
                <a:xfrm>
                  <a:off x="2203" y="1197"/>
                  <a:ext cx="1181" cy="1180"/>
                  <a:chOff x="2203" y="1197"/>
                  <a:chExt cx="1181" cy="1180"/>
                </a:xfrm>
              </p:grpSpPr>
              <p:sp>
                <p:nvSpPr>
                  <p:cNvPr id="29749" name="Freeform 110">
                    <a:extLst>
                      <a:ext uri="{FF2B5EF4-FFF2-40B4-BE49-F238E27FC236}">
                        <a16:creationId xmlns:a16="http://schemas.microsoft.com/office/drawing/2014/main" id="{8B129617-5737-8347-89AC-AC36540977E2}"/>
                      </a:ext>
                    </a:extLst>
                  </p:cNvPr>
                  <p:cNvSpPr>
                    <a:spLocks/>
                  </p:cNvSpPr>
                  <p:nvPr/>
                </p:nvSpPr>
                <p:spPr bwMode="auto">
                  <a:xfrm>
                    <a:off x="2203" y="1197"/>
                    <a:ext cx="1003" cy="685"/>
                  </a:xfrm>
                  <a:custGeom>
                    <a:avLst/>
                    <a:gdLst>
                      <a:gd name="T0" fmla="*/ 21 w 1003"/>
                      <a:gd name="T1" fmla="*/ 685 h 685"/>
                      <a:gd name="T2" fmla="*/ 6 w 1003"/>
                      <a:gd name="T3" fmla="*/ 604 h 685"/>
                      <a:gd name="T4" fmla="*/ 0 w 1003"/>
                      <a:gd name="T5" fmla="*/ 526 h 685"/>
                      <a:gd name="T6" fmla="*/ 3 w 1003"/>
                      <a:gd name="T7" fmla="*/ 472 h 685"/>
                      <a:gd name="T8" fmla="*/ 12 w 1003"/>
                      <a:gd name="T9" fmla="*/ 423 h 685"/>
                      <a:gd name="T10" fmla="*/ 27 w 1003"/>
                      <a:gd name="T11" fmla="*/ 369 h 685"/>
                      <a:gd name="T12" fmla="*/ 51 w 1003"/>
                      <a:gd name="T13" fmla="*/ 315 h 685"/>
                      <a:gd name="T14" fmla="*/ 81 w 1003"/>
                      <a:gd name="T15" fmla="*/ 258 h 685"/>
                      <a:gd name="T16" fmla="*/ 111 w 1003"/>
                      <a:gd name="T17" fmla="*/ 213 h 685"/>
                      <a:gd name="T18" fmla="*/ 147 w 1003"/>
                      <a:gd name="T19" fmla="*/ 168 h 685"/>
                      <a:gd name="T20" fmla="*/ 189 w 1003"/>
                      <a:gd name="T21" fmla="*/ 129 h 685"/>
                      <a:gd name="T22" fmla="*/ 231 w 1003"/>
                      <a:gd name="T23" fmla="*/ 96 h 685"/>
                      <a:gd name="T24" fmla="*/ 276 w 1003"/>
                      <a:gd name="T25" fmla="*/ 69 h 685"/>
                      <a:gd name="T26" fmla="*/ 331 w 1003"/>
                      <a:gd name="T27" fmla="*/ 45 h 685"/>
                      <a:gd name="T28" fmla="*/ 394 w 1003"/>
                      <a:gd name="T29" fmla="*/ 24 h 685"/>
                      <a:gd name="T30" fmla="*/ 448 w 1003"/>
                      <a:gd name="T31" fmla="*/ 9 h 685"/>
                      <a:gd name="T32" fmla="*/ 514 w 1003"/>
                      <a:gd name="T33" fmla="*/ 0 h 685"/>
                      <a:gd name="T34" fmla="*/ 598 w 1003"/>
                      <a:gd name="T35" fmla="*/ 0 h 685"/>
                      <a:gd name="T36" fmla="*/ 661 w 1003"/>
                      <a:gd name="T37" fmla="*/ 12 h 685"/>
                      <a:gd name="T38" fmla="*/ 736 w 1003"/>
                      <a:gd name="T39" fmla="*/ 30 h 685"/>
                      <a:gd name="T40" fmla="*/ 811 w 1003"/>
                      <a:gd name="T41" fmla="*/ 63 h 685"/>
                      <a:gd name="T42" fmla="*/ 877 w 1003"/>
                      <a:gd name="T43" fmla="*/ 102 h 685"/>
                      <a:gd name="T44" fmla="*/ 922 w 1003"/>
                      <a:gd name="T45" fmla="*/ 141 h 685"/>
                      <a:gd name="T46" fmla="*/ 967 w 1003"/>
                      <a:gd name="T47" fmla="*/ 186 h 685"/>
                      <a:gd name="T48" fmla="*/ 1003 w 1003"/>
                      <a:gd name="T49" fmla="*/ 231 h 685"/>
                      <a:gd name="T50" fmla="*/ 907 w 1003"/>
                      <a:gd name="T51" fmla="*/ 159 h 685"/>
                      <a:gd name="T52" fmla="*/ 856 w 1003"/>
                      <a:gd name="T53" fmla="*/ 129 h 685"/>
                      <a:gd name="T54" fmla="*/ 802 w 1003"/>
                      <a:gd name="T55" fmla="*/ 108 h 685"/>
                      <a:gd name="T56" fmla="*/ 733 w 1003"/>
                      <a:gd name="T57" fmla="*/ 87 h 685"/>
                      <a:gd name="T58" fmla="*/ 667 w 1003"/>
                      <a:gd name="T59" fmla="*/ 78 h 685"/>
                      <a:gd name="T60" fmla="*/ 595 w 1003"/>
                      <a:gd name="T61" fmla="*/ 75 h 685"/>
                      <a:gd name="T62" fmla="*/ 541 w 1003"/>
                      <a:gd name="T63" fmla="*/ 78 h 685"/>
                      <a:gd name="T64" fmla="*/ 484 w 1003"/>
                      <a:gd name="T65" fmla="*/ 87 h 685"/>
                      <a:gd name="T66" fmla="*/ 427 w 1003"/>
                      <a:gd name="T67" fmla="*/ 102 h 685"/>
                      <a:gd name="T68" fmla="*/ 373 w 1003"/>
                      <a:gd name="T69" fmla="*/ 120 h 685"/>
                      <a:gd name="T70" fmla="*/ 313 w 1003"/>
                      <a:gd name="T71" fmla="*/ 150 h 685"/>
                      <a:gd name="T72" fmla="*/ 267 w 1003"/>
                      <a:gd name="T73" fmla="*/ 177 h 685"/>
                      <a:gd name="T74" fmla="*/ 228 w 1003"/>
                      <a:gd name="T75" fmla="*/ 210 h 685"/>
                      <a:gd name="T76" fmla="*/ 183 w 1003"/>
                      <a:gd name="T77" fmla="*/ 246 h 685"/>
                      <a:gd name="T78" fmla="*/ 147 w 1003"/>
                      <a:gd name="T79" fmla="*/ 285 h 685"/>
                      <a:gd name="T80" fmla="*/ 111 w 1003"/>
                      <a:gd name="T81" fmla="*/ 339 h 685"/>
                      <a:gd name="T82" fmla="*/ 78 w 1003"/>
                      <a:gd name="T83" fmla="*/ 396 h 685"/>
                      <a:gd name="T84" fmla="*/ 57 w 1003"/>
                      <a:gd name="T85" fmla="*/ 450 h 685"/>
                      <a:gd name="T86" fmla="*/ 39 w 1003"/>
                      <a:gd name="T87" fmla="*/ 514 h 685"/>
                      <a:gd name="T88" fmla="*/ 27 w 1003"/>
                      <a:gd name="T89" fmla="*/ 592 h 685"/>
                      <a:gd name="T90" fmla="*/ 21 w 1003"/>
                      <a:gd name="T91" fmla="*/ 685 h 68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003"/>
                      <a:gd name="T139" fmla="*/ 0 h 685"/>
                      <a:gd name="T140" fmla="*/ 1003 w 1003"/>
                      <a:gd name="T141" fmla="*/ 685 h 685"/>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003" h="685">
                        <a:moveTo>
                          <a:pt x="21" y="685"/>
                        </a:moveTo>
                        <a:lnTo>
                          <a:pt x="6" y="604"/>
                        </a:lnTo>
                        <a:lnTo>
                          <a:pt x="0" y="526"/>
                        </a:lnTo>
                        <a:lnTo>
                          <a:pt x="3" y="472"/>
                        </a:lnTo>
                        <a:lnTo>
                          <a:pt x="12" y="423"/>
                        </a:lnTo>
                        <a:lnTo>
                          <a:pt x="27" y="369"/>
                        </a:lnTo>
                        <a:lnTo>
                          <a:pt x="51" y="315"/>
                        </a:lnTo>
                        <a:lnTo>
                          <a:pt x="81" y="258"/>
                        </a:lnTo>
                        <a:lnTo>
                          <a:pt x="111" y="213"/>
                        </a:lnTo>
                        <a:lnTo>
                          <a:pt x="147" y="168"/>
                        </a:lnTo>
                        <a:lnTo>
                          <a:pt x="189" y="129"/>
                        </a:lnTo>
                        <a:lnTo>
                          <a:pt x="231" y="96"/>
                        </a:lnTo>
                        <a:lnTo>
                          <a:pt x="276" y="69"/>
                        </a:lnTo>
                        <a:lnTo>
                          <a:pt x="331" y="45"/>
                        </a:lnTo>
                        <a:lnTo>
                          <a:pt x="394" y="24"/>
                        </a:lnTo>
                        <a:lnTo>
                          <a:pt x="448" y="9"/>
                        </a:lnTo>
                        <a:lnTo>
                          <a:pt x="514" y="0"/>
                        </a:lnTo>
                        <a:lnTo>
                          <a:pt x="598" y="0"/>
                        </a:lnTo>
                        <a:lnTo>
                          <a:pt x="661" y="12"/>
                        </a:lnTo>
                        <a:lnTo>
                          <a:pt x="736" y="30"/>
                        </a:lnTo>
                        <a:lnTo>
                          <a:pt x="811" y="63"/>
                        </a:lnTo>
                        <a:lnTo>
                          <a:pt x="877" y="102"/>
                        </a:lnTo>
                        <a:lnTo>
                          <a:pt x="922" y="141"/>
                        </a:lnTo>
                        <a:lnTo>
                          <a:pt x="967" y="186"/>
                        </a:lnTo>
                        <a:lnTo>
                          <a:pt x="1003" y="231"/>
                        </a:lnTo>
                        <a:lnTo>
                          <a:pt x="907" y="159"/>
                        </a:lnTo>
                        <a:lnTo>
                          <a:pt x="856" y="129"/>
                        </a:lnTo>
                        <a:lnTo>
                          <a:pt x="802" y="108"/>
                        </a:lnTo>
                        <a:lnTo>
                          <a:pt x="733" y="87"/>
                        </a:lnTo>
                        <a:lnTo>
                          <a:pt x="667" y="78"/>
                        </a:lnTo>
                        <a:lnTo>
                          <a:pt x="595" y="75"/>
                        </a:lnTo>
                        <a:lnTo>
                          <a:pt x="541" y="78"/>
                        </a:lnTo>
                        <a:lnTo>
                          <a:pt x="484" y="87"/>
                        </a:lnTo>
                        <a:lnTo>
                          <a:pt x="427" y="102"/>
                        </a:lnTo>
                        <a:lnTo>
                          <a:pt x="373" y="120"/>
                        </a:lnTo>
                        <a:lnTo>
                          <a:pt x="313" y="150"/>
                        </a:lnTo>
                        <a:lnTo>
                          <a:pt x="267" y="177"/>
                        </a:lnTo>
                        <a:lnTo>
                          <a:pt x="228" y="210"/>
                        </a:lnTo>
                        <a:lnTo>
                          <a:pt x="183" y="246"/>
                        </a:lnTo>
                        <a:lnTo>
                          <a:pt x="147" y="285"/>
                        </a:lnTo>
                        <a:lnTo>
                          <a:pt x="111" y="339"/>
                        </a:lnTo>
                        <a:lnTo>
                          <a:pt x="78" y="396"/>
                        </a:lnTo>
                        <a:lnTo>
                          <a:pt x="57" y="450"/>
                        </a:lnTo>
                        <a:lnTo>
                          <a:pt x="39" y="514"/>
                        </a:lnTo>
                        <a:lnTo>
                          <a:pt x="27" y="592"/>
                        </a:lnTo>
                        <a:lnTo>
                          <a:pt x="21" y="68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750" name="Freeform 111">
                    <a:extLst>
                      <a:ext uri="{FF2B5EF4-FFF2-40B4-BE49-F238E27FC236}">
                        <a16:creationId xmlns:a16="http://schemas.microsoft.com/office/drawing/2014/main" id="{B84F3F0D-BA40-0243-BF34-8783C1565B55}"/>
                      </a:ext>
                    </a:extLst>
                  </p:cNvPr>
                  <p:cNvSpPr>
                    <a:spLocks/>
                  </p:cNvSpPr>
                  <p:nvPr/>
                </p:nvSpPr>
                <p:spPr bwMode="auto">
                  <a:xfrm>
                    <a:off x="2278" y="1536"/>
                    <a:ext cx="1106" cy="841"/>
                  </a:xfrm>
                  <a:custGeom>
                    <a:avLst/>
                    <a:gdLst>
                      <a:gd name="T0" fmla="*/ 0 w 1106"/>
                      <a:gd name="T1" fmla="*/ 511 h 841"/>
                      <a:gd name="T2" fmla="*/ 63 w 1106"/>
                      <a:gd name="T3" fmla="*/ 583 h 841"/>
                      <a:gd name="T4" fmla="*/ 132 w 1106"/>
                      <a:gd name="T5" fmla="*/ 646 h 841"/>
                      <a:gd name="T6" fmla="*/ 195 w 1106"/>
                      <a:gd name="T7" fmla="*/ 682 h 841"/>
                      <a:gd name="T8" fmla="*/ 286 w 1106"/>
                      <a:gd name="T9" fmla="*/ 721 h 841"/>
                      <a:gd name="T10" fmla="*/ 358 w 1106"/>
                      <a:gd name="T11" fmla="*/ 742 h 841"/>
                      <a:gd name="T12" fmla="*/ 424 w 1106"/>
                      <a:gd name="T13" fmla="*/ 751 h 841"/>
                      <a:gd name="T14" fmla="*/ 502 w 1106"/>
                      <a:gd name="T15" fmla="*/ 751 h 841"/>
                      <a:gd name="T16" fmla="*/ 559 w 1106"/>
                      <a:gd name="T17" fmla="*/ 745 h 841"/>
                      <a:gd name="T18" fmla="*/ 628 w 1106"/>
                      <a:gd name="T19" fmla="*/ 733 h 841"/>
                      <a:gd name="T20" fmla="*/ 697 w 1106"/>
                      <a:gd name="T21" fmla="*/ 712 h 841"/>
                      <a:gd name="T22" fmla="*/ 754 w 1106"/>
                      <a:gd name="T23" fmla="*/ 682 h 841"/>
                      <a:gd name="T24" fmla="*/ 808 w 1106"/>
                      <a:gd name="T25" fmla="*/ 649 h 841"/>
                      <a:gd name="T26" fmla="*/ 856 w 1106"/>
                      <a:gd name="T27" fmla="*/ 616 h 841"/>
                      <a:gd name="T28" fmla="*/ 904 w 1106"/>
                      <a:gd name="T29" fmla="*/ 568 h 841"/>
                      <a:gd name="T30" fmla="*/ 952 w 1106"/>
                      <a:gd name="T31" fmla="*/ 514 h 841"/>
                      <a:gd name="T32" fmla="*/ 989 w 1106"/>
                      <a:gd name="T33" fmla="*/ 463 h 841"/>
                      <a:gd name="T34" fmla="*/ 1010 w 1106"/>
                      <a:gd name="T35" fmla="*/ 412 h 841"/>
                      <a:gd name="T36" fmla="*/ 1037 w 1106"/>
                      <a:gd name="T37" fmla="*/ 331 h 841"/>
                      <a:gd name="T38" fmla="*/ 1055 w 1106"/>
                      <a:gd name="T39" fmla="*/ 247 h 841"/>
                      <a:gd name="T40" fmla="*/ 1058 w 1106"/>
                      <a:gd name="T41" fmla="*/ 172 h 841"/>
                      <a:gd name="T42" fmla="*/ 1046 w 1106"/>
                      <a:gd name="T43" fmla="*/ 90 h 841"/>
                      <a:gd name="T44" fmla="*/ 1019 w 1106"/>
                      <a:gd name="T45" fmla="*/ 0 h 841"/>
                      <a:gd name="T46" fmla="*/ 1046 w 1106"/>
                      <a:gd name="T47" fmla="*/ 48 h 841"/>
                      <a:gd name="T48" fmla="*/ 1076 w 1106"/>
                      <a:gd name="T49" fmla="*/ 117 h 841"/>
                      <a:gd name="T50" fmla="*/ 1091 w 1106"/>
                      <a:gd name="T51" fmla="*/ 181 h 841"/>
                      <a:gd name="T52" fmla="*/ 1106 w 1106"/>
                      <a:gd name="T53" fmla="*/ 241 h 841"/>
                      <a:gd name="T54" fmla="*/ 1103 w 1106"/>
                      <a:gd name="T55" fmla="*/ 292 h 841"/>
                      <a:gd name="T56" fmla="*/ 1100 w 1106"/>
                      <a:gd name="T57" fmla="*/ 361 h 841"/>
                      <a:gd name="T58" fmla="*/ 1064 w 1106"/>
                      <a:gd name="T59" fmla="*/ 493 h 841"/>
                      <a:gd name="T60" fmla="*/ 1028 w 1106"/>
                      <a:gd name="T61" fmla="*/ 565 h 841"/>
                      <a:gd name="T62" fmla="*/ 983 w 1106"/>
                      <a:gd name="T63" fmla="*/ 628 h 841"/>
                      <a:gd name="T64" fmla="*/ 934 w 1106"/>
                      <a:gd name="T65" fmla="*/ 682 h 841"/>
                      <a:gd name="T66" fmla="*/ 886 w 1106"/>
                      <a:gd name="T67" fmla="*/ 721 h 841"/>
                      <a:gd name="T68" fmla="*/ 820 w 1106"/>
                      <a:gd name="T69" fmla="*/ 766 h 841"/>
                      <a:gd name="T70" fmla="*/ 754 w 1106"/>
                      <a:gd name="T71" fmla="*/ 796 h 841"/>
                      <a:gd name="T72" fmla="*/ 691 w 1106"/>
                      <a:gd name="T73" fmla="*/ 817 h 841"/>
                      <a:gd name="T74" fmla="*/ 610 w 1106"/>
                      <a:gd name="T75" fmla="*/ 838 h 841"/>
                      <a:gd name="T76" fmla="*/ 550 w 1106"/>
                      <a:gd name="T77" fmla="*/ 841 h 841"/>
                      <a:gd name="T78" fmla="*/ 484 w 1106"/>
                      <a:gd name="T79" fmla="*/ 841 h 841"/>
                      <a:gd name="T80" fmla="*/ 418 w 1106"/>
                      <a:gd name="T81" fmla="*/ 829 h 841"/>
                      <a:gd name="T82" fmla="*/ 346 w 1106"/>
                      <a:gd name="T83" fmla="*/ 814 h 841"/>
                      <a:gd name="T84" fmla="*/ 298 w 1106"/>
                      <a:gd name="T85" fmla="*/ 796 h 841"/>
                      <a:gd name="T86" fmla="*/ 234 w 1106"/>
                      <a:gd name="T87" fmla="*/ 763 h 841"/>
                      <a:gd name="T88" fmla="*/ 180 w 1106"/>
                      <a:gd name="T89" fmla="*/ 733 h 841"/>
                      <a:gd name="T90" fmla="*/ 129 w 1106"/>
                      <a:gd name="T91" fmla="*/ 691 h 841"/>
                      <a:gd name="T92" fmla="*/ 75 w 1106"/>
                      <a:gd name="T93" fmla="*/ 634 h 841"/>
                      <a:gd name="T94" fmla="*/ 24 w 1106"/>
                      <a:gd name="T95" fmla="*/ 562 h 841"/>
                      <a:gd name="T96" fmla="*/ 0 w 1106"/>
                      <a:gd name="T97" fmla="*/ 511 h 84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106"/>
                      <a:gd name="T148" fmla="*/ 0 h 841"/>
                      <a:gd name="T149" fmla="*/ 1106 w 1106"/>
                      <a:gd name="T150" fmla="*/ 841 h 841"/>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106" h="841">
                        <a:moveTo>
                          <a:pt x="0" y="511"/>
                        </a:moveTo>
                        <a:lnTo>
                          <a:pt x="63" y="583"/>
                        </a:lnTo>
                        <a:lnTo>
                          <a:pt x="132" y="646"/>
                        </a:lnTo>
                        <a:lnTo>
                          <a:pt x="195" y="682"/>
                        </a:lnTo>
                        <a:lnTo>
                          <a:pt x="286" y="721"/>
                        </a:lnTo>
                        <a:lnTo>
                          <a:pt x="358" y="742"/>
                        </a:lnTo>
                        <a:lnTo>
                          <a:pt x="424" y="751"/>
                        </a:lnTo>
                        <a:lnTo>
                          <a:pt x="502" y="751"/>
                        </a:lnTo>
                        <a:lnTo>
                          <a:pt x="559" y="745"/>
                        </a:lnTo>
                        <a:lnTo>
                          <a:pt x="628" y="733"/>
                        </a:lnTo>
                        <a:lnTo>
                          <a:pt x="697" y="712"/>
                        </a:lnTo>
                        <a:lnTo>
                          <a:pt x="754" y="682"/>
                        </a:lnTo>
                        <a:lnTo>
                          <a:pt x="808" y="649"/>
                        </a:lnTo>
                        <a:lnTo>
                          <a:pt x="856" y="616"/>
                        </a:lnTo>
                        <a:lnTo>
                          <a:pt x="904" y="568"/>
                        </a:lnTo>
                        <a:lnTo>
                          <a:pt x="952" y="514"/>
                        </a:lnTo>
                        <a:lnTo>
                          <a:pt x="989" y="463"/>
                        </a:lnTo>
                        <a:lnTo>
                          <a:pt x="1010" y="412"/>
                        </a:lnTo>
                        <a:lnTo>
                          <a:pt x="1037" y="331"/>
                        </a:lnTo>
                        <a:lnTo>
                          <a:pt x="1055" y="247"/>
                        </a:lnTo>
                        <a:lnTo>
                          <a:pt x="1058" y="172"/>
                        </a:lnTo>
                        <a:lnTo>
                          <a:pt x="1046" y="90"/>
                        </a:lnTo>
                        <a:lnTo>
                          <a:pt x="1019" y="0"/>
                        </a:lnTo>
                        <a:lnTo>
                          <a:pt x="1046" y="48"/>
                        </a:lnTo>
                        <a:lnTo>
                          <a:pt x="1076" y="117"/>
                        </a:lnTo>
                        <a:lnTo>
                          <a:pt x="1091" y="181"/>
                        </a:lnTo>
                        <a:lnTo>
                          <a:pt x="1106" y="241"/>
                        </a:lnTo>
                        <a:lnTo>
                          <a:pt x="1103" y="292"/>
                        </a:lnTo>
                        <a:lnTo>
                          <a:pt x="1100" y="361"/>
                        </a:lnTo>
                        <a:lnTo>
                          <a:pt x="1064" y="493"/>
                        </a:lnTo>
                        <a:lnTo>
                          <a:pt x="1028" y="565"/>
                        </a:lnTo>
                        <a:lnTo>
                          <a:pt x="983" y="628"/>
                        </a:lnTo>
                        <a:lnTo>
                          <a:pt x="934" y="682"/>
                        </a:lnTo>
                        <a:lnTo>
                          <a:pt x="886" y="721"/>
                        </a:lnTo>
                        <a:lnTo>
                          <a:pt x="820" y="766"/>
                        </a:lnTo>
                        <a:lnTo>
                          <a:pt x="754" y="796"/>
                        </a:lnTo>
                        <a:lnTo>
                          <a:pt x="691" y="817"/>
                        </a:lnTo>
                        <a:lnTo>
                          <a:pt x="610" y="838"/>
                        </a:lnTo>
                        <a:lnTo>
                          <a:pt x="550" y="841"/>
                        </a:lnTo>
                        <a:lnTo>
                          <a:pt x="484" y="841"/>
                        </a:lnTo>
                        <a:lnTo>
                          <a:pt x="418" y="829"/>
                        </a:lnTo>
                        <a:lnTo>
                          <a:pt x="346" y="814"/>
                        </a:lnTo>
                        <a:lnTo>
                          <a:pt x="298" y="796"/>
                        </a:lnTo>
                        <a:lnTo>
                          <a:pt x="234" y="763"/>
                        </a:lnTo>
                        <a:lnTo>
                          <a:pt x="180" y="733"/>
                        </a:lnTo>
                        <a:lnTo>
                          <a:pt x="129" y="691"/>
                        </a:lnTo>
                        <a:lnTo>
                          <a:pt x="75" y="634"/>
                        </a:lnTo>
                        <a:lnTo>
                          <a:pt x="24" y="562"/>
                        </a:lnTo>
                        <a:lnTo>
                          <a:pt x="0" y="511"/>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grpSp>
              <p:nvGrpSpPr>
                <p:cNvPr id="29744" name="Group 112">
                  <a:extLst>
                    <a:ext uri="{FF2B5EF4-FFF2-40B4-BE49-F238E27FC236}">
                      <a16:creationId xmlns:a16="http://schemas.microsoft.com/office/drawing/2014/main" id="{0CE63EA5-81C5-8A42-B87A-1AC586B44BFD}"/>
                    </a:ext>
                  </a:extLst>
                </p:cNvPr>
                <p:cNvGrpSpPr>
                  <a:grpSpLocks/>
                </p:cNvGrpSpPr>
                <p:nvPr/>
              </p:nvGrpSpPr>
              <p:grpSpPr bwMode="auto">
                <a:xfrm>
                  <a:off x="2210" y="1213"/>
                  <a:ext cx="1172" cy="1113"/>
                  <a:chOff x="2210" y="1213"/>
                  <a:chExt cx="1172" cy="1113"/>
                </a:xfrm>
              </p:grpSpPr>
              <p:sp>
                <p:nvSpPr>
                  <p:cNvPr id="29745" name="Freeform 113">
                    <a:extLst>
                      <a:ext uri="{FF2B5EF4-FFF2-40B4-BE49-F238E27FC236}">
                        <a16:creationId xmlns:a16="http://schemas.microsoft.com/office/drawing/2014/main" id="{0732CFC9-4DAE-5B46-A321-F7C667120E89}"/>
                      </a:ext>
                    </a:extLst>
                  </p:cNvPr>
                  <p:cNvSpPr>
                    <a:spLocks/>
                  </p:cNvSpPr>
                  <p:nvPr/>
                </p:nvSpPr>
                <p:spPr bwMode="auto">
                  <a:xfrm>
                    <a:off x="2276" y="2048"/>
                    <a:ext cx="287" cy="278"/>
                  </a:xfrm>
                  <a:custGeom>
                    <a:avLst/>
                    <a:gdLst>
                      <a:gd name="T0" fmla="*/ 0 w 287"/>
                      <a:gd name="T1" fmla="*/ 0 h 278"/>
                      <a:gd name="T2" fmla="*/ 30 w 287"/>
                      <a:gd name="T3" fmla="*/ 56 h 278"/>
                      <a:gd name="T4" fmla="*/ 59 w 287"/>
                      <a:gd name="T5" fmla="*/ 99 h 278"/>
                      <a:gd name="T6" fmla="*/ 90 w 287"/>
                      <a:gd name="T7" fmla="*/ 138 h 278"/>
                      <a:gd name="T8" fmla="*/ 138 w 287"/>
                      <a:gd name="T9" fmla="*/ 185 h 278"/>
                      <a:gd name="T10" fmla="*/ 174 w 287"/>
                      <a:gd name="T11" fmla="*/ 215 h 278"/>
                      <a:gd name="T12" fmla="*/ 220 w 287"/>
                      <a:gd name="T13" fmla="*/ 244 h 278"/>
                      <a:gd name="T14" fmla="*/ 287 w 287"/>
                      <a:gd name="T15" fmla="*/ 278 h 278"/>
                      <a:gd name="T16" fmla="*/ 212 w 287"/>
                      <a:gd name="T17" fmla="*/ 176 h 278"/>
                      <a:gd name="T18" fmla="*/ 170 w 287"/>
                      <a:gd name="T19" fmla="*/ 152 h 278"/>
                      <a:gd name="T20" fmla="*/ 140 w 287"/>
                      <a:gd name="T21" fmla="*/ 131 h 278"/>
                      <a:gd name="T22" fmla="*/ 96 w 287"/>
                      <a:gd name="T23" fmla="*/ 101 h 278"/>
                      <a:gd name="T24" fmla="*/ 62 w 287"/>
                      <a:gd name="T25" fmla="*/ 69 h 278"/>
                      <a:gd name="T26" fmla="*/ 35 w 287"/>
                      <a:gd name="T27" fmla="*/ 42 h 278"/>
                      <a:gd name="T28" fmla="*/ 0 w 287"/>
                      <a:gd name="T29" fmla="*/ 0 h 27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87"/>
                      <a:gd name="T46" fmla="*/ 0 h 278"/>
                      <a:gd name="T47" fmla="*/ 287 w 287"/>
                      <a:gd name="T48" fmla="*/ 278 h 27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87" h="278">
                        <a:moveTo>
                          <a:pt x="0" y="0"/>
                        </a:moveTo>
                        <a:lnTo>
                          <a:pt x="30" y="56"/>
                        </a:lnTo>
                        <a:lnTo>
                          <a:pt x="59" y="99"/>
                        </a:lnTo>
                        <a:lnTo>
                          <a:pt x="90" y="138"/>
                        </a:lnTo>
                        <a:lnTo>
                          <a:pt x="138" y="185"/>
                        </a:lnTo>
                        <a:lnTo>
                          <a:pt x="174" y="215"/>
                        </a:lnTo>
                        <a:lnTo>
                          <a:pt x="220" y="244"/>
                        </a:lnTo>
                        <a:lnTo>
                          <a:pt x="287" y="278"/>
                        </a:lnTo>
                        <a:lnTo>
                          <a:pt x="212" y="176"/>
                        </a:lnTo>
                        <a:lnTo>
                          <a:pt x="170" y="152"/>
                        </a:lnTo>
                        <a:lnTo>
                          <a:pt x="140" y="131"/>
                        </a:lnTo>
                        <a:lnTo>
                          <a:pt x="96" y="101"/>
                        </a:lnTo>
                        <a:lnTo>
                          <a:pt x="62" y="69"/>
                        </a:lnTo>
                        <a:lnTo>
                          <a:pt x="35" y="42"/>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746" name="Freeform 114">
                    <a:extLst>
                      <a:ext uri="{FF2B5EF4-FFF2-40B4-BE49-F238E27FC236}">
                        <a16:creationId xmlns:a16="http://schemas.microsoft.com/office/drawing/2014/main" id="{9331C36C-F479-564C-A600-BA0670CDE630}"/>
                      </a:ext>
                    </a:extLst>
                  </p:cNvPr>
                  <p:cNvSpPr>
                    <a:spLocks/>
                  </p:cNvSpPr>
                  <p:nvPr/>
                </p:nvSpPr>
                <p:spPr bwMode="auto">
                  <a:xfrm>
                    <a:off x="3279" y="1530"/>
                    <a:ext cx="103" cy="546"/>
                  </a:xfrm>
                  <a:custGeom>
                    <a:avLst/>
                    <a:gdLst>
                      <a:gd name="T0" fmla="*/ 19 w 103"/>
                      <a:gd name="T1" fmla="*/ 0 h 546"/>
                      <a:gd name="T2" fmla="*/ 39 w 103"/>
                      <a:gd name="T3" fmla="*/ 37 h 546"/>
                      <a:gd name="T4" fmla="*/ 52 w 103"/>
                      <a:gd name="T5" fmla="*/ 69 h 546"/>
                      <a:gd name="T6" fmla="*/ 66 w 103"/>
                      <a:gd name="T7" fmla="*/ 102 h 546"/>
                      <a:gd name="T8" fmla="*/ 76 w 103"/>
                      <a:gd name="T9" fmla="*/ 134 h 546"/>
                      <a:gd name="T10" fmla="*/ 84 w 103"/>
                      <a:gd name="T11" fmla="*/ 164 h 546"/>
                      <a:gd name="T12" fmla="*/ 99 w 103"/>
                      <a:gd name="T13" fmla="*/ 217 h 546"/>
                      <a:gd name="T14" fmla="*/ 103 w 103"/>
                      <a:gd name="T15" fmla="*/ 269 h 546"/>
                      <a:gd name="T16" fmla="*/ 100 w 103"/>
                      <a:gd name="T17" fmla="*/ 349 h 546"/>
                      <a:gd name="T18" fmla="*/ 93 w 103"/>
                      <a:gd name="T19" fmla="*/ 403 h 546"/>
                      <a:gd name="T20" fmla="*/ 82 w 103"/>
                      <a:gd name="T21" fmla="*/ 447 h 546"/>
                      <a:gd name="T22" fmla="*/ 65 w 103"/>
                      <a:gd name="T23" fmla="*/ 493 h 546"/>
                      <a:gd name="T24" fmla="*/ 42 w 103"/>
                      <a:gd name="T25" fmla="*/ 546 h 546"/>
                      <a:gd name="T26" fmla="*/ 0 w 103"/>
                      <a:gd name="T27" fmla="*/ 443 h 546"/>
                      <a:gd name="T28" fmla="*/ 19 w 103"/>
                      <a:gd name="T29" fmla="*/ 398 h 546"/>
                      <a:gd name="T30" fmla="*/ 28 w 103"/>
                      <a:gd name="T31" fmla="*/ 374 h 546"/>
                      <a:gd name="T32" fmla="*/ 39 w 103"/>
                      <a:gd name="T33" fmla="*/ 343 h 546"/>
                      <a:gd name="T34" fmla="*/ 46 w 103"/>
                      <a:gd name="T35" fmla="*/ 311 h 546"/>
                      <a:gd name="T36" fmla="*/ 52 w 103"/>
                      <a:gd name="T37" fmla="*/ 262 h 546"/>
                      <a:gd name="T38" fmla="*/ 55 w 103"/>
                      <a:gd name="T39" fmla="*/ 221 h 546"/>
                      <a:gd name="T40" fmla="*/ 55 w 103"/>
                      <a:gd name="T41" fmla="*/ 160 h 546"/>
                      <a:gd name="T42" fmla="*/ 46 w 103"/>
                      <a:gd name="T43" fmla="*/ 105 h 546"/>
                      <a:gd name="T44" fmla="*/ 36 w 103"/>
                      <a:gd name="T45" fmla="*/ 60 h 546"/>
                      <a:gd name="T46" fmla="*/ 30 w 103"/>
                      <a:gd name="T47" fmla="*/ 36 h 546"/>
                      <a:gd name="T48" fmla="*/ 19 w 103"/>
                      <a:gd name="T49" fmla="*/ 0 h 5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3"/>
                      <a:gd name="T76" fmla="*/ 0 h 546"/>
                      <a:gd name="T77" fmla="*/ 103 w 103"/>
                      <a:gd name="T78" fmla="*/ 546 h 5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3" h="546">
                        <a:moveTo>
                          <a:pt x="19" y="0"/>
                        </a:moveTo>
                        <a:lnTo>
                          <a:pt x="39" y="37"/>
                        </a:lnTo>
                        <a:lnTo>
                          <a:pt x="52" y="69"/>
                        </a:lnTo>
                        <a:lnTo>
                          <a:pt x="66" y="102"/>
                        </a:lnTo>
                        <a:lnTo>
                          <a:pt x="76" y="134"/>
                        </a:lnTo>
                        <a:lnTo>
                          <a:pt x="84" y="164"/>
                        </a:lnTo>
                        <a:lnTo>
                          <a:pt x="99" y="217"/>
                        </a:lnTo>
                        <a:lnTo>
                          <a:pt x="103" y="269"/>
                        </a:lnTo>
                        <a:lnTo>
                          <a:pt x="100" y="349"/>
                        </a:lnTo>
                        <a:lnTo>
                          <a:pt x="93" y="403"/>
                        </a:lnTo>
                        <a:lnTo>
                          <a:pt x="82" y="447"/>
                        </a:lnTo>
                        <a:lnTo>
                          <a:pt x="65" y="493"/>
                        </a:lnTo>
                        <a:lnTo>
                          <a:pt x="42" y="546"/>
                        </a:lnTo>
                        <a:lnTo>
                          <a:pt x="0" y="443"/>
                        </a:lnTo>
                        <a:lnTo>
                          <a:pt x="19" y="398"/>
                        </a:lnTo>
                        <a:lnTo>
                          <a:pt x="28" y="374"/>
                        </a:lnTo>
                        <a:lnTo>
                          <a:pt x="39" y="343"/>
                        </a:lnTo>
                        <a:lnTo>
                          <a:pt x="46" y="311"/>
                        </a:lnTo>
                        <a:lnTo>
                          <a:pt x="52" y="262"/>
                        </a:lnTo>
                        <a:lnTo>
                          <a:pt x="55" y="221"/>
                        </a:lnTo>
                        <a:lnTo>
                          <a:pt x="55" y="160"/>
                        </a:lnTo>
                        <a:lnTo>
                          <a:pt x="46" y="105"/>
                        </a:lnTo>
                        <a:lnTo>
                          <a:pt x="36" y="60"/>
                        </a:lnTo>
                        <a:lnTo>
                          <a:pt x="30" y="36"/>
                        </a:lnTo>
                        <a:lnTo>
                          <a:pt x="19"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747" name="Freeform 115">
                    <a:extLst>
                      <a:ext uri="{FF2B5EF4-FFF2-40B4-BE49-F238E27FC236}">
                        <a16:creationId xmlns:a16="http://schemas.microsoft.com/office/drawing/2014/main" id="{8F35B9D0-70EA-5E4B-AFFD-7E1AF3C78479}"/>
                      </a:ext>
                    </a:extLst>
                  </p:cNvPr>
                  <p:cNvSpPr>
                    <a:spLocks/>
                  </p:cNvSpPr>
                  <p:nvPr/>
                </p:nvSpPr>
                <p:spPr bwMode="auto">
                  <a:xfrm>
                    <a:off x="2741" y="1213"/>
                    <a:ext cx="408" cy="165"/>
                  </a:xfrm>
                  <a:custGeom>
                    <a:avLst/>
                    <a:gdLst>
                      <a:gd name="T0" fmla="*/ 0 w 408"/>
                      <a:gd name="T1" fmla="*/ 0 h 165"/>
                      <a:gd name="T2" fmla="*/ 31 w 408"/>
                      <a:gd name="T3" fmla="*/ 60 h 165"/>
                      <a:gd name="T4" fmla="*/ 79 w 408"/>
                      <a:gd name="T5" fmla="*/ 57 h 165"/>
                      <a:gd name="T6" fmla="*/ 123 w 408"/>
                      <a:gd name="T7" fmla="*/ 60 h 165"/>
                      <a:gd name="T8" fmla="*/ 164 w 408"/>
                      <a:gd name="T9" fmla="*/ 66 h 165"/>
                      <a:gd name="T10" fmla="*/ 202 w 408"/>
                      <a:gd name="T11" fmla="*/ 73 h 165"/>
                      <a:gd name="T12" fmla="*/ 240 w 408"/>
                      <a:gd name="T13" fmla="*/ 83 h 165"/>
                      <a:gd name="T14" fmla="*/ 266 w 408"/>
                      <a:gd name="T15" fmla="*/ 91 h 165"/>
                      <a:gd name="T16" fmla="*/ 300 w 408"/>
                      <a:gd name="T17" fmla="*/ 105 h 165"/>
                      <a:gd name="T18" fmla="*/ 339 w 408"/>
                      <a:gd name="T19" fmla="*/ 124 h 165"/>
                      <a:gd name="T20" fmla="*/ 408 w 408"/>
                      <a:gd name="T21" fmla="*/ 165 h 165"/>
                      <a:gd name="T22" fmla="*/ 368 w 408"/>
                      <a:gd name="T23" fmla="*/ 123 h 165"/>
                      <a:gd name="T24" fmla="*/ 340 w 408"/>
                      <a:gd name="T25" fmla="*/ 102 h 165"/>
                      <a:gd name="T26" fmla="*/ 303 w 408"/>
                      <a:gd name="T27" fmla="*/ 78 h 165"/>
                      <a:gd name="T28" fmla="*/ 280 w 408"/>
                      <a:gd name="T29" fmla="*/ 64 h 165"/>
                      <a:gd name="T30" fmla="*/ 229 w 408"/>
                      <a:gd name="T31" fmla="*/ 40 h 165"/>
                      <a:gd name="T32" fmla="*/ 196 w 408"/>
                      <a:gd name="T33" fmla="*/ 28 h 165"/>
                      <a:gd name="T34" fmla="*/ 169 w 408"/>
                      <a:gd name="T35" fmla="*/ 19 h 165"/>
                      <a:gd name="T36" fmla="*/ 144 w 408"/>
                      <a:gd name="T37" fmla="*/ 13 h 165"/>
                      <a:gd name="T38" fmla="*/ 105 w 408"/>
                      <a:gd name="T39" fmla="*/ 6 h 165"/>
                      <a:gd name="T40" fmla="*/ 64 w 408"/>
                      <a:gd name="T41" fmla="*/ 1 h 165"/>
                      <a:gd name="T42" fmla="*/ 18 w 408"/>
                      <a:gd name="T43" fmla="*/ 0 h 165"/>
                      <a:gd name="T44" fmla="*/ 0 w 408"/>
                      <a:gd name="T45" fmla="*/ 0 h 16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08"/>
                      <a:gd name="T70" fmla="*/ 0 h 165"/>
                      <a:gd name="T71" fmla="*/ 408 w 408"/>
                      <a:gd name="T72" fmla="*/ 165 h 16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08" h="165">
                        <a:moveTo>
                          <a:pt x="0" y="0"/>
                        </a:moveTo>
                        <a:lnTo>
                          <a:pt x="31" y="60"/>
                        </a:lnTo>
                        <a:lnTo>
                          <a:pt x="79" y="57"/>
                        </a:lnTo>
                        <a:lnTo>
                          <a:pt x="123" y="60"/>
                        </a:lnTo>
                        <a:lnTo>
                          <a:pt x="164" y="66"/>
                        </a:lnTo>
                        <a:lnTo>
                          <a:pt x="202" y="73"/>
                        </a:lnTo>
                        <a:lnTo>
                          <a:pt x="240" y="83"/>
                        </a:lnTo>
                        <a:lnTo>
                          <a:pt x="266" y="91"/>
                        </a:lnTo>
                        <a:lnTo>
                          <a:pt x="300" y="105"/>
                        </a:lnTo>
                        <a:lnTo>
                          <a:pt x="339" y="124"/>
                        </a:lnTo>
                        <a:lnTo>
                          <a:pt x="408" y="165"/>
                        </a:lnTo>
                        <a:lnTo>
                          <a:pt x="368" y="123"/>
                        </a:lnTo>
                        <a:lnTo>
                          <a:pt x="340" y="102"/>
                        </a:lnTo>
                        <a:lnTo>
                          <a:pt x="303" y="78"/>
                        </a:lnTo>
                        <a:lnTo>
                          <a:pt x="280" y="64"/>
                        </a:lnTo>
                        <a:lnTo>
                          <a:pt x="229" y="40"/>
                        </a:lnTo>
                        <a:lnTo>
                          <a:pt x="196" y="28"/>
                        </a:lnTo>
                        <a:lnTo>
                          <a:pt x="169" y="19"/>
                        </a:lnTo>
                        <a:lnTo>
                          <a:pt x="144" y="13"/>
                        </a:lnTo>
                        <a:lnTo>
                          <a:pt x="105" y="6"/>
                        </a:lnTo>
                        <a:lnTo>
                          <a:pt x="64" y="1"/>
                        </a:lnTo>
                        <a:lnTo>
                          <a:pt x="18" y="0"/>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748" name="Freeform 116">
                    <a:extLst>
                      <a:ext uri="{FF2B5EF4-FFF2-40B4-BE49-F238E27FC236}">
                        <a16:creationId xmlns:a16="http://schemas.microsoft.com/office/drawing/2014/main" id="{CAFF0283-DCDC-454F-A0C6-3D76FAB262A9}"/>
                      </a:ext>
                    </a:extLst>
                  </p:cNvPr>
                  <p:cNvSpPr>
                    <a:spLocks/>
                  </p:cNvSpPr>
                  <p:nvPr/>
                </p:nvSpPr>
                <p:spPr bwMode="auto">
                  <a:xfrm>
                    <a:off x="2210" y="1445"/>
                    <a:ext cx="130" cy="387"/>
                  </a:xfrm>
                  <a:custGeom>
                    <a:avLst/>
                    <a:gdLst>
                      <a:gd name="T0" fmla="*/ 0 w 130"/>
                      <a:gd name="T1" fmla="*/ 297 h 387"/>
                      <a:gd name="T2" fmla="*/ 3 w 130"/>
                      <a:gd name="T3" fmla="*/ 267 h 387"/>
                      <a:gd name="T4" fmla="*/ 5 w 130"/>
                      <a:gd name="T5" fmla="*/ 234 h 387"/>
                      <a:gd name="T6" fmla="*/ 14 w 130"/>
                      <a:gd name="T7" fmla="*/ 181 h 387"/>
                      <a:gd name="T8" fmla="*/ 24 w 130"/>
                      <a:gd name="T9" fmla="*/ 139 h 387"/>
                      <a:gd name="T10" fmla="*/ 38 w 130"/>
                      <a:gd name="T11" fmla="*/ 101 h 387"/>
                      <a:gd name="T12" fmla="*/ 56 w 130"/>
                      <a:gd name="T13" fmla="*/ 62 h 387"/>
                      <a:gd name="T14" fmla="*/ 72 w 130"/>
                      <a:gd name="T15" fmla="*/ 32 h 387"/>
                      <a:gd name="T16" fmla="*/ 92 w 130"/>
                      <a:gd name="T17" fmla="*/ 0 h 387"/>
                      <a:gd name="T18" fmla="*/ 130 w 130"/>
                      <a:gd name="T19" fmla="*/ 50 h 387"/>
                      <a:gd name="T20" fmla="*/ 108 w 130"/>
                      <a:gd name="T21" fmla="*/ 80 h 387"/>
                      <a:gd name="T22" fmla="*/ 92 w 130"/>
                      <a:gd name="T23" fmla="*/ 107 h 387"/>
                      <a:gd name="T24" fmla="*/ 79 w 130"/>
                      <a:gd name="T25" fmla="*/ 132 h 387"/>
                      <a:gd name="T26" fmla="*/ 60 w 130"/>
                      <a:gd name="T27" fmla="*/ 167 h 387"/>
                      <a:gd name="T28" fmla="*/ 48 w 130"/>
                      <a:gd name="T29" fmla="*/ 198 h 387"/>
                      <a:gd name="T30" fmla="*/ 41 w 130"/>
                      <a:gd name="T31" fmla="*/ 228 h 387"/>
                      <a:gd name="T32" fmla="*/ 32 w 130"/>
                      <a:gd name="T33" fmla="*/ 258 h 387"/>
                      <a:gd name="T34" fmla="*/ 26 w 130"/>
                      <a:gd name="T35" fmla="*/ 291 h 387"/>
                      <a:gd name="T36" fmla="*/ 21 w 130"/>
                      <a:gd name="T37" fmla="*/ 331 h 387"/>
                      <a:gd name="T38" fmla="*/ 17 w 130"/>
                      <a:gd name="T39" fmla="*/ 371 h 387"/>
                      <a:gd name="T40" fmla="*/ 10 w 130"/>
                      <a:gd name="T41" fmla="*/ 387 h 387"/>
                      <a:gd name="T42" fmla="*/ 0 w 130"/>
                      <a:gd name="T43" fmla="*/ 297 h 38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30"/>
                      <a:gd name="T67" fmla="*/ 0 h 387"/>
                      <a:gd name="T68" fmla="*/ 130 w 130"/>
                      <a:gd name="T69" fmla="*/ 387 h 38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30" h="387">
                        <a:moveTo>
                          <a:pt x="0" y="297"/>
                        </a:moveTo>
                        <a:lnTo>
                          <a:pt x="3" y="267"/>
                        </a:lnTo>
                        <a:lnTo>
                          <a:pt x="5" y="234"/>
                        </a:lnTo>
                        <a:lnTo>
                          <a:pt x="14" y="181"/>
                        </a:lnTo>
                        <a:lnTo>
                          <a:pt x="24" y="139"/>
                        </a:lnTo>
                        <a:lnTo>
                          <a:pt x="38" y="101"/>
                        </a:lnTo>
                        <a:lnTo>
                          <a:pt x="56" y="62"/>
                        </a:lnTo>
                        <a:lnTo>
                          <a:pt x="72" y="32"/>
                        </a:lnTo>
                        <a:lnTo>
                          <a:pt x="92" y="0"/>
                        </a:lnTo>
                        <a:lnTo>
                          <a:pt x="130" y="50"/>
                        </a:lnTo>
                        <a:lnTo>
                          <a:pt x="108" y="80"/>
                        </a:lnTo>
                        <a:lnTo>
                          <a:pt x="92" y="107"/>
                        </a:lnTo>
                        <a:lnTo>
                          <a:pt x="79" y="132"/>
                        </a:lnTo>
                        <a:lnTo>
                          <a:pt x="60" y="167"/>
                        </a:lnTo>
                        <a:lnTo>
                          <a:pt x="48" y="198"/>
                        </a:lnTo>
                        <a:lnTo>
                          <a:pt x="41" y="228"/>
                        </a:lnTo>
                        <a:lnTo>
                          <a:pt x="32" y="258"/>
                        </a:lnTo>
                        <a:lnTo>
                          <a:pt x="26" y="291"/>
                        </a:lnTo>
                        <a:lnTo>
                          <a:pt x="21" y="331"/>
                        </a:lnTo>
                        <a:lnTo>
                          <a:pt x="17" y="371"/>
                        </a:lnTo>
                        <a:lnTo>
                          <a:pt x="10" y="387"/>
                        </a:lnTo>
                        <a:lnTo>
                          <a:pt x="0" y="297"/>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grpSp>
          <p:sp>
            <p:nvSpPr>
              <p:cNvPr id="29738" name="Oval 117">
                <a:extLst>
                  <a:ext uri="{FF2B5EF4-FFF2-40B4-BE49-F238E27FC236}">
                    <a16:creationId xmlns:a16="http://schemas.microsoft.com/office/drawing/2014/main" id="{CD309538-D24D-2642-A5C5-BF7488593D7E}"/>
                  </a:ext>
                </a:extLst>
              </p:cNvPr>
              <p:cNvSpPr>
                <a:spLocks noChangeArrowheads="1"/>
              </p:cNvSpPr>
              <p:nvPr/>
            </p:nvSpPr>
            <p:spPr bwMode="auto">
              <a:xfrm>
                <a:off x="2229" y="1273"/>
                <a:ext cx="1154" cy="1105"/>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nvGrpSpPr>
              <p:cNvPr id="29739" name="Group 118">
                <a:extLst>
                  <a:ext uri="{FF2B5EF4-FFF2-40B4-BE49-F238E27FC236}">
                    <a16:creationId xmlns:a16="http://schemas.microsoft.com/office/drawing/2014/main" id="{0CADB212-35B1-FD4C-B4B0-0647AA4C1FB6}"/>
                  </a:ext>
                </a:extLst>
              </p:cNvPr>
              <p:cNvGrpSpPr>
                <a:grpSpLocks/>
              </p:cNvGrpSpPr>
              <p:nvPr/>
            </p:nvGrpSpPr>
            <p:grpSpPr bwMode="auto">
              <a:xfrm>
                <a:off x="2181" y="1183"/>
                <a:ext cx="1154" cy="1105"/>
                <a:chOff x="2181" y="1183"/>
                <a:chExt cx="1154" cy="1105"/>
              </a:xfrm>
            </p:grpSpPr>
            <p:sp>
              <p:nvSpPr>
                <p:cNvPr id="29740" name="Oval 119">
                  <a:extLst>
                    <a:ext uri="{FF2B5EF4-FFF2-40B4-BE49-F238E27FC236}">
                      <a16:creationId xmlns:a16="http://schemas.microsoft.com/office/drawing/2014/main" id="{CE7022AB-55D4-F449-B6B5-22F57CF8D555}"/>
                    </a:ext>
                  </a:extLst>
                </p:cNvPr>
                <p:cNvSpPr>
                  <a:spLocks noChangeArrowheads="1"/>
                </p:cNvSpPr>
                <p:nvPr/>
              </p:nvSpPr>
              <p:spPr bwMode="auto">
                <a:xfrm>
                  <a:off x="2194" y="1198"/>
                  <a:ext cx="1127" cy="1078"/>
                </a:xfrm>
                <a:prstGeom prst="ellipse">
                  <a:avLst/>
                </a:prstGeom>
                <a:noFill/>
                <a:ln w="63500">
                  <a:solidFill>
                    <a:srgbClr val="9F9F9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29741" name="Oval 120">
                  <a:extLst>
                    <a:ext uri="{FF2B5EF4-FFF2-40B4-BE49-F238E27FC236}">
                      <a16:creationId xmlns:a16="http://schemas.microsoft.com/office/drawing/2014/main" id="{3856F864-429C-3741-A63E-48643FD71CBE}"/>
                    </a:ext>
                  </a:extLst>
                </p:cNvPr>
                <p:cNvSpPr>
                  <a:spLocks noChangeArrowheads="1"/>
                </p:cNvSpPr>
                <p:nvPr/>
              </p:nvSpPr>
              <p:spPr bwMode="auto">
                <a:xfrm>
                  <a:off x="2181" y="1183"/>
                  <a:ext cx="1154" cy="1105"/>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29742" name="Oval 121">
                  <a:extLst>
                    <a:ext uri="{FF2B5EF4-FFF2-40B4-BE49-F238E27FC236}">
                      <a16:creationId xmlns:a16="http://schemas.microsoft.com/office/drawing/2014/main" id="{777B760C-3FE5-854C-A5DC-F423922C8613}"/>
                    </a:ext>
                  </a:extLst>
                </p:cNvPr>
                <p:cNvSpPr>
                  <a:spLocks noChangeArrowheads="1"/>
                </p:cNvSpPr>
                <p:nvPr/>
              </p:nvSpPr>
              <p:spPr bwMode="auto">
                <a:xfrm>
                  <a:off x="2213" y="1213"/>
                  <a:ext cx="1090" cy="1046"/>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grpSp>
        <p:grpSp>
          <p:nvGrpSpPr>
            <p:cNvPr id="29701" name="Group 122">
              <a:extLst>
                <a:ext uri="{FF2B5EF4-FFF2-40B4-BE49-F238E27FC236}">
                  <a16:creationId xmlns:a16="http://schemas.microsoft.com/office/drawing/2014/main" id="{ED3CAD10-5FEE-0340-B34F-F7925BCC90A2}"/>
                </a:ext>
              </a:extLst>
            </p:cNvPr>
            <p:cNvGrpSpPr>
              <a:grpSpLocks/>
            </p:cNvGrpSpPr>
            <p:nvPr/>
          </p:nvGrpSpPr>
          <p:grpSpPr bwMode="auto">
            <a:xfrm>
              <a:off x="3008" y="2225"/>
              <a:ext cx="592" cy="924"/>
              <a:chOff x="3008" y="2225"/>
              <a:chExt cx="592" cy="924"/>
            </a:xfrm>
          </p:grpSpPr>
          <p:sp>
            <p:nvSpPr>
              <p:cNvPr id="29702" name="Freeform 123">
                <a:extLst>
                  <a:ext uri="{FF2B5EF4-FFF2-40B4-BE49-F238E27FC236}">
                    <a16:creationId xmlns:a16="http://schemas.microsoft.com/office/drawing/2014/main" id="{BA3EFE02-DD6F-BE4C-B1C4-0FB45CCCB0A3}"/>
                  </a:ext>
                </a:extLst>
              </p:cNvPr>
              <p:cNvSpPr>
                <a:spLocks/>
              </p:cNvSpPr>
              <p:nvPr/>
            </p:nvSpPr>
            <p:spPr bwMode="auto">
              <a:xfrm>
                <a:off x="3013" y="2272"/>
                <a:ext cx="564" cy="808"/>
              </a:xfrm>
              <a:custGeom>
                <a:avLst/>
                <a:gdLst>
                  <a:gd name="T0" fmla="*/ 0 w 564"/>
                  <a:gd name="T1" fmla="*/ 60 h 808"/>
                  <a:gd name="T2" fmla="*/ 400 w 564"/>
                  <a:gd name="T3" fmla="*/ 808 h 808"/>
                  <a:gd name="T4" fmla="*/ 564 w 564"/>
                  <a:gd name="T5" fmla="*/ 725 h 808"/>
                  <a:gd name="T6" fmla="*/ 162 w 564"/>
                  <a:gd name="T7" fmla="*/ 0 h 808"/>
                  <a:gd name="T8" fmla="*/ 0 w 564"/>
                  <a:gd name="T9" fmla="*/ 60 h 808"/>
                  <a:gd name="T10" fmla="*/ 0 60000 65536"/>
                  <a:gd name="T11" fmla="*/ 0 60000 65536"/>
                  <a:gd name="T12" fmla="*/ 0 60000 65536"/>
                  <a:gd name="T13" fmla="*/ 0 60000 65536"/>
                  <a:gd name="T14" fmla="*/ 0 60000 65536"/>
                  <a:gd name="T15" fmla="*/ 0 w 564"/>
                  <a:gd name="T16" fmla="*/ 0 h 808"/>
                  <a:gd name="T17" fmla="*/ 564 w 564"/>
                  <a:gd name="T18" fmla="*/ 808 h 808"/>
                </a:gdLst>
                <a:ahLst/>
                <a:cxnLst>
                  <a:cxn ang="T10">
                    <a:pos x="T0" y="T1"/>
                  </a:cxn>
                  <a:cxn ang="T11">
                    <a:pos x="T2" y="T3"/>
                  </a:cxn>
                  <a:cxn ang="T12">
                    <a:pos x="T4" y="T5"/>
                  </a:cxn>
                  <a:cxn ang="T13">
                    <a:pos x="T6" y="T7"/>
                  </a:cxn>
                  <a:cxn ang="T14">
                    <a:pos x="T8" y="T9"/>
                  </a:cxn>
                </a:cxnLst>
                <a:rect l="T15" t="T16" r="T17" b="T18"/>
                <a:pathLst>
                  <a:path w="564" h="808">
                    <a:moveTo>
                      <a:pt x="0" y="60"/>
                    </a:moveTo>
                    <a:lnTo>
                      <a:pt x="400" y="808"/>
                    </a:lnTo>
                    <a:lnTo>
                      <a:pt x="564" y="725"/>
                    </a:lnTo>
                    <a:lnTo>
                      <a:pt x="162" y="0"/>
                    </a:lnTo>
                    <a:lnTo>
                      <a:pt x="0" y="60"/>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703" name="Arc 124">
                <a:extLst>
                  <a:ext uri="{FF2B5EF4-FFF2-40B4-BE49-F238E27FC236}">
                    <a16:creationId xmlns:a16="http://schemas.microsoft.com/office/drawing/2014/main" id="{2D86182C-D967-4D45-B015-61CCB682C385}"/>
                  </a:ext>
                </a:extLst>
              </p:cNvPr>
              <p:cNvSpPr>
                <a:spLocks/>
              </p:cNvSpPr>
              <p:nvPr/>
            </p:nvSpPr>
            <p:spPr bwMode="auto">
              <a:xfrm>
                <a:off x="3010" y="2225"/>
                <a:ext cx="170" cy="105"/>
              </a:xfrm>
              <a:custGeom>
                <a:avLst/>
                <a:gdLst>
                  <a:gd name="T0" fmla="*/ 0 w 42152"/>
                  <a:gd name="T1" fmla="*/ 0 h 27693"/>
                  <a:gd name="T2" fmla="*/ 0 w 42152"/>
                  <a:gd name="T3" fmla="*/ 0 h 27693"/>
                  <a:gd name="T4" fmla="*/ 0 w 42152"/>
                  <a:gd name="T5" fmla="*/ 0 h 27693"/>
                  <a:gd name="T6" fmla="*/ 0 60000 65536"/>
                  <a:gd name="T7" fmla="*/ 0 60000 65536"/>
                  <a:gd name="T8" fmla="*/ 0 60000 65536"/>
                  <a:gd name="T9" fmla="*/ 0 w 42152"/>
                  <a:gd name="T10" fmla="*/ 0 h 27693"/>
                  <a:gd name="T11" fmla="*/ 42152 w 42152"/>
                  <a:gd name="T12" fmla="*/ 27693 h 27693"/>
                </a:gdLst>
                <a:ahLst/>
                <a:cxnLst>
                  <a:cxn ang="T6">
                    <a:pos x="T0" y="T1"/>
                  </a:cxn>
                  <a:cxn ang="T7">
                    <a:pos x="T2" y="T3"/>
                  </a:cxn>
                  <a:cxn ang="T8">
                    <a:pos x="T4" y="T5"/>
                  </a:cxn>
                </a:cxnLst>
                <a:rect l="T9" t="T10" r="T11" b="T12"/>
                <a:pathLst>
                  <a:path w="42152" h="27693" fill="none" extrusionOk="0">
                    <a:moveTo>
                      <a:pt x="877" y="27692"/>
                    </a:moveTo>
                    <a:cubicBezTo>
                      <a:pt x="295" y="25714"/>
                      <a:pt x="0" y="23662"/>
                      <a:pt x="0" y="21600"/>
                    </a:cubicBezTo>
                    <a:cubicBezTo>
                      <a:pt x="0" y="9670"/>
                      <a:pt x="9670" y="0"/>
                      <a:pt x="21600" y="0"/>
                    </a:cubicBezTo>
                    <a:cubicBezTo>
                      <a:pt x="30968" y="-1"/>
                      <a:pt x="39268" y="6038"/>
                      <a:pt x="42151" y="14952"/>
                    </a:cubicBezTo>
                  </a:path>
                  <a:path w="42152" h="27693" stroke="0" extrusionOk="0">
                    <a:moveTo>
                      <a:pt x="877" y="27692"/>
                    </a:moveTo>
                    <a:cubicBezTo>
                      <a:pt x="295" y="25714"/>
                      <a:pt x="0" y="23662"/>
                      <a:pt x="0" y="21600"/>
                    </a:cubicBezTo>
                    <a:cubicBezTo>
                      <a:pt x="0" y="9670"/>
                      <a:pt x="9670" y="0"/>
                      <a:pt x="21600" y="0"/>
                    </a:cubicBezTo>
                    <a:cubicBezTo>
                      <a:pt x="30968" y="-1"/>
                      <a:pt x="39268" y="6038"/>
                      <a:pt x="42151" y="14952"/>
                    </a:cubicBezTo>
                    <a:lnTo>
                      <a:pt x="21600" y="21600"/>
                    </a:lnTo>
                    <a:lnTo>
                      <a:pt x="877" y="27692"/>
                    </a:lnTo>
                    <a:close/>
                  </a:path>
                </a:pathLst>
              </a:custGeom>
              <a:solidFill>
                <a:srgbClr val="5F3F1F"/>
              </a:solidFill>
              <a:ln w="12700">
                <a:solidFill>
                  <a:srgbClr val="000000"/>
                </a:solidFill>
                <a:round/>
                <a:headEnd/>
                <a:tailEnd/>
              </a:ln>
            </p:spPr>
            <p:txBody>
              <a:bodyPr/>
              <a:lstStyle/>
              <a:p>
                <a:endParaRPr lang="pt-BR"/>
              </a:p>
            </p:txBody>
          </p:sp>
          <p:sp>
            <p:nvSpPr>
              <p:cNvPr id="29704" name="Arc 125">
                <a:extLst>
                  <a:ext uri="{FF2B5EF4-FFF2-40B4-BE49-F238E27FC236}">
                    <a16:creationId xmlns:a16="http://schemas.microsoft.com/office/drawing/2014/main" id="{C1BE1429-A5AC-FA45-B00F-DE64169CA3B3}"/>
                  </a:ext>
                </a:extLst>
              </p:cNvPr>
              <p:cNvSpPr>
                <a:spLocks/>
              </p:cNvSpPr>
              <p:nvPr/>
            </p:nvSpPr>
            <p:spPr bwMode="auto">
              <a:xfrm>
                <a:off x="3014" y="2236"/>
                <a:ext cx="172" cy="100"/>
              </a:xfrm>
              <a:custGeom>
                <a:avLst/>
                <a:gdLst>
                  <a:gd name="T0" fmla="*/ 0 w 42065"/>
                  <a:gd name="T1" fmla="*/ 0 h 24039"/>
                  <a:gd name="T2" fmla="*/ 0 w 42065"/>
                  <a:gd name="T3" fmla="*/ 0 h 24039"/>
                  <a:gd name="T4" fmla="*/ 0 w 42065"/>
                  <a:gd name="T5" fmla="*/ 0 h 24039"/>
                  <a:gd name="T6" fmla="*/ 0 60000 65536"/>
                  <a:gd name="T7" fmla="*/ 0 60000 65536"/>
                  <a:gd name="T8" fmla="*/ 0 60000 65536"/>
                  <a:gd name="T9" fmla="*/ 0 w 42065"/>
                  <a:gd name="T10" fmla="*/ 0 h 24039"/>
                  <a:gd name="T11" fmla="*/ 42065 w 42065"/>
                  <a:gd name="T12" fmla="*/ 24039 h 24039"/>
                </a:gdLst>
                <a:ahLst/>
                <a:cxnLst>
                  <a:cxn ang="T6">
                    <a:pos x="T0" y="T1"/>
                  </a:cxn>
                  <a:cxn ang="T7">
                    <a:pos x="T2" y="T3"/>
                  </a:cxn>
                  <a:cxn ang="T8">
                    <a:pos x="T4" y="T5"/>
                  </a:cxn>
                </a:cxnLst>
                <a:rect l="T9" t="T10" r="T11" b="T12"/>
                <a:pathLst>
                  <a:path w="42065" h="24039" fill="none" extrusionOk="0">
                    <a:moveTo>
                      <a:pt x="138" y="24038"/>
                    </a:moveTo>
                    <a:cubicBezTo>
                      <a:pt x="46" y="23229"/>
                      <a:pt x="0" y="22414"/>
                      <a:pt x="0" y="21600"/>
                    </a:cubicBezTo>
                    <a:cubicBezTo>
                      <a:pt x="0" y="9670"/>
                      <a:pt x="9670" y="0"/>
                      <a:pt x="21600" y="0"/>
                    </a:cubicBezTo>
                    <a:cubicBezTo>
                      <a:pt x="30866" y="-1"/>
                      <a:pt x="39100" y="5910"/>
                      <a:pt x="42064" y="14690"/>
                    </a:cubicBezTo>
                  </a:path>
                  <a:path w="42065" h="24039" stroke="0" extrusionOk="0">
                    <a:moveTo>
                      <a:pt x="138" y="24038"/>
                    </a:moveTo>
                    <a:cubicBezTo>
                      <a:pt x="46" y="23229"/>
                      <a:pt x="0" y="22414"/>
                      <a:pt x="0" y="21600"/>
                    </a:cubicBezTo>
                    <a:cubicBezTo>
                      <a:pt x="0" y="9670"/>
                      <a:pt x="9670" y="0"/>
                      <a:pt x="21600" y="0"/>
                    </a:cubicBezTo>
                    <a:cubicBezTo>
                      <a:pt x="30866" y="-1"/>
                      <a:pt x="39100" y="5910"/>
                      <a:pt x="42064" y="14690"/>
                    </a:cubicBezTo>
                    <a:lnTo>
                      <a:pt x="21600" y="21600"/>
                    </a:lnTo>
                    <a:lnTo>
                      <a:pt x="138" y="24038"/>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705" name="Freeform 126">
                <a:extLst>
                  <a:ext uri="{FF2B5EF4-FFF2-40B4-BE49-F238E27FC236}">
                    <a16:creationId xmlns:a16="http://schemas.microsoft.com/office/drawing/2014/main" id="{ECDC489B-E2A1-A84E-9F87-2067FEB9B1E4}"/>
                  </a:ext>
                </a:extLst>
              </p:cNvPr>
              <p:cNvSpPr>
                <a:spLocks/>
              </p:cNvSpPr>
              <p:nvPr/>
            </p:nvSpPr>
            <p:spPr bwMode="auto">
              <a:xfrm>
                <a:off x="3008" y="2237"/>
                <a:ext cx="107" cy="207"/>
              </a:xfrm>
              <a:custGeom>
                <a:avLst/>
                <a:gdLst>
                  <a:gd name="T0" fmla="*/ 3 w 107"/>
                  <a:gd name="T1" fmla="*/ 96 h 207"/>
                  <a:gd name="T2" fmla="*/ 0 w 107"/>
                  <a:gd name="T3" fmla="*/ 82 h 207"/>
                  <a:gd name="T4" fmla="*/ 0 w 107"/>
                  <a:gd name="T5" fmla="*/ 69 h 207"/>
                  <a:gd name="T6" fmla="*/ 2 w 107"/>
                  <a:gd name="T7" fmla="*/ 58 h 207"/>
                  <a:gd name="T8" fmla="*/ 6 w 107"/>
                  <a:gd name="T9" fmla="*/ 42 h 207"/>
                  <a:gd name="T10" fmla="*/ 12 w 107"/>
                  <a:gd name="T11" fmla="*/ 29 h 207"/>
                  <a:gd name="T12" fmla="*/ 21 w 107"/>
                  <a:gd name="T13" fmla="*/ 17 h 207"/>
                  <a:gd name="T14" fmla="*/ 31 w 107"/>
                  <a:gd name="T15" fmla="*/ 7 h 207"/>
                  <a:gd name="T16" fmla="*/ 41 w 107"/>
                  <a:gd name="T17" fmla="*/ 0 h 207"/>
                  <a:gd name="T18" fmla="*/ 107 w 107"/>
                  <a:gd name="T19" fmla="*/ 112 h 207"/>
                  <a:gd name="T20" fmla="*/ 95 w 107"/>
                  <a:gd name="T21" fmla="*/ 119 h 207"/>
                  <a:gd name="T22" fmla="*/ 87 w 107"/>
                  <a:gd name="T23" fmla="*/ 127 h 207"/>
                  <a:gd name="T24" fmla="*/ 79 w 107"/>
                  <a:gd name="T25" fmla="*/ 135 h 207"/>
                  <a:gd name="T26" fmla="*/ 73 w 107"/>
                  <a:gd name="T27" fmla="*/ 145 h 207"/>
                  <a:gd name="T28" fmla="*/ 66 w 107"/>
                  <a:gd name="T29" fmla="*/ 163 h 207"/>
                  <a:gd name="T30" fmla="*/ 62 w 107"/>
                  <a:gd name="T31" fmla="*/ 187 h 207"/>
                  <a:gd name="T32" fmla="*/ 62 w 107"/>
                  <a:gd name="T33" fmla="*/ 207 h 207"/>
                  <a:gd name="T34" fmla="*/ 3 w 107"/>
                  <a:gd name="T35" fmla="*/ 96 h 20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7"/>
                  <a:gd name="T55" fmla="*/ 0 h 207"/>
                  <a:gd name="T56" fmla="*/ 107 w 107"/>
                  <a:gd name="T57" fmla="*/ 207 h 20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7" h="207">
                    <a:moveTo>
                      <a:pt x="3" y="96"/>
                    </a:moveTo>
                    <a:lnTo>
                      <a:pt x="0" y="82"/>
                    </a:lnTo>
                    <a:lnTo>
                      <a:pt x="0" y="69"/>
                    </a:lnTo>
                    <a:lnTo>
                      <a:pt x="2" y="58"/>
                    </a:lnTo>
                    <a:lnTo>
                      <a:pt x="6" y="42"/>
                    </a:lnTo>
                    <a:lnTo>
                      <a:pt x="12" y="29"/>
                    </a:lnTo>
                    <a:lnTo>
                      <a:pt x="21" y="17"/>
                    </a:lnTo>
                    <a:lnTo>
                      <a:pt x="31" y="7"/>
                    </a:lnTo>
                    <a:lnTo>
                      <a:pt x="41" y="0"/>
                    </a:lnTo>
                    <a:lnTo>
                      <a:pt x="107" y="112"/>
                    </a:lnTo>
                    <a:lnTo>
                      <a:pt x="95" y="119"/>
                    </a:lnTo>
                    <a:lnTo>
                      <a:pt x="87" y="127"/>
                    </a:lnTo>
                    <a:lnTo>
                      <a:pt x="79" y="135"/>
                    </a:lnTo>
                    <a:lnTo>
                      <a:pt x="73" y="145"/>
                    </a:lnTo>
                    <a:lnTo>
                      <a:pt x="66" y="163"/>
                    </a:lnTo>
                    <a:lnTo>
                      <a:pt x="62" y="187"/>
                    </a:lnTo>
                    <a:lnTo>
                      <a:pt x="62" y="207"/>
                    </a:lnTo>
                    <a:lnTo>
                      <a:pt x="3" y="96"/>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706" name="Arc 127">
                <a:extLst>
                  <a:ext uri="{FF2B5EF4-FFF2-40B4-BE49-F238E27FC236}">
                    <a16:creationId xmlns:a16="http://schemas.microsoft.com/office/drawing/2014/main" id="{F1392FCC-78D6-4642-896E-3CE68C8ABFE3}"/>
                  </a:ext>
                </a:extLst>
              </p:cNvPr>
              <p:cNvSpPr>
                <a:spLocks/>
              </p:cNvSpPr>
              <p:nvPr/>
            </p:nvSpPr>
            <p:spPr bwMode="auto">
              <a:xfrm>
                <a:off x="3009" y="2229"/>
                <a:ext cx="87" cy="99"/>
              </a:xfrm>
              <a:custGeom>
                <a:avLst/>
                <a:gdLst>
                  <a:gd name="T0" fmla="*/ 0 w 21600"/>
                  <a:gd name="T1" fmla="*/ 0 h 26092"/>
                  <a:gd name="T2" fmla="*/ 0 w 21600"/>
                  <a:gd name="T3" fmla="*/ 0 h 26092"/>
                  <a:gd name="T4" fmla="*/ 0 w 21600"/>
                  <a:gd name="T5" fmla="*/ 0 h 26092"/>
                  <a:gd name="T6" fmla="*/ 0 60000 65536"/>
                  <a:gd name="T7" fmla="*/ 0 60000 65536"/>
                  <a:gd name="T8" fmla="*/ 0 60000 65536"/>
                  <a:gd name="T9" fmla="*/ 0 w 21600"/>
                  <a:gd name="T10" fmla="*/ 0 h 26092"/>
                  <a:gd name="T11" fmla="*/ 21600 w 21600"/>
                  <a:gd name="T12" fmla="*/ 26092 h 26092"/>
                </a:gdLst>
                <a:ahLst/>
                <a:cxnLst>
                  <a:cxn ang="T6">
                    <a:pos x="T0" y="T1"/>
                  </a:cxn>
                  <a:cxn ang="T7">
                    <a:pos x="T2" y="T3"/>
                  </a:cxn>
                  <a:cxn ang="T8">
                    <a:pos x="T4" y="T5"/>
                  </a:cxn>
                </a:cxnLst>
                <a:rect l="T9" t="T10" r="T11" b="T12"/>
                <a:pathLst>
                  <a:path w="21600" h="26092" fill="none" extrusionOk="0">
                    <a:moveTo>
                      <a:pt x="806" y="26092"/>
                    </a:moveTo>
                    <a:cubicBezTo>
                      <a:pt x="271" y="24188"/>
                      <a:pt x="0" y="22221"/>
                      <a:pt x="0" y="20244"/>
                    </a:cubicBezTo>
                    <a:cubicBezTo>
                      <a:pt x="-1" y="11219"/>
                      <a:pt x="5610" y="3146"/>
                      <a:pt x="14067" y="-1"/>
                    </a:cubicBezTo>
                  </a:path>
                  <a:path w="21600" h="26092" stroke="0" extrusionOk="0">
                    <a:moveTo>
                      <a:pt x="806" y="26092"/>
                    </a:moveTo>
                    <a:cubicBezTo>
                      <a:pt x="271" y="24188"/>
                      <a:pt x="0" y="22221"/>
                      <a:pt x="0" y="20244"/>
                    </a:cubicBezTo>
                    <a:cubicBezTo>
                      <a:pt x="-1" y="11219"/>
                      <a:pt x="5610" y="3146"/>
                      <a:pt x="14067" y="-1"/>
                    </a:cubicBezTo>
                    <a:lnTo>
                      <a:pt x="21600" y="20244"/>
                    </a:lnTo>
                    <a:lnTo>
                      <a:pt x="806" y="26092"/>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29707" name="Arc 128">
                <a:extLst>
                  <a:ext uri="{FF2B5EF4-FFF2-40B4-BE49-F238E27FC236}">
                    <a16:creationId xmlns:a16="http://schemas.microsoft.com/office/drawing/2014/main" id="{7D5FE8DF-682B-4347-9F52-7EB8A29B3840}"/>
                  </a:ext>
                </a:extLst>
              </p:cNvPr>
              <p:cNvSpPr>
                <a:spLocks/>
              </p:cNvSpPr>
              <p:nvPr/>
            </p:nvSpPr>
            <p:spPr bwMode="auto">
              <a:xfrm>
                <a:off x="3072" y="2338"/>
                <a:ext cx="171" cy="103"/>
              </a:xfrm>
              <a:custGeom>
                <a:avLst/>
                <a:gdLst>
                  <a:gd name="T0" fmla="*/ 0 w 42293"/>
                  <a:gd name="T1" fmla="*/ 0 h 27167"/>
                  <a:gd name="T2" fmla="*/ 0 w 42293"/>
                  <a:gd name="T3" fmla="*/ 0 h 27167"/>
                  <a:gd name="T4" fmla="*/ 0 w 42293"/>
                  <a:gd name="T5" fmla="*/ 0 h 27167"/>
                  <a:gd name="T6" fmla="*/ 0 60000 65536"/>
                  <a:gd name="T7" fmla="*/ 0 60000 65536"/>
                  <a:gd name="T8" fmla="*/ 0 60000 65536"/>
                  <a:gd name="T9" fmla="*/ 0 w 42293"/>
                  <a:gd name="T10" fmla="*/ 0 h 27167"/>
                  <a:gd name="T11" fmla="*/ 42293 w 42293"/>
                  <a:gd name="T12" fmla="*/ 27167 h 27167"/>
                </a:gdLst>
                <a:ahLst/>
                <a:cxnLst>
                  <a:cxn ang="T6">
                    <a:pos x="T0" y="T1"/>
                  </a:cxn>
                  <a:cxn ang="T7">
                    <a:pos x="T2" y="T3"/>
                  </a:cxn>
                  <a:cxn ang="T8">
                    <a:pos x="T4" y="T5"/>
                  </a:cxn>
                </a:cxnLst>
                <a:rect l="T9" t="T10" r="T11" b="T12"/>
                <a:pathLst>
                  <a:path w="42293" h="27167" fill="none" extrusionOk="0">
                    <a:moveTo>
                      <a:pt x="729" y="27167"/>
                    </a:moveTo>
                    <a:cubicBezTo>
                      <a:pt x="245" y="25351"/>
                      <a:pt x="0" y="23479"/>
                      <a:pt x="0" y="21600"/>
                    </a:cubicBezTo>
                    <a:cubicBezTo>
                      <a:pt x="0" y="9670"/>
                      <a:pt x="9670" y="0"/>
                      <a:pt x="21600" y="0"/>
                    </a:cubicBezTo>
                    <a:cubicBezTo>
                      <a:pt x="31144" y="-1"/>
                      <a:pt x="39556" y="6263"/>
                      <a:pt x="42293" y="15406"/>
                    </a:cubicBezTo>
                  </a:path>
                  <a:path w="42293" h="27167" stroke="0" extrusionOk="0">
                    <a:moveTo>
                      <a:pt x="729" y="27167"/>
                    </a:moveTo>
                    <a:cubicBezTo>
                      <a:pt x="245" y="25351"/>
                      <a:pt x="0" y="23479"/>
                      <a:pt x="0" y="21600"/>
                    </a:cubicBezTo>
                    <a:cubicBezTo>
                      <a:pt x="0" y="9670"/>
                      <a:pt x="9670" y="0"/>
                      <a:pt x="21600" y="0"/>
                    </a:cubicBezTo>
                    <a:cubicBezTo>
                      <a:pt x="31144" y="-1"/>
                      <a:pt x="39556" y="6263"/>
                      <a:pt x="42293" y="15406"/>
                    </a:cubicBezTo>
                    <a:lnTo>
                      <a:pt x="21600" y="21600"/>
                    </a:lnTo>
                    <a:lnTo>
                      <a:pt x="729" y="27167"/>
                    </a:lnTo>
                    <a:close/>
                  </a:path>
                </a:pathLst>
              </a:custGeom>
              <a:solidFill>
                <a:srgbClr val="7F3F00"/>
              </a:solidFill>
              <a:ln w="12700">
                <a:solidFill>
                  <a:srgbClr val="000000"/>
                </a:solidFill>
                <a:round/>
                <a:headEnd/>
                <a:tailEnd/>
              </a:ln>
            </p:spPr>
            <p:txBody>
              <a:bodyPr/>
              <a:lstStyle/>
              <a:p>
                <a:endParaRPr lang="pt-BR"/>
              </a:p>
            </p:txBody>
          </p:sp>
          <p:grpSp>
            <p:nvGrpSpPr>
              <p:cNvPr id="29708" name="Group 129">
                <a:extLst>
                  <a:ext uri="{FF2B5EF4-FFF2-40B4-BE49-F238E27FC236}">
                    <a16:creationId xmlns:a16="http://schemas.microsoft.com/office/drawing/2014/main" id="{4902A7D7-04DC-CA4B-BC7D-58B5BA342770}"/>
                  </a:ext>
                </a:extLst>
              </p:cNvPr>
              <p:cNvGrpSpPr>
                <a:grpSpLocks/>
              </p:cNvGrpSpPr>
              <p:nvPr/>
            </p:nvGrpSpPr>
            <p:grpSpPr bwMode="auto">
              <a:xfrm>
                <a:off x="3078" y="2354"/>
                <a:ext cx="182" cy="119"/>
                <a:chOff x="3078" y="2354"/>
                <a:chExt cx="182" cy="119"/>
              </a:xfrm>
            </p:grpSpPr>
            <p:grpSp>
              <p:nvGrpSpPr>
                <p:cNvPr id="29732" name="Group 130">
                  <a:extLst>
                    <a:ext uri="{FF2B5EF4-FFF2-40B4-BE49-F238E27FC236}">
                      <a16:creationId xmlns:a16="http://schemas.microsoft.com/office/drawing/2014/main" id="{50B1F33E-5292-134E-A726-AE02D7E3EAF1}"/>
                    </a:ext>
                  </a:extLst>
                </p:cNvPr>
                <p:cNvGrpSpPr>
                  <a:grpSpLocks/>
                </p:cNvGrpSpPr>
                <p:nvPr/>
              </p:nvGrpSpPr>
              <p:grpSpPr bwMode="auto">
                <a:xfrm>
                  <a:off x="3078" y="2354"/>
                  <a:ext cx="173" cy="101"/>
                  <a:chOff x="3078" y="2354"/>
                  <a:chExt cx="173" cy="101"/>
                </a:xfrm>
              </p:grpSpPr>
              <p:sp>
                <p:nvSpPr>
                  <p:cNvPr id="29734" name="Arc 131">
                    <a:extLst>
                      <a:ext uri="{FF2B5EF4-FFF2-40B4-BE49-F238E27FC236}">
                        <a16:creationId xmlns:a16="http://schemas.microsoft.com/office/drawing/2014/main" id="{7D7EC113-1969-904E-9F5A-CAF788C233BF}"/>
                      </a:ext>
                    </a:extLst>
                  </p:cNvPr>
                  <p:cNvSpPr>
                    <a:spLocks/>
                  </p:cNvSpPr>
                  <p:nvPr/>
                </p:nvSpPr>
                <p:spPr bwMode="auto">
                  <a:xfrm>
                    <a:off x="3078" y="2354"/>
                    <a:ext cx="172" cy="100"/>
                  </a:xfrm>
                  <a:custGeom>
                    <a:avLst/>
                    <a:gdLst>
                      <a:gd name="T0" fmla="*/ 0 w 42520"/>
                      <a:gd name="T1" fmla="*/ 0 h 26361"/>
                      <a:gd name="T2" fmla="*/ 0 w 42520"/>
                      <a:gd name="T3" fmla="*/ 0 h 26361"/>
                      <a:gd name="T4" fmla="*/ 0 w 42520"/>
                      <a:gd name="T5" fmla="*/ 0 h 26361"/>
                      <a:gd name="T6" fmla="*/ 0 60000 65536"/>
                      <a:gd name="T7" fmla="*/ 0 60000 65536"/>
                      <a:gd name="T8" fmla="*/ 0 60000 65536"/>
                      <a:gd name="T9" fmla="*/ 0 w 42520"/>
                      <a:gd name="T10" fmla="*/ 0 h 26361"/>
                      <a:gd name="T11" fmla="*/ 42520 w 42520"/>
                      <a:gd name="T12" fmla="*/ 26361 h 26361"/>
                    </a:gdLst>
                    <a:ahLst/>
                    <a:cxnLst>
                      <a:cxn ang="T6">
                        <a:pos x="T0" y="T1"/>
                      </a:cxn>
                      <a:cxn ang="T7">
                        <a:pos x="T2" y="T3"/>
                      </a:cxn>
                      <a:cxn ang="T8">
                        <a:pos x="T4" y="T5"/>
                      </a:cxn>
                    </a:cxnLst>
                    <a:rect l="T9" t="T10" r="T11" b="T12"/>
                    <a:pathLst>
                      <a:path w="42520" h="26361" fill="none" extrusionOk="0">
                        <a:moveTo>
                          <a:pt x="531" y="26360"/>
                        </a:moveTo>
                        <a:cubicBezTo>
                          <a:pt x="178" y="24798"/>
                          <a:pt x="0" y="23201"/>
                          <a:pt x="0" y="21600"/>
                        </a:cubicBezTo>
                        <a:cubicBezTo>
                          <a:pt x="0" y="9670"/>
                          <a:pt x="9670" y="0"/>
                          <a:pt x="21600" y="0"/>
                        </a:cubicBezTo>
                        <a:cubicBezTo>
                          <a:pt x="31457" y="-1"/>
                          <a:pt x="40064" y="6673"/>
                          <a:pt x="42519" y="16221"/>
                        </a:cubicBezTo>
                      </a:path>
                      <a:path w="42520" h="26361" stroke="0" extrusionOk="0">
                        <a:moveTo>
                          <a:pt x="531" y="26360"/>
                        </a:moveTo>
                        <a:cubicBezTo>
                          <a:pt x="178" y="24798"/>
                          <a:pt x="0" y="23201"/>
                          <a:pt x="0" y="21600"/>
                        </a:cubicBezTo>
                        <a:cubicBezTo>
                          <a:pt x="0" y="9670"/>
                          <a:pt x="9670" y="0"/>
                          <a:pt x="21600" y="0"/>
                        </a:cubicBezTo>
                        <a:cubicBezTo>
                          <a:pt x="31457" y="-1"/>
                          <a:pt x="40064" y="6673"/>
                          <a:pt x="42519" y="16221"/>
                        </a:cubicBezTo>
                        <a:lnTo>
                          <a:pt x="21600" y="21600"/>
                        </a:lnTo>
                        <a:lnTo>
                          <a:pt x="531" y="26360"/>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735" name="Arc 132">
                    <a:extLst>
                      <a:ext uri="{FF2B5EF4-FFF2-40B4-BE49-F238E27FC236}">
                        <a16:creationId xmlns:a16="http://schemas.microsoft.com/office/drawing/2014/main" id="{F460648B-6107-D74D-A702-728936D30CE8}"/>
                      </a:ext>
                    </a:extLst>
                  </p:cNvPr>
                  <p:cNvSpPr>
                    <a:spLocks/>
                  </p:cNvSpPr>
                  <p:nvPr/>
                </p:nvSpPr>
                <p:spPr bwMode="auto">
                  <a:xfrm>
                    <a:off x="3078" y="2364"/>
                    <a:ext cx="88" cy="90"/>
                  </a:xfrm>
                  <a:custGeom>
                    <a:avLst/>
                    <a:gdLst>
                      <a:gd name="T0" fmla="*/ 0 w 21600"/>
                      <a:gd name="T1" fmla="*/ 0 h 23652"/>
                      <a:gd name="T2" fmla="*/ 0 w 21600"/>
                      <a:gd name="T3" fmla="*/ 0 h 23652"/>
                      <a:gd name="T4" fmla="*/ 0 w 21600"/>
                      <a:gd name="T5" fmla="*/ 0 h 23652"/>
                      <a:gd name="T6" fmla="*/ 0 60000 65536"/>
                      <a:gd name="T7" fmla="*/ 0 60000 65536"/>
                      <a:gd name="T8" fmla="*/ 0 60000 65536"/>
                      <a:gd name="T9" fmla="*/ 0 w 21600"/>
                      <a:gd name="T10" fmla="*/ 0 h 23652"/>
                      <a:gd name="T11" fmla="*/ 21600 w 21600"/>
                      <a:gd name="T12" fmla="*/ 23652 h 23652"/>
                    </a:gdLst>
                    <a:ahLst/>
                    <a:cxnLst>
                      <a:cxn ang="T6">
                        <a:pos x="T0" y="T1"/>
                      </a:cxn>
                      <a:cxn ang="T7">
                        <a:pos x="T2" y="T3"/>
                      </a:cxn>
                      <a:cxn ang="T8">
                        <a:pos x="T4" y="T5"/>
                      </a:cxn>
                    </a:cxnLst>
                    <a:rect l="T9" t="T10" r="T11" b="T12"/>
                    <a:pathLst>
                      <a:path w="21600" h="23652" fill="none" extrusionOk="0">
                        <a:moveTo>
                          <a:pt x="531" y="23651"/>
                        </a:moveTo>
                        <a:cubicBezTo>
                          <a:pt x="178" y="22089"/>
                          <a:pt x="0" y="20492"/>
                          <a:pt x="0" y="18891"/>
                        </a:cubicBezTo>
                        <a:cubicBezTo>
                          <a:pt x="-1" y="11039"/>
                          <a:pt x="4260" y="3806"/>
                          <a:pt x="11126" y="-1"/>
                        </a:cubicBezTo>
                      </a:path>
                      <a:path w="21600" h="23652" stroke="0" extrusionOk="0">
                        <a:moveTo>
                          <a:pt x="531" y="23651"/>
                        </a:moveTo>
                        <a:cubicBezTo>
                          <a:pt x="178" y="22089"/>
                          <a:pt x="0" y="20492"/>
                          <a:pt x="0" y="18891"/>
                        </a:cubicBezTo>
                        <a:cubicBezTo>
                          <a:pt x="-1" y="11039"/>
                          <a:pt x="4260" y="3806"/>
                          <a:pt x="11126" y="-1"/>
                        </a:cubicBezTo>
                        <a:lnTo>
                          <a:pt x="21600" y="18891"/>
                        </a:lnTo>
                        <a:lnTo>
                          <a:pt x="531" y="23651"/>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736" name="Arc 133">
                    <a:extLst>
                      <a:ext uri="{FF2B5EF4-FFF2-40B4-BE49-F238E27FC236}">
                        <a16:creationId xmlns:a16="http://schemas.microsoft.com/office/drawing/2014/main" id="{0980062F-487D-6741-94E9-D5C4B14B33C6}"/>
                      </a:ext>
                    </a:extLst>
                  </p:cNvPr>
                  <p:cNvSpPr>
                    <a:spLocks/>
                  </p:cNvSpPr>
                  <p:nvPr/>
                </p:nvSpPr>
                <p:spPr bwMode="auto">
                  <a:xfrm>
                    <a:off x="3079" y="2354"/>
                    <a:ext cx="172" cy="101"/>
                  </a:xfrm>
                  <a:custGeom>
                    <a:avLst/>
                    <a:gdLst>
                      <a:gd name="T0" fmla="*/ 0 w 42453"/>
                      <a:gd name="T1" fmla="*/ 0 h 26668"/>
                      <a:gd name="T2" fmla="*/ 0 w 42453"/>
                      <a:gd name="T3" fmla="*/ 0 h 26668"/>
                      <a:gd name="T4" fmla="*/ 0 w 42453"/>
                      <a:gd name="T5" fmla="*/ 0 h 26668"/>
                      <a:gd name="T6" fmla="*/ 0 60000 65536"/>
                      <a:gd name="T7" fmla="*/ 0 60000 65536"/>
                      <a:gd name="T8" fmla="*/ 0 60000 65536"/>
                      <a:gd name="T9" fmla="*/ 0 w 42453"/>
                      <a:gd name="T10" fmla="*/ 0 h 26668"/>
                      <a:gd name="T11" fmla="*/ 42453 w 42453"/>
                      <a:gd name="T12" fmla="*/ 26668 h 26668"/>
                    </a:gdLst>
                    <a:ahLst/>
                    <a:cxnLst>
                      <a:cxn ang="T6">
                        <a:pos x="T0" y="T1"/>
                      </a:cxn>
                      <a:cxn ang="T7">
                        <a:pos x="T2" y="T3"/>
                      </a:cxn>
                      <a:cxn ang="T8">
                        <a:pos x="T4" y="T5"/>
                      </a:cxn>
                    </a:cxnLst>
                    <a:rect l="T9" t="T10" r="T11" b="T12"/>
                    <a:pathLst>
                      <a:path w="42453" h="26668" fill="none" extrusionOk="0">
                        <a:moveTo>
                          <a:pt x="602" y="26668"/>
                        </a:moveTo>
                        <a:cubicBezTo>
                          <a:pt x="202" y="25008"/>
                          <a:pt x="0" y="23307"/>
                          <a:pt x="0" y="21600"/>
                        </a:cubicBezTo>
                        <a:cubicBezTo>
                          <a:pt x="0" y="9670"/>
                          <a:pt x="9670" y="0"/>
                          <a:pt x="21600" y="0"/>
                        </a:cubicBezTo>
                        <a:cubicBezTo>
                          <a:pt x="31361" y="-1"/>
                          <a:pt x="39909" y="6546"/>
                          <a:pt x="42453" y="15969"/>
                        </a:cubicBezTo>
                      </a:path>
                      <a:path w="42453" h="26668" stroke="0" extrusionOk="0">
                        <a:moveTo>
                          <a:pt x="602" y="26668"/>
                        </a:moveTo>
                        <a:cubicBezTo>
                          <a:pt x="202" y="25008"/>
                          <a:pt x="0" y="23307"/>
                          <a:pt x="0" y="21600"/>
                        </a:cubicBezTo>
                        <a:cubicBezTo>
                          <a:pt x="0" y="9670"/>
                          <a:pt x="9670" y="0"/>
                          <a:pt x="21600" y="0"/>
                        </a:cubicBezTo>
                        <a:cubicBezTo>
                          <a:pt x="31361" y="-1"/>
                          <a:pt x="39909" y="6546"/>
                          <a:pt x="42453" y="15969"/>
                        </a:cubicBezTo>
                        <a:lnTo>
                          <a:pt x="21600" y="21600"/>
                        </a:lnTo>
                        <a:lnTo>
                          <a:pt x="602" y="26668"/>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grpSp>
            <p:sp>
              <p:nvSpPr>
                <p:cNvPr id="29733" name="Arc 134">
                  <a:extLst>
                    <a:ext uri="{FF2B5EF4-FFF2-40B4-BE49-F238E27FC236}">
                      <a16:creationId xmlns:a16="http://schemas.microsoft.com/office/drawing/2014/main" id="{5AE8C77E-72C5-FE40-A70E-9E579638BD16}"/>
                    </a:ext>
                  </a:extLst>
                </p:cNvPr>
                <p:cNvSpPr>
                  <a:spLocks/>
                </p:cNvSpPr>
                <p:nvPr/>
              </p:nvSpPr>
              <p:spPr bwMode="auto">
                <a:xfrm>
                  <a:off x="3088" y="2372"/>
                  <a:ext cx="172" cy="101"/>
                </a:xfrm>
                <a:custGeom>
                  <a:avLst/>
                  <a:gdLst>
                    <a:gd name="T0" fmla="*/ 0 w 42453"/>
                    <a:gd name="T1" fmla="*/ 0 h 26668"/>
                    <a:gd name="T2" fmla="*/ 0 w 42453"/>
                    <a:gd name="T3" fmla="*/ 0 h 26668"/>
                    <a:gd name="T4" fmla="*/ 0 w 42453"/>
                    <a:gd name="T5" fmla="*/ 0 h 26668"/>
                    <a:gd name="T6" fmla="*/ 0 60000 65536"/>
                    <a:gd name="T7" fmla="*/ 0 60000 65536"/>
                    <a:gd name="T8" fmla="*/ 0 60000 65536"/>
                    <a:gd name="T9" fmla="*/ 0 w 42453"/>
                    <a:gd name="T10" fmla="*/ 0 h 26668"/>
                    <a:gd name="T11" fmla="*/ 42453 w 42453"/>
                    <a:gd name="T12" fmla="*/ 26668 h 26668"/>
                  </a:gdLst>
                  <a:ahLst/>
                  <a:cxnLst>
                    <a:cxn ang="T6">
                      <a:pos x="T0" y="T1"/>
                    </a:cxn>
                    <a:cxn ang="T7">
                      <a:pos x="T2" y="T3"/>
                    </a:cxn>
                    <a:cxn ang="T8">
                      <a:pos x="T4" y="T5"/>
                    </a:cxn>
                  </a:cxnLst>
                  <a:rect l="T9" t="T10" r="T11" b="T12"/>
                  <a:pathLst>
                    <a:path w="42453" h="26668" fill="none" extrusionOk="0">
                      <a:moveTo>
                        <a:pt x="602" y="26668"/>
                      </a:moveTo>
                      <a:cubicBezTo>
                        <a:pt x="202" y="25008"/>
                        <a:pt x="0" y="23307"/>
                        <a:pt x="0" y="21600"/>
                      </a:cubicBezTo>
                      <a:cubicBezTo>
                        <a:pt x="0" y="9670"/>
                        <a:pt x="9670" y="0"/>
                        <a:pt x="21600" y="0"/>
                      </a:cubicBezTo>
                      <a:cubicBezTo>
                        <a:pt x="31361" y="-1"/>
                        <a:pt x="39909" y="6546"/>
                        <a:pt x="42453" y="15969"/>
                      </a:cubicBezTo>
                    </a:path>
                    <a:path w="42453" h="26668" stroke="0" extrusionOk="0">
                      <a:moveTo>
                        <a:pt x="602" y="26668"/>
                      </a:moveTo>
                      <a:cubicBezTo>
                        <a:pt x="202" y="25008"/>
                        <a:pt x="0" y="23307"/>
                        <a:pt x="0" y="21600"/>
                      </a:cubicBezTo>
                      <a:cubicBezTo>
                        <a:pt x="0" y="9670"/>
                        <a:pt x="9670" y="0"/>
                        <a:pt x="21600" y="0"/>
                      </a:cubicBezTo>
                      <a:cubicBezTo>
                        <a:pt x="31361" y="-1"/>
                        <a:pt x="39909" y="6546"/>
                        <a:pt x="42453" y="15969"/>
                      </a:cubicBezTo>
                      <a:lnTo>
                        <a:pt x="21600" y="21600"/>
                      </a:lnTo>
                      <a:lnTo>
                        <a:pt x="602" y="26668"/>
                      </a:lnTo>
                      <a:close/>
                    </a:path>
                  </a:pathLst>
                </a:custGeom>
                <a:solidFill>
                  <a:srgbClr val="7F3F00"/>
                </a:solidFill>
                <a:ln w="12700">
                  <a:solidFill>
                    <a:srgbClr val="000000"/>
                  </a:solidFill>
                  <a:round/>
                  <a:headEnd/>
                  <a:tailEnd/>
                </a:ln>
              </p:spPr>
              <p:txBody>
                <a:bodyPr/>
                <a:lstStyle/>
                <a:p>
                  <a:endParaRPr lang="pt-BR"/>
                </a:p>
              </p:txBody>
            </p:sp>
          </p:grpSp>
          <p:grpSp>
            <p:nvGrpSpPr>
              <p:cNvPr id="29709" name="Group 135">
                <a:extLst>
                  <a:ext uri="{FF2B5EF4-FFF2-40B4-BE49-F238E27FC236}">
                    <a16:creationId xmlns:a16="http://schemas.microsoft.com/office/drawing/2014/main" id="{AFEB1E84-FC0D-F84F-A711-9E6B51B83290}"/>
                  </a:ext>
                </a:extLst>
              </p:cNvPr>
              <p:cNvGrpSpPr>
                <a:grpSpLocks/>
              </p:cNvGrpSpPr>
              <p:nvPr/>
            </p:nvGrpSpPr>
            <p:grpSpPr bwMode="auto">
              <a:xfrm>
                <a:off x="3095" y="2388"/>
                <a:ext cx="182" cy="118"/>
                <a:chOff x="3095" y="2388"/>
                <a:chExt cx="182" cy="118"/>
              </a:xfrm>
            </p:grpSpPr>
            <p:grpSp>
              <p:nvGrpSpPr>
                <p:cNvPr id="29727" name="Group 136">
                  <a:extLst>
                    <a:ext uri="{FF2B5EF4-FFF2-40B4-BE49-F238E27FC236}">
                      <a16:creationId xmlns:a16="http://schemas.microsoft.com/office/drawing/2014/main" id="{84EBC510-C969-164A-83EE-17B701642B9F}"/>
                    </a:ext>
                  </a:extLst>
                </p:cNvPr>
                <p:cNvGrpSpPr>
                  <a:grpSpLocks/>
                </p:cNvGrpSpPr>
                <p:nvPr/>
              </p:nvGrpSpPr>
              <p:grpSpPr bwMode="auto">
                <a:xfrm>
                  <a:off x="3095" y="2388"/>
                  <a:ext cx="173" cy="100"/>
                  <a:chOff x="3095" y="2388"/>
                  <a:chExt cx="173" cy="100"/>
                </a:xfrm>
              </p:grpSpPr>
              <p:sp>
                <p:nvSpPr>
                  <p:cNvPr id="29729" name="Arc 137">
                    <a:extLst>
                      <a:ext uri="{FF2B5EF4-FFF2-40B4-BE49-F238E27FC236}">
                        <a16:creationId xmlns:a16="http://schemas.microsoft.com/office/drawing/2014/main" id="{9659BB35-DCD7-664A-B1CE-C84DF1566FCF}"/>
                      </a:ext>
                    </a:extLst>
                  </p:cNvPr>
                  <p:cNvSpPr>
                    <a:spLocks/>
                  </p:cNvSpPr>
                  <p:nvPr/>
                </p:nvSpPr>
                <p:spPr bwMode="auto">
                  <a:xfrm>
                    <a:off x="3095" y="2388"/>
                    <a:ext cx="173" cy="99"/>
                  </a:xfrm>
                  <a:custGeom>
                    <a:avLst/>
                    <a:gdLst>
                      <a:gd name="T0" fmla="*/ 0 w 42583"/>
                      <a:gd name="T1" fmla="*/ 0 h 26108"/>
                      <a:gd name="T2" fmla="*/ 0 w 42583"/>
                      <a:gd name="T3" fmla="*/ 0 h 26108"/>
                      <a:gd name="T4" fmla="*/ 0 w 42583"/>
                      <a:gd name="T5" fmla="*/ 0 h 26108"/>
                      <a:gd name="T6" fmla="*/ 0 60000 65536"/>
                      <a:gd name="T7" fmla="*/ 0 60000 65536"/>
                      <a:gd name="T8" fmla="*/ 0 60000 65536"/>
                      <a:gd name="T9" fmla="*/ 0 w 42583"/>
                      <a:gd name="T10" fmla="*/ 0 h 26108"/>
                      <a:gd name="T11" fmla="*/ 42583 w 42583"/>
                      <a:gd name="T12" fmla="*/ 26108 h 26108"/>
                    </a:gdLst>
                    <a:ahLst/>
                    <a:cxnLst>
                      <a:cxn ang="T6">
                        <a:pos x="T0" y="T1"/>
                      </a:cxn>
                      <a:cxn ang="T7">
                        <a:pos x="T2" y="T3"/>
                      </a:cxn>
                      <a:cxn ang="T8">
                        <a:pos x="T4" y="T5"/>
                      </a:cxn>
                    </a:cxnLst>
                    <a:rect l="T9" t="T10" r="T11" b="T12"/>
                    <a:pathLst>
                      <a:path w="42583" h="26108" fill="none" extrusionOk="0">
                        <a:moveTo>
                          <a:pt x="475" y="26108"/>
                        </a:moveTo>
                        <a:cubicBezTo>
                          <a:pt x="159" y="24626"/>
                          <a:pt x="0" y="23115"/>
                          <a:pt x="0" y="21600"/>
                        </a:cubicBezTo>
                        <a:cubicBezTo>
                          <a:pt x="0" y="9670"/>
                          <a:pt x="9670" y="0"/>
                          <a:pt x="21600" y="0"/>
                        </a:cubicBezTo>
                        <a:cubicBezTo>
                          <a:pt x="31554" y="-1"/>
                          <a:pt x="40220" y="6803"/>
                          <a:pt x="42582" y="16474"/>
                        </a:cubicBezTo>
                      </a:path>
                      <a:path w="42583" h="26108" stroke="0" extrusionOk="0">
                        <a:moveTo>
                          <a:pt x="475" y="26108"/>
                        </a:moveTo>
                        <a:cubicBezTo>
                          <a:pt x="159" y="24626"/>
                          <a:pt x="0" y="23115"/>
                          <a:pt x="0" y="21600"/>
                        </a:cubicBezTo>
                        <a:cubicBezTo>
                          <a:pt x="0" y="9670"/>
                          <a:pt x="9670" y="0"/>
                          <a:pt x="21600" y="0"/>
                        </a:cubicBezTo>
                        <a:cubicBezTo>
                          <a:pt x="31554" y="-1"/>
                          <a:pt x="40220" y="6803"/>
                          <a:pt x="42582" y="16474"/>
                        </a:cubicBezTo>
                        <a:lnTo>
                          <a:pt x="21600" y="21600"/>
                        </a:lnTo>
                        <a:lnTo>
                          <a:pt x="475" y="26108"/>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730" name="Arc 138">
                    <a:extLst>
                      <a:ext uri="{FF2B5EF4-FFF2-40B4-BE49-F238E27FC236}">
                        <a16:creationId xmlns:a16="http://schemas.microsoft.com/office/drawing/2014/main" id="{3303AFEB-271C-C945-9754-4C1862F50158}"/>
                      </a:ext>
                    </a:extLst>
                  </p:cNvPr>
                  <p:cNvSpPr>
                    <a:spLocks/>
                  </p:cNvSpPr>
                  <p:nvPr/>
                </p:nvSpPr>
                <p:spPr bwMode="auto">
                  <a:xfrm>
                    <a:off x="3095" y="2398"/>
                    <a:ext cx="88" cy="89"/>
                  </a:xfrm>
                  <a:custGeom>
                    <a:avLst/>
                    <a:gdLst>
                      <a:gd name="T0" fmla="*/ 0 w 21600"/>
                      <a:gd name="T1" fmla="*/ 0 h 23399"/>
                      <a:gd name="T2" fmla="*/ 0 w 21600"/>
                      <a:gd name="T3" fmla="*/ 0 h 23399"/>
                      <a:gd name="T4" fmla="*/ 0 w 21600"/>
                      <a:gd name="T5" fmla="*/ 0 h 23399"/>
                      <a:gd name="T6" fmla="*/ 0 60000 65536"/>
                      <a:gd name="T7" fmla="*/ 0 60000 65536"/>
                      <a:gd name="T8" fmla="*/ 0 60000 65536"/>
                      <a:gd name="T9" fmla="*/ 0 w 21600"/>
                      <a:gd name="T10" fmla="*/ 0 h 23399"/>
                      <a:gd name="T11" fmla="*/ 21600 w 21600"/>
                      <a:gd name="T12" fmla="*/ 23399 h 23399"/>
                    </a:gdLst>
                    <a:ahLst/>
                    <a:cxnLst>
                      <a:cxn ang="T6">
                        <a:pos x="T0" y="T1"/>
                      </a:cxn>
                      <a:cxn ang="T7">
                        <a:pos x="T2" y="T3"/>
                      </a:cxn>
                      <a:cxn ang="T8">
                        <a:pos x="T4" y="T5"/>
                      </a:cxn>
                    </a:cxnLst>
                    <a:rect l="T9" t="T10" r="T11" b="T12"/>
                    <a:pathLst>
                      <a:path w="21600" h="23399" fill="none" extrusionOk="0">
                        <a:moveTo>
                          <a:pt x="475" y="23399"/>
                        </a:moveTo>
                        <a:cubicBezTo>
                          <a:pt x="159" y="21917"/>
                          <a:pt x="0" y="20406"/>
                          <a:pt x="0" y="18891"/>
                        </a:cubicBezTo>
                        <a:cubicBezTo>
                          <a:pt x="-1" y="11039"/>
                          <a:pt x="4260" y="3806"/>
                          <a:pt x="11126" y="-1"/>
                        </a:cubicBezTo>
                      </a:path>
                      <a:path w="21600" h="23399" stroke="0" extrusionOk="0">
                        <a:moveTo>
                          <a:pt x="475" y="23399"/>
                        </a:moveTo>
                        <a:cubicBezTo>
                          <a:pt x="159" y="21917"/>
                          <a:pt x="0" y="20406"/>
                          <a:pt x="0" y="18891"/>
                        </a:cubicBezTo>
                        <a:cubicBezTo>
                          <a:pt x="-1" y="11039"/>
                          <a:pt x="4260" y="3806"/>
                          <a:pt x="11126" y="-1"/>
                        </a:cubicBezTo>
                        <a:lnTo>
                          <a:pt x="21600" y="18891"/>
                        </a:lnTo>
                        <a:lnTo>
                          <a:pt x="475" y="23399"/>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731" name="Arc 139">
                    <a:extLst>
                      <a:ext uri="{FF2B5EF4-FFF2-40B4-BE49-F238E27FC236}">
                        <a16:creationId xmlns:a16="http://schemas.microsoft.com/office/drawing/2014/main" id="{37E147CF-38FE-5941-B47E-B93C774620E6}"/>
                      </a:ext>
                    </a:extLst>
                  </p:cNvPr>
                  <p:cNvSpPr>
                    <a:spLocks/>
                  </p:cNvSpPr>
                  <p:nvPr/>
                </p:nvSpPr>
                <p:spPr bwMode="auto">
                  <a:xfrm>
                    <a:off x="3096" y="2388"/>
                    <a:ext cx="172" cy="100"/>
                  </a:xfrm>
                  <a:custGeom>
                    <a:avLst/>
                    <a:gdLst>
                      <a:gd name="T0" fmla="*/ 0 w 42520"/>
                      <a:gd name="T1" fmla="*/ 0 h 26361"/>
                      <a:gd name="T2" fmla="*/ 0 w 42520"/>
                      <a:gd name="T3" fmla="*/ 0 h 26361"/>
                      <a:gd name="T4" fmla="*/ 0 w 42520"/>
                      <a:gd name="T5" fmla="*/ 0 h 26361"/>
                      <a:gd name="T6" fmla="*/ 0 60000 65536"/>
                      <a:gd name="T7" fmla="*/ 0 60000 65536"/>
                      <a:gd name="T8" fmla="*/ 0 60000 65536"/>
                      <a:gd name="T9" fmla="*/ 0 w 42520"/>
                      <a:gd name="T10" fmla="*/ 0 h 26361"/>
                      <a:gd name="T11" fmla="*/ 42520 w 42520"/>
                      <a:gd name="T12" fmla="*/ 26361 h 26361"/>
                    </a:gdLst>
                    <a:ahLst/>
                    <a:cxnLst>
                      <a:cxn ang="T6">
                        <a:pos x="T0" y="T1"/>
                      </a:cxn>
                      <a:cxn ang="T7">
                        <a:pos x="T2" y="T3"/>
                      </a:cxn>
                      <a:cxn ang="T8">
                        <a:pos x="T4" y="T5"/>
                      </a:cxn>
                    </a:cxnLst>
                    <a:rect l="T9" t="T10" r="T11" b="T12"/>
                    <a:pathLst>
                      <a:path w="42520" h="26361" fill="none" extrusionOk="0">
                        <a:moveTo>
                          <a:pt x="531" y="26360"/>
                        </a:moveTo>
                        <a:cubicBezTo>
                          <a:pt x="178" y="24798"/>
                          <a:pt x="0" y="23201"/>
                          <a:pt x="0" y="21600"/>
                        </a:cubicBezTo>
                        <a:cubicBezTo>
                          <a:pt x="0" y="9670"/>
                          <a:pt x="9670" y="0"/>
                          <a:pt x="21600" y="0"/>
                        </a:cubicBezTo>
                        <a:cubicBezTo>
                          <a:pt x="31457" y="-1"/>
                          <a:pt x="40064" y="6673"/>
                          <a:pt x="42519" y="16221"/>
                        </a:cubicBezTo>
                      </a:path>
                      <a:path w="42520" h="26361" stroke="0" extrusionOk="0">
                        <a:moveTo>
                          <a:pt x="531" y="26360"/>
                        </a:moveTo>
                        <a:cubicBezTo>
                          <a:pt x="178" y="24798"/>
                          <a:pt x="0" y="23201"/>
                          <a:pt x="0" y="21600"/>
                        </a:cubicBezTo>
                        <a:cubicBezTo>
                          <a:pt x="0" y="9670"/>
                          <a:pt x="9670" y="0"/>
                          <a:pt x="21600" y="0"/>
                        </a:cubicBezTo>
                        <a:cubicBezTo>
                          <a:pt x="31457" y="-1"/>
                          <a:pt x="40064" y="6673"/>
                          <a:pt x="42519" y="16221"/>
                        </a:cubicBezTo>
                        <a:lnTo>
                          <a:pt x="21600" y="21600"/>
                        </a:lnTo>
                        <a:lnTo>
                          <a:pt x="531" y="2636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grpSp>
            <p:sp>
              <p:nvSpPr>
                <p:cNvPr id="29728" name="Arc 140">
                  <a:extLst>
                    <a:ext uri="{FF2B5EF4-FFF2-40B4-BE49-F238E27FC236}">
                      <a16:creationId xmlns:a16="http://schemas.microsoft.com/office/drawing/2014/main" id="{87C136F9-EAC1-AC48-A4BF-D3034743EFD0}"/>
                    </a:ext>
                  </a:extLst>
                </p:cNvPr>
                <p:cNvSpPr>
                  <a:spLocks/>
                </p:cNvSpPr>
                <p:nvPr/>
              </p:nvSpPr>
              <p:spPr bwMode="auto">
                <a:xfrm>
                  <a:off x="3105" y="2406"/>
                  <a:ext cx="172" cy="100"/>
                </a:xfrm>
                <a:custGeom>
                  <a:avLst/>
                  <a:gdLst>
                    <a:gd name="T0" fmla="*/ 0 w 42520"/>
                    <a:gd name="T1" fmla="*/ 0 h 26361"/>
                    <a:gd name="T2" fmla="*/ 0 w 42520"/>
                    <a:gd name="T3" fmla="*/ 0 h 26361"/>
                    <a:gd name="T4" fmla="*/ 0 w 42520"/>
                    <a:gd name="T5" fmla="*/ 0 h 26361"/>
                    <a:gd name="T6" fmla="*/ 0 60000 65536"/>
                    <a:gd name="T7" fmla="*/ 0 60000 65536"/>
                    <a:gd name="T8" fmla="*/ 0 60000 65536"/>
                    <a:gd name="T9" fmla="*/ 0 w 42520"/>
                    <a:gd name="T10" fmla="*/ 0 h 26361"/>
                    <a:gd name="T11" fmla="*/ 42520 w 42520"/>
                    <a:gd name="T12" fmla="*/ 26361 h 26361"/>
                  </a:gdLst>
                  <a:ahLst/>
                  <a:cxnLst>
                    <a:cxn ang="T6">
                      <a:pos x="T0" y="T1"/>
                    </a:cxn>
                    <a:cxn ang="T7">
                      <a:pos x="T2" y="T3"/>
                    </a:cxn>
                    <a:cxn ang="T8">
                      <a:pos x="T4" y="T5"/>
                    </a:cxn>
                  </a:cxnLst>
                  <a:rect l="T9" t="T10" r="T11" b="T12"/>
                  <a:pathLst>
                    <a:path w="42520" h="26361" fill="none" extrusionOk="0">
                      <a:moveTo>
                        <a:pt x="531" y="26360"/>
                      </a:moveTo>
                      <a:cubicBezTo>
                        <a:pt x="178" y="24798"/>
                        <a:pt x="0" y="23201"/>
                        <a:pt x="0" y="21600"/>
                      </a:cubicBezTo>
                      <a:cubicBezTo>
                        <a:pt x="0" y="9670"/>
                        <a:pt x="9670" y="0"/>
                        <a:pt x="21600" y="0"/>
                      </a:cubicBezTo>
                      <a:cubicBezTo>
                        <a:pt x="31457" y="-1"/>
                        <a:pt x="40064" y="6673"/>
                        <a:pt x="42519" y="16221"/>
                      </a:cubicBezTo>
                    </a:path>
                    <a:path w="42520" h="26361" stroke="0" extrusionOk="0">
                      <a:moveTo>
                        <a:pt x="531" y="26360"/>
                      </a:moveTo>
                      <a:cubicBezTo>
                        <a:pt x="178" y="24798"/>
                        <a:pt x="0" y="23201"/>
                        <a:pt x="0" y="21600"/>
                      </a:cubicBezTo>
                      <a:cubicBezTo>
                        <a:pt x="0" y="9670"/>
                        <a:pt x="9670" y="0"/>
                        <a:pt x="21600" y="0"/>
                      </a:cubicBezTo>
                      <a:cubicBezTo>
                        <a:pt x="31457" y="-1"/>
                        <a:pt x="40064" y="6673"/>
                        <a:pt x="42519" y="16221"/>
                      </a:cubicBezTo>
                      <a:lnTo>
                        <a:pt x="21600" y="21600"/>
                      </a:lnTo>
                      <a:lnTo>
                        <a:pt x="531" y="26360"/>
                      </a:lnTo>
                      <a:close/>
                    </a:path>
                  </a:pathLst>
                </a:custGeom>
                <a:solidFill>
                  <a:srgbClr val="7F3F00"/>
                </a:solidFill>
                <a:ln w="12700">
                  <a:solidFill>
                    <a:srgbClr val="000000"/>
                  </a:solidFill>
                  <a:round/>
                  <a:headEnd/>
                  <a:tailEnd/>
                </a:ln>
              </p:spPr>
              <p:txBody>
                <a:bodyPr/>
                <a:lstStyle/>
                <a:p>
                  <a:endParaRPr lang="pt-BR"/>
                </a:p>
              </p:txBody>
            </p:sp>
          </p:grpSp>
          <p:grpSp>
            <p:nvGrpSpPr>
              <p:cNvPr id="29710" name="Group 141">
                <a:extLst>
                  <a:ext uri="{FF2B5EF4-FFF2-40B4-BE49-F238E27FC236}">
                    <a16:creationId xmlns:a16="http://schemas.microsoft.com/office/drawing/2014/main" id="{D669A779-614D-5442-83E3-DC1F2E89C6EA}"/>
                  </a:ext>
                </a:extLst>
              </p:cNvPr>
              <p:cNvGrpSpPr>
                <a:grpSpLocks/>
              </p:cNvGrpSpPr>
              <p:nvPr/>
            </p:nvGrpSpPr>
            <p:grpSpPr bwMode="auto">
              <a:xfrm>
                <a:off x="3113" y="2420"/>
                <a:ext cx="173" cy="98"/>
                <a:chOff x="3113" y="2420"/>
                <a:chExt cx="173" cy="98"/>
              </a:xfrm>
            </p:grpSpPr>
            <p:sp>
              <p:nvSpPr>
                <p:cNvPr id="29725" name="Arc 142">
                  <a:extLst>
                    <a:ext uri="{FF2B5EF4-FFF2-40B4-BE49-F238E27FC236}">
                      <a16:creationId xmlns:a16="http://schemas.microsoft.com/office/drawing/2014/main" id="{43AED4EF-937D-1642-9A8B-F65E506D83F6}"/>
                    </a:ext>
                  </a:extLst>
                </p:cNvPr>
                <p:cNvSpPr>
                  <a:spLocks/>
                </p:cNvSpPr>
                <p:nvPr/>
              </p:nvSpPr>
              <p:spPr bwMode="auto">
                <a:xfrm>
                  <a:off x="3113" y="2420"/>
                  <a:ext cx="173" cy="98"/>
                </a:xfrm>
                <a:custGeom>
                  <a:avLst/>
                  <a:gdLst>
                    <a:gd name="T0" fmla="*/ 0 w 42657"/>
                    <a:gd name="T1" fmla="*/ 0 h 25854"/>
                    <a:gd name="T2" fmla="*/ 0 w 42657"/>
                    <a:gd name="T3" fmla="*/ 0 h 25854"/>
                    <a:gd name="T4" fmla="*/ 0 w 42657"/>
                    <a:gd name="T5" fmla="*/ 0 h 25854"/>
                    <a:gd name="T6" fmla="*/ 0 60000 65536"/>
                    <a:gd name="T7" fmla="*/ 0 60000 65536"/>
                    <a:gd name="T8" fmla="*/ 0 60000 65536"/>
                    <a:gd name="T9" fmla="*/ 0 w 42657"/>
                    <a:gd name="T10" fmla="*/ 0 h 25854"/>
                    <a:gd name="T11" fmla="*/ 42657 w 42657"/>
                    <a:gd name="T12" fmla="*/ 25854 h 25854"/>
                  </a:gdLst>
                  <a:ahLst/>
                  <a:cxnLst>
                    <a:cxn ang="T6">
                      <a:pos x="T0" y="T1"/>
                    </a:cxn>
                    <a:cxn ang="T7">
                      <a:pos x="T2" y="T3"/>
                    </a:cxn>
                    <a:cxn ang="T8">
                      <a:pos x="T4" y="T5"/>
                    </a:cxn>
                  </a:cxnLst>
                  <a:rect l="T9" t="T10" r="T11" b="T12"/>
                  <a:pathLst>
                    <a:path w="42657" h="25854" fill="none" extrusionOk="0">
                      <a:moveTo>
                        <a:pt x="423" y="25853"/>
                      </a:moveTo>
                      <a:cubicBezTo>
                        <a:pt x="141" y="24453"/>
                        <a:pt x="0" y="23028"/>
                        <a:pt x="0" y="21600"/>
                      </a:cubicBezTo>
                      <a:cubicBezTo>
                        <a:pt x="0" y="9670"/>
                        <a:pt x="9670" y="0"/>
                        <a:pt x="21600" y="0"/>
                      </a:cubicBezTo>
                      <a:cubicBezTo>
                        <a:pt x="31674" y="-1"/>
                        <a:pt x="40410" y="6964"/>
                        <a:pt x="42656" y="16785"/>
                      </a:cubicBezTo>
                    </a:path>
                    <a:path w="42657" h="25854" stroke="0" extrusionOk="0">
                      <a:moveTo>
                        <a:pt x="423" y="25853"/>
                      </a:moveTo>
                      <a:cubicBezTo>
                        <a:pt x="141" y="24453"/>
                        <a:pt x="0" y="23028"/>
                        <a:pt x="0" y="21600"/>
                      </a:cubicBezTo>
                      <a:cubicBezTo>
                        <a:pt x="0" y="9670"/>
                        <a:pt x="9670" y="0"/>
                        <a:pt x="21600" y="0"/>
                      </a:cubicBezTo>
                      <a:cubicBezTo>
                        <a:pt x="31674" y="-1"/>
                        <a:pt x="40410" y="6964"/>
                        <a:pt x="42656" y="16785"/>
                      </a:cubicBezTo>
                      <a:lnTo>
                        <a:pt x="21600" y="21600"/>
                      </a:lnTo>
                      <a:lnTo>
                        <a:pt x="423" y="25853"/>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726" name="Arc 143">
                  <a:extLst>
                    <a:ext uri="{FF2B5EF4-FFF2-40B4-BE49-F238E27FC236}">
                      <a16:creationId xmlns:a16="http://schemas.microsoft.com/office/drawing/2014/main" id="{2AE943B9-E213-7342-82E7-D0A4B8432A61}"/>
                    </a:ext>
                  </a:extLst>
                </p:cNvPr>
                <p:cNvSpPr>
                  <a:spLocks/>
                </p:cNvSpPr>
                <p:nvPr/>
              </p:nvSpPr>
              <p:spPr bwMode="auto">
                <a:xfrm>
                  <a:off x="3113" y="2430"/>
                  <a:ext cx="88" cy="88"/>
                </a:xfrm>
                <a:custGeom>
                  <a:avLst/>
                  <a:gdLst>
                    <a:gd name="T0" fmla="*/ 0 w 21600"/>
                    <a:gd name="T1" fmla="*/ 0 h 23145"/>
                    <a:gd name="T2" fmla="*/ 0 w 21600"/>
                    <a:gd name="T3" fmla="*/ 0 h 23145"/>
                    <a:gd name="T4" fmla="*/ 0 w 21600"/>
                    <a:gd name="T5" fmla="*/ 0 h 23145"/>
                    <a:gd name="T6" fmla="*/ 0 60000 65536"/>
                    <a:gd name="T7" fmla="*/ 0 60000 65536"/>
                    <a:gd name="T8" fmla="*/ 0 60000 65536"/>
                    <a:gd name="T9" fmla="*/ 0 w 21600"/>
                    <a:gd name="T10" fmla="*/ 0 h 23145"/>
                    <a:gd name="T11" fmla="*/ 21600 w 21600"/>
                    <a:gd name="T12" fmla="*/ 23145 h 23145"/>
                  </a:gdLst>
                  <a:ahLst/>
                  <a:cxnLst>
                    <a:cxn ang="T6">
                      <a:pos x="T0" y="T1"/>
                    </a:cxn>
                    <a:cxn ang="T7">
                      <a:pos x="T2" y="T3"/>
                    </a:cxn>
                    <a:cxn ang="T8">
                      <a:pos x="T4" y="T5"/>
                    </a:cxn>
                  </a:cxnLst>
                  <a:rect l="T9" t="T10" r="T11" b="T12"/>
                  <a:pathLst>
                    <a:path w="21600" h="23145" fill="none" extrusionOk="0">
                      <a:moveTo>
                        <a:pt x="423" y="23144"/>
                      </a:moveTo>
                      <a:cubicBezTo>
                        <a:pt x="141" y="21744"/>
                        <a:pt x="0" y="20319"/>
                        <a:pt x="0" y="18891"/>
                      </a:cubicBezTo>
                      <a:cubicBezTo>
                        <a:pt x="-1" y="11039"/>
                        <a:pt x="4260" y="3806"/>
                        <a:pt x="11126" y="-1"/>
                      </a:cubicBezTo>
                    </a:path>
                    <a:path w="21600" h="23145" stroke="0" extrusionOk="0">
                      <a:moveTo>
                        <a:pt x="423" y="23144"/>
                      </a:moveTo>
                      <a:cubicBezTo>
                        <a:pt x="141" y="21744"/>
                        <a:pt x="0" y="20319"/>
                        <a:pt x="0" y="18891"/>
                      </a:cubicBezTo>
                      <a:cubicBezTo>
                        <a:pt x="-1" y="11039"/>
                        <a:pt x="4260" y="3806"/>
                        <a:pt x="11126" y="-1"/>
                      </a:cubicBezTo>
                      <a:lnTo>
                        <a:pt x="21600" y="18891"/>
                      </a:lnTo>
                      <a:lnTo>
                        <a:pt x="423" y="23144"/>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grpSp>
            <p:nvGrpSpPr>
              <p:cNvPr id="29711" name="Group 144">
                <a:extLst>
                  <a:ext uri="{FF2B5EF4-FFF2-40B4-BE49-F238E27FC236}">
                    <a16:creationId xmlns:a16="http://schemas.microsoft.com/office/drawing/2014/main" id="{86FE7A22-70B7-AF48-B361-FFEFE66EC7EC}"/>
                  </a:ext>
                </a:extLst>
              </p:cNvPr>
              <p:cNvGrpSpPr>
                <a:grpSpLocks/>
              </p:cNvGrpSpPr>
              <p:nvPr/>
            </p:nvGrpSpPr>
            <p:grpSpPr bwMode="auto">
              <a:xfrm>
                <a:off x="3114" y="2420"/>
                <a:ext cx="182" cy="117"/>
                <a:chOff x="3114" y="2420"/>
                <a:chExt cx="182" cy="117"/>
              </a:xfrm>
            </p:grpSpPr>
            <p:sp>
              <p:nvSpPr>
                <p:cNvPr id="29723" name="Arc 145">
                  <a:extLst>
                    <a:ext uri="{FF2B5EF4-FFF2-40B4-BE49-F238E27FC236}">
                      <a16:creationId xmlns:a16="http://schemas.microsoft.com/office/drawing/2014/main" id="{62F8DDC7-AAFA-D445-8D9F-855357F1A547}"/>
                    </a:ext>
                  </a:extLst>
                </p:cNvPr>
                <p:cNvSpPr>
                  <a:spLocks/>
                </p:cNvSpPr>
                <p:nvPr/>
              </p:nvSpPr>
              <p:spPr bwMode="auto">
                <a:xfrm>
                  <a:off x="3114" y="2420"/>
                  <a:ext cx="173" cy="99"/>
                </a:xfrm>
                <a:custGeom>
                  <a:avLst/>
                  <a:gdLst>
                    <a:gd name="T0" fmla="*/ 0 w 42583"/>
                    <a:gd name="T1" fmla="*/ 0 h 26108"/>
                    <a:gd name="T2" fmla="*/ 0 w 42583"/>
                    <a:gd name="T3" fmla="*/ 0 h 26108"/>
                    <a:gd name="T4" fmla="*/ 0 w 42583"/>
                    <a:gd name="T5" fmla="*/ 0 h 26108"/>
                    <a:gd name="T6" fmla="*/ 0 60000 65536"/>
                    <a:gd name="T7" fmla="*/ 0 60000 65536"/>
                    <a:gd name="T8" fmla="*/ 0 60000 65536"/>
                    <a:gd name="T9" fmla="*/ 0 w 42583"/>
                    <a:gd name="T10" fmla="*/ 0 h 26108"/>
                    <a:gd name="T11" fmla="*/ 42583 w 42583"/>
                    <a:gd name="T12" fmla="*/ 26108 h 26108"/>
                  </a:gdLst>
                  <a:ahLst/>
                  <a:cxnLst>
                    <a:cxn ang="T6">
                      <a:pos x="T0" y="T1"/>
                    </a:cxn>
                    <a:cxn ang="T7">
                      <a:pos x="T2" y="T3"/>
                    </a:cxn>
                    <a:cxn ang="T8">
                      <a:pos x="T4" y="T5"/>
                    </a:cxn>
                  </a:cxnLst>
                  <a:rect l="T9" t="T10" r="T11" b="T12"/>
                  <a:pathLst>
                    <a:path w="42583" h="26108" fill="none" extrusionOk="0">
                      <a:moveTo>
                        <a:pt x="475" y="26108"/>
                      </a:moveTo>
                      <a:cubicBezTo>
                        <a:pt x="159" y="24626"/>
                        <a:pt x="0" y="23115"/>
                        <a:pt x="0" y="21600"/>
                      </a:cubicBezTo>
                      <a:cubicBezTo>
                        <a:pt x="0" y="9670"/>
                        <a:pt x="9670" y="0"/>
                        <a:pt x="21600" y="0"/>
                      </a:cubicBezTo>
                      <a:cubicBezTo>
                        <a:pt x="31554" y="-1"/>
                        <a:pt x="40220" y="6803"/>
                        <a:pt x="42582" y="16474"/>
                      </a:cubicBezTo>
                    </a:path>
                    <a:path w="42583" h="26108" stroke="0" extrusionOk="0">
                      <a:moveTo>
                        <a:pt x="475" y="26108"/>
                      </a:moveTo>
                      <a:cubicBezTo>
                        <a:pt x="159" y="24626"/>
                        <a:pt x="0" y="23115"/>
                        <a:pt x="0" y="21600"/>
                      </a:cubicBezTo>
                      <a:cubicBezTo>
                        <a:pt x="0" y="9670"/>
                        <a:pt x="9670" y="0"/>
                        <a:pt x="21600" y="0"/>
                      </a:cubicBezTo>
                      <a:cubicBezTo>
                        <a:pt x="31554" y="-1"/>
                        <a:pt x="40220" y="6803"/>
                        <a:pt x="42582" y="16474"/>
                      </a:cubicBezTo>
                      <a:lnTo>
                        <a:pt x="21600" y="21600"/>
                      </a:lnTo>
                      <a:lnTo>
                        <a:pt x="475" y="26108"/>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29724" name="Arc 146">
                  <a:extLst>
                    <a:ext uri="{FF2B5EF4-FFF2-40B4-BE49-F238E27FC236}">
                      <a16:creationId xmlns:a16="http://schemas.microsoft.com/office/drawing/2014/main" id="{E4CCBA5F-641C-9142-9F7F-5AA1EE7AF47D}"/>
                    </a:ext>
                  </a:extLst>
                </p:cNvPr>
                <p:cNvSpPr>
                  <a:spLocks/>
                </p:cNvSpPr>
                <p:nvPr/>
              </p:nvSpPr>
              <p:spPr bwMode="auto">
                <a:xfrm>
                  <a:off x="3123" y="2438"/>
                  <a:ext cx="173" cy="99"/>
                </a:xfrm>
                <a:custGeom>
                  <a:avLst/>
                  <a:gdLst>
                    <a:gd name="T0" fmla="*/ 0 w 42583"/>
                    <a:gd name="T1" fmla="*/ 0 h 26108"/>
                    <a:gd name="T2" fmla="*/ 0 w 42583"/>
                    <a:gd name="T3" fmla="*/ 0 h 26108"/>
                    <a:gd name="T4" fmla="*/ 0 w 42583"/>
                    <a:gd name="T5" fmla="*/ 0 h 26108"/>
                    <a:gd name="T6" fmla="*/ 0 60000 65536"/>
                    <a:gd name="T7" fmla="*/ 0 60000 65536"/>
                    <a:gd name="T8" fmla="*/ 0 60000 65536"/>
                    <a:gd name="T9" fmla="*/ 0 w 42583"/>
                    <a:gd name="T10" fmla="*/ 0 h 26108"/>
                    <a:gd name="T11" fmla="*/ 42583 w 42583"/>
                    <a:gd name="T12" fmla="*/ 26108 h 26108"/>
                  </a:gdLst>
                  <a:ahLst/>
                  <a:cxnLst>
                    <a:cxn ang="T6">
                      <a:pos x="T0" y="T1"/>
                    </a:cxn>
                    <a:cxn ang="T7">
                      <a:pos x="T2" y="T3"/>
                    </a:cxn>
                    <a:cxn ang="T8">
                      <a:pos x="T4" y="T5"/>
                    </a:cxn>
                  </a:cxnLst>
                  <a:rect l="T9" t="T10" r="T11" b="T12"/>
                  <a:pathLst>
                    <a:path w="42583" h="26108" fill="none" extrusionOk="0">
                      <a:moveTo>
                        <a:pt x="475" y="26108"/>
                      </a:moveTo>
                      <a:cubicBezTo>
                        <a:pt x="159" y="24626"/>
                        <a:pt x="0" y="23115"/>
                        <a:pt x="0" y="21600"/>
                      </a:cubicBezTo>
                      <a:cubicBezTo>
                        <a:pt x="0" y="9670"/>
                        <a:pt x="9670" y="0"/>
                        <a:pt x="21600" y="0"/>
                      </a:cubicBezTo>
                      <a:cubicBezTo>
                        <a:pt x="31554" y="-1"/>
                        <a:pt x="40220" y="6803"/>
                        <a:pt x="42582" y="16474"/>
                      </a:cubicBezTo>
                    </a:path>
                    <a:path w="42583" h="26108" stroke="0" extrusionOk="0">
                      <a:moveTo>
                        <a:pt x="475" y="26108"/>
                      </a:moveTo>
                      <a:cubicBezTo>
                        <a:pt x="159" y="24626"/>
                        <a:pt x="0" y="23115"/>
                        <a:pt x="0" y="21600"/>
                      </a:cubicBezTo>
                      <a:cubicBezTo>
                        <a:pt x="0" y="9670"/>
                        <a:pt x="9670" y="0"/>
                        <a:pt x="21600" y="0"/>
                      </a:cubicBezTo>
                      <a:cubicBezTo>
                        <a:pt x="31554" y="-1"/>
                        <a:pt x="40220" y="6803"/>
                        <a:pt x="42582" y="16474"/>
                      </a:cubicBezTo>
                      <a:lnTo>
                        <a:pt x="21600" y="21600"/>
                      </a:lnTo>
                      <a:lnTo>
                        <a:pt x="475" y="26108"/>
                      </a:lnTo>
                      <a:close/>
                    </a:path>
                  </a:pathLst>
                </a:custGeom>
                <a:solidFill>
                  <a:srgbClr val="7F3F00"/>
                </a:solidFill>
                <a:ln w="12700">
                  <a:solidFill>
                    <a:srgbClr val="000000"/>
                  </a:solidFill>
                  <a:round/>
                  <a:headEnd/>
                  <a:tailEnd/>
                </a:ln>
              </p:spPr>
              <p:txBody>
                <a:bodyPr/>
                <a:lstStyle/>
                <a:p>
                  <a:endParaRPr lang="pt-BR"/>
                </a:p>
              </p:txBody>
            </p:sp>
          </p:grpSp>
          <p:grpSp>
            <p:nvGrpSpPr>
              <p:cNvPr id="29712" name="Group 147">
                <a:extLst>
                  <a:ext uri="{FF2B5EF4-FFF2-40B4-BE49-F238E27FC236}">
                    <a16:creationId xmlns:a16="http://schemas.microsoft.com/office/drawing/2014/main" id="{FB85AC8D-B385-BB4B-BACA-84F9C8371C20}"/>
                  </a:ext>
                </a:extLst>
              </p:cNvPr>
              <p:cNvGrpSpPr>
                <a:grpSpLocks/>
              </p:cNvGrpSpPr>
              <p:nvPr/>
            </p:nvGrpSpPr>
            <p:grpSpPr bwMode="auto">
              <a:xfrm>
                <a:off x="3014" y="2275"/>
                <a:ext cx="565" cy="811"/>
                <a:chOff x="3014" y="2275"/>
                <a:chExt cx="565" cy="811"/>
              </a:xfrm>
            </p:grpSpPr>
            <p:sp>
              <p:nvSpPr>
                <p:cNvPr id="29721" name="Line 148">
                  <a:extLst>
                    <a:ext uri="{FF2B5EF4-FFF2-40B4-BE49-F238E27FC236}">
                      <a16:creationId xmlns:a16="http://schemas.microsoft.com/office/drawing/2014/main" id="{69154F25-BAB9-AB4B-93D0-855F1FDFBB2F}"/>
                    </a:ext>
                  </a:extLst>
                </p:cNvPr>
                <p:cNvSpPr>
                  <a:spLocks noChangeShapeType="1"/>
                </p:cNvSpPr>
                <p:nvPr/>
              </p:nvSpPr>
              <p:spPr bwMode="auto">
                <a:xfrm>
                  <a:off x="3178" y="2275"/>
                  <a:ext cx="401" cy="72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29722" name="Line 149">
                  <a:extLst>
                    <a:ext uri="{FF2B5EF4-FFF2-40B4-BE49-F238E27FC236}">
                      <a16:creationId xmlns:a16="http://schemas.microsoft.com/office/drawing/2014/main" id="{292DA4BF-E9C5-7D47-901E-9306E8131EC2}"/>
                    </a:ext>
                  </a:extLst>
                </p:cNvPr>
                <p:cNvSpPr>
                  <a:spLocks noChangeShapeType="1"/>
                </p:cNvSpPr>
                <p:nvPr/>
              </p:nvSpPr>
              <p:spPr bwMode="auto">
                <a:xfrm>
                  <a:off x="3014" y="2333"/>
                  <a:ext cx="402" cy="75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grpSp>
          <p:grpSp>
            <p:nvGrpSpPr>
              <p:cNvPr id="29713" name="Group 150">
                <a:extLst>
                  <a:ext uri="{FF2B5EF4-FFF2-40B4-BE49-F238E27FC236}">
                    <a16:creationId xmlns:a16="http://schemas.microsoft.com/office/drawing/2014/main" id="{5B77DF89-7040-5942-8B90-21FA139EA198}"/>
                  </a:ext>
                </a:extLst>
              </p:cNvPr>
              <p:cNvGrpSpPr>
                <a:grpSpLocks/>
              </p:cNvGrpSpPr>
              <p:nvPr/>
            </p:nvGrpSpPr>
            <p:grpSpPr bwMode="auto">
              <a:xfrm>
                <a:off x="3131" y="2452"/>
                <a:ext cx="181" cy="116"/>
                <a:chOff x="3131" y="2452"/>
                <a:chExt cx="181" cy="116"/>
              </a:xfrm>
            </p:grpSpPr>
            <p:grpSp>
              <p:nvGrpSpPr>
                <p:cNvPr id="29716" name="Group 151">
                  <a:extLst>
                    <a:ext uri="{FF2B5EF4-FFF2-40B4-BE49-F238E27FC236}">
                      <a16:creationId xmlns:a16="http://schemas.microsoft.com/office/drawing/2014/main" id="{74B3A524-1924-D848-A2A5-92AD6460346C}"/>
                    </a:ext>
                  </a:extLst>
                </p:cNvPr>
                <p:cNvGrpSpPr>
                  <a:grpSpLocks/>
                </p:cNvGrpSpPr>
                <p:nvPr/>
              </p:nvGrpSpPr>
              <p:grpSpPr bwMode="auto">
                <a:xfrm>
                  <a:off x="3131" y="2452"/>
                  <a:ext cx="173" cy="97"/>
                  <a:chOff x="3131" y="2452"/>
                  <a:chExt cx="173" cy="97"/>
                </a:xfrm>
              </p:grpSpPr>
              <p:sp>
                <p:nvSpPr>
                  <p:cNvPr id="29719" name="Arc 152">
                    <a:extLst>
                      <a:ext uri="{FF2B5EF4-FFF2-40B4-BE49-F238E27FC236}">
                        <a16:creationId xmlns:a16="http://schemas.microsoft.com/office/drawing/2014/main" id="{528FB55C-63B6-3C4E-9B8F-4854B908A329}"/>
                      </a:ext>
                    </a:extLst>
                  </p:cNvPr>
                  <p:cNvSpPr>
                    <a:spLocks/>
                  </p:cNvSpPr>
                  <p:nvPr/>
                </p:nvSpPr>
                <p:spPr bwMode="auto">
                  <a:xfrm>
                    <a:off x="3131" y="2452"/>
                    <a:ext cx="173" cy="97"/>
                  </a:xfrm>
                  <a:custGeom>
                    <a:avLst/>
                    <a:gdLst>
                      <a:gd name="T0" fmla="*/ 0 w 42713"/>
                      <a:gd name="T1" fmla="*/ 0 h 25597"/>
                      <a:gd name="T2" fmla="*/ 0 w 42713"/>
                      <a:gd name="T3" fmla="*/ 0 h 25597"/>
                      <a:gd name="T4" fmla="*/ 0 w 42713"/>
                      <a:gd name="T5" fmla="*/ 0 h 25597"/>
                      <a:gd name="T6" fmla="*/ 0 60000 65536"/>
                      <a:gd name="T7" fmla="*/ 0 60000 65536"/>
                      <a:gd name="T8" fmla="*/ 0 60000 65536"/>
                      <a:gd name="T9" fmla="*/ 0 w 42713"/>
                      <a:gd name="T10" fmla="*/ 0 h 25597"/>
                      <a:gd name="T11" fmla="*/ 42713 w 42713"/>
                      <a:gd name="T12" fmla="*/ 25597 h 25597"/>
                    </a:gdLst>
                    <a:ahLst/>
                    <a:cxnLst>
                      <a:cxn ang="T6">
                        <a:pos x="T0" y="T1"/>
                      </a:cxn>
                      <a:cxn ang="T7">
                        <a:pos x="T2" y="T3"/>
                      </a:cxn>
                      <a:cxn ang="T8">
                        <a:pos x="T4" y="T5"/>
                      </a:cxn>
                    </a:cxnLst>
                    <a:rect l="T9" t="T10" r="T11" b="T12"/>
                    <a:pathLst>
                      <a:path w="42713" h="25597" fill="none" extrusionOk="0">
                        <a:moveTo>
                          <a:pt x="373" y="25596"/>
                        </a:moveTo>
                        <a:cubicBezTo>
                          <a:pt x="124" y="24279"/>
                          <a:pt x="0" y="22941"/>
                          <a:pt x="0" y="21600"/>
                        </a:cubicBezTo>
                        <a:cubicBezTo>
                          <a:pt x="0" y="9670"/>
                          <a:pt x="9670" y="0"/>
                          <a:pt x="21600" y="0"/>
                        </a:cubicBezTo>
                        <a:cubicBezTo>
                          <a:pt x="31772" y="-1"/>
                          <a:pt x="40565" y="7097"/>
                          <a:pt x="42713" y="17039"/>
                        </a:cubicBezTo>
                      </a:path>
                      <a:path w="42713" h="25597" stroke="0" extrusionOk="0">
                        <a:moveTo>
                          <a:pt x="373" y="25596"/>
                        </a:moveTo>
                        <a:cubicBezTo>
                          <a:pt x="124" y="24279"/>
                          <a:pt x="0" y="22941"/>
                          <a:pt x="0" y="21600"/>
                        </a:cubicBezTo>
                        <a:cubicBezTo>
                          <a:pt x="0" y="9670"/>
                          <a:pt x="9670" y="0"/>
                          <a:pt x="21600" y="0"/>
                        </a:cubicBezTo>
                        <a:cubicBezTo>
                          <a:pt x="31772" y="-1"/>
                          <a:pt x="40565" y="7097"/>
                          <a:pt x="42713" y="17039"/>
                        </a:cubicBezTo>
                        <a:lnTo>
                          <a:pt x="21600" y="21600"/>
                        </a:lnTo>
                        <a:lnTo>
                          <a:pt x="373" y="25596"/>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720" name="Arc 153">
                    <a:extLst>
                      <a:ext uri="{FF2B5EF4-FFF2-40B4-BE49-F238E27FC236}">
                        <a16:creationId xmlns:a16="http://schemas.microsoft.com/office/drawing/2014/main" id="{B547DCFD-EFAD-1341-8CCA-EC356E64F0BE}"/>
                      </a:ext>
                    </a:extLst>
                  </p:cNvPr>
                  <p:cNvSpPr>
                    <a:spLocks/>
                  </p:cNvSpPr>
                  <p:nvPr/>
                </p:nvSpPr>
                <p:spPr bwMode="auto">
                  <a:xfrm>
                    <a:off x="3131" y="2462"/>
                    <a:ext cx="88" cy="87"/>
                  </a:xfrm>
                  <a:custGeom>
                    <a:avLst/>
                    <a:gdLst>
                      <a:gd name="T0" fmla="*/ 0 w 21600"/>
                      <a:gd name="T1" fmla="*/ 0 h 22888"/>
                      <a:gd name="T2" fmla="*/ 0 w 21600"/>
                      <a:gd name="T3" fmla="*/ 0 h 22888"/>
                      <a:gd name="T4" fmla="*/ 0 w 21600"/>
                      <a:gd name="T5" fmla="*/ 0 h 22888"/>
                      <a:gd name="T6" fmla="*/ 0 60000 65536"/>
                      <a:gd name="T7" fmla="*/ 0 60000 65536"/>
                      <a:gd name="T8" fmla="*/ 0 60000 65536"/>
                      <a:gd name="T9" fmla="*/ 0 w 21600"/>
                      <a:gd name="T10" fmla="*/ 0 h 22888"/>
                      <a:gd name="T11" fmla="*/ 21600 w 21600"/>
                      <a:gd name="T12" fmla="*/ 22888 h 22888"/>
                    </a:gdLst>
                    <a:ahLst/>
                    <a:cxnLst>
                      <a:cxn ang="T6">
                        <a:pos x="T0" y="T1"/>
                      </a:cxn>
                      <a:cxn ang="T7">
                        <a:pos x="T2" y="T3"/>
                      </a:cxn>
                      <a:cxn ang="T8">
                        <a:pos x="T4" y="T5"/>
                      </a:cxn>
                    </a:cxnLst>
                    <a:rect l="T9" t="T10" r="T11" b="T12"/>
                    <a:pathLst>
                      <a:path w="21600" h="22888" fill="none" extrusionOk="0">
                        <a:moveTo>
                          <a:pt x="373" y="22887"/>
                        </a:moveTo>
                        <a:cubicBezTo>
                          <a:pt x="124" y="21570"/>
                          <a:pt x="0" y="20232"/>
                          <a:pt x="0" y="18891"/>
                        </a:cubicBezTo>
                        <a:cubicBezTo>
                          <a:pt x="-1" y="11039"/>
                          <a:pt x="4260" y="3806"/>
                          <a:pt x="11126" y="-1"/>
                        </a:cubicBezTo>
                      </a:path>
                      <a:path w="21600" h="22888" stroke="0" extrusionOk="0">
                        <a:moveTo>
                          <a:pt x="373" y="22887"/>
                        </a:moveTo>
                        <a:cubicBezTo>
                          <a:pt x="124" y="21570"/>
                          <a:pt x="0" y="20232"/>
                          <a:pt x="0" y="18891"/>
                        </a:cubicBezTo>
                        <a:cubicBezTo>
                          <a:pt x="-1" y="11039"/>
                          <a:pt x="4260" y="3806"/>
                          <a:pt x="11126" y="-1"/>
                        </a:cubicBezTo>
                        <a:lnTo>
                          <a:pt x="21600" y="18891"/>
                        </a:lnTo>
                        <a:lnTo>
                          <a:pt x="373" y="22887"/>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sp>
              <p:nvSpPr>
                <p:cNvPr id="29717" name="Arc 154">
                  <a:extLst>
                    <a:ext uri="{FF2B5EF4-FFF2-40B4-BE49-F238E27FC236}">
                      <a16:creationId xmlns:a16="http://schemas.microsoft.com/office/drawing/2014/main" id="{CAE69CF3-06D7-5246-92B6-83AB2F5A5A2D}"/>
                    </a:ext>
                  </a:extLst>
                </p:cNvPr>
                <p:cNvSpPr>
                  <a:spLocks/>
                </p:cNvSpPr>
                <p:nvPr/>
              </p:nvSpPr>
              <p:spPr bwMode="auto">
                <a:xfrm>
                  <a:off x="3132" y="2452"/>
                  <a:ext cx="173" cy="98"/>
                </a:xfrm>
                <a:custGeom>
                  <a:avLst/>
                  <a:gdLst>
                    <a:gd name="T0" fmla="*/ 0 w 42657"/>
                    <a:gd name="T1" fmla="*/ 0 h 25854"/>
                    <a:gd name="T2" fmla="*/ 0 w 42657"/>
                    <a:gd name="T3" fmla="*/ 0 h 25854"/>
                    <a:gd name="T4" fmla="*/ 0 w 42657"/>
                    <a:gd name="T5" fmla="*/ 0 h 25854"/>
                    <a:gd name="T6" fmla="*/ 0 60000 65536"/>
                    <a:gd name="T7" fmla="*/ 0 60000 65536"/>
                    <a:gd name="T8" fmla="*/ 0 60000 65536"/>
                    <a:gd name="T9" fmla="*/ 0 w 42657"/>
                    <a:gd name="T10" fmla="*/ 0 h 25854"/>
                    <a:gd name="T11" fmla="*/ 42657 w 42657"/>
                    <a:gd name="T12" fmla="*/ 25854 h 25854"/>
                  </a:gdLst>
                  <a:ahLst/>
                  <a:cxnLst>
                    <a:cxn ang="T6">
                      <a:pos x="T0" y="T1"/>
                    </a:cxn>
                    <a:cxn ang="T7">
                      <a:pos x="T2" y="T3"/>
                    </a:cxn>
                    <a:cxn ang="T8">
                      <a:pos x="T4" y="T5"/>
                    </a:cxn>
                  </a:cxnLst>
                  <a:rect l="T9" t="T10" r="T11" b="T12"/>
                  <a:pathLst>
                    <a:path w="42657" h="25854" fill="none" extrusionOk="0">
                      <a:moveTo>
                        <a:pt x="423" y="25853"/>
                      </a:moveTo>
                      <a:cubicBezTo>
                        <a:pt x="141" y="24453"/>
                        <a:pt x="0" y="23028"/>
                        <a:pt x="0" y="21600"/>
                      </a:cubicBezTo>
                      <a:cubicBezTo>
                        <a:pt x="0" y="9670"/>
                        <a:pt x="9670" y="0"/>
                        <a:pt x="21600" y="0"/>
                      </a:cubicBezTo>
                      <a:cubicBezTo>
                        <a:pt x="31674" y="-1"/>
                        <a:pt x="40410" y="6964"/>
                        <a:pt x="42656" y="16785"/>
                      </a:cubicBezTo>
                    </a:path>
                    <a:path w="42657" h="25854" stroke="0" extrusionOk="0">
                      <a:moveTo>
                        <a:pt x="423" y="25853"/>
                      </a:moveTo>
                      <a:cubicBezTo>
                        <a:pt x="141" y="24453"/>
                        <a:pt x="0" y="23028"/>
                        <a:pt x="0" y="21600"/>
                      </a:cubicBezTo>
                      <a:cubicBezTo>
                        <a:pt x="0" y="9670"/>
                        <a:pt x="9670" y="0"/>
                        <a:pt x="21600" y="0"/>
                      </a:cubicBezTo>
                      <a:cubicBezTo>
                        <a:pt x="31674" y="-1"/>
                        <a:pt x="40410" y="6964"/>
                        <a:pt x="42656" y="16785"/>
                      </a:cubicBezTo>
                      <a:lnTo>
                        <a:pt x="21600" y="21600"/>
                      </a:lnTo>
                      <a:lnTo>
                        <a:pt x="423" y="25853"/>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29718" name="Arc 155">
                  <a:extLst>
                    <a:ext uri="{FF2B5EF4-FFF2-40B4-BE49-F238E27FC236}">
                      <a16:creationId xmlns:a16="http://schemas.microsoft.com/office/drawing/2014/main" id="{952E26C7-8289-5641-937E-411F5B00A4F7}"/>
                    </a:ext>
                  </a:extLst>
                </p:cNvPr>
                <p:cNvSpPr>
                  <a:spLocks/>
                </p:cNvSpPr>
                <p:nvPr/>
              </p:nvSpPr>
              <p:spPr bwMode="auto">
                <a:xfrm>
                  <a:off x="3140" y="2467"/>
                  <a:ext cx="172" cy="101"/>
                </a:xfrm>
                <a:custGeom>
                  <a:avLst/>
                  <a:gdLst>
                    <a:gd name="T0" fmla="*/ 0 w 42453"/>
                    <a:gd name="T1" fmla="*/ 0 h 26668"/>
                    <a:gd name="T2" fmla="*/ 0 w 42453"/>
                    <a:gd name="T3" fmla="*/ 0 h 26668"/>
                    <a:gd name="T4" fmla="*/ 0 w 42453"/>
                    <a:gd name="T5" fmla="*/ 0 h 26668"/>
                    <a:gd name="T6" fmla="*/ 0 60000 65536"/>
                    <a:gd name="T7" fmla="*/ 0 60000 65536"/>
                    <a:gd name="T8" fmla="*/ 0 60000 65536"/>
                    <a:gd name="T9" fmla="*/ 0 w 42453"/>
                    <a:gd name="T10" fmla="*/ 0 h 26668"/>
                    <a:gd name="T11" fmla="*/ 42453 w 42453"/>
                    <a:gd name="T12" fmla="*/ 26668 h 26668"/>
                  </a:gdLst>
                  <a:ahLst/>
                  <a:cxnLst>
                    <a:cxn ang="T6">
                      <a:pos x="T0" y="T1"/>
                    </a:cxn>
                    <a:cxn ang="T7">
                      <a:pos x="T2" y="T3"/>
                    </a:cxn>
                    <a:cxn ang="T8">
                      <a:pos x="T4" y="T5"/>
                    </a:cxn>
                  </a:cxnLst>
                  <a:rect l="T9" t="T10" r="T11" b="T12"/>
                  <a:pathLst>
                    <a:path w="42453" h="26668" fill="none" extrusionOk="0">
                      <a:moveTo>
                        <a:pt x="602" y="26668"/>
                      </a:moveTo>
                      <a:cubicBezTo>
                        <a:pt x="202" y="25008"/>
                        <a:pt x="0" y="23307"/>
                        <a:pt x="0" y="21600"/>
                      </a:cubicBezTo>
                      <a:cubicBezTo>
                        <a:pt x="0" y="9670"/>
                        <a:pt x="9670" y="0"/>
                        <a:pt x="21600" y="0"/>
                      </a:cubicBezTo>
                      <a:cubicBezTo>
                        <a:pt x="31361" y="-1"/>
                        <a:pt x="39909" y="6546"/>
                        <a:pt x="42453" y="15969"/>
                      </a:cubicBezTo>
                    </a:path>
                    <a:path w="42453" h="26668" stroke="0" extrusionOk="0">
                      <a:moveTo>
                        <a:pt x="602" y="26668"/>
                      </a:moveTo>
                      <a:cubicBezTo>
                        <a:pt x="202" y="25008"/>
                        <a:pt x="0" y="23307"/>
                        <a:pt x="0" y="21600"/>
                      </a:cubicBezTo>
                      <a:cubicBezTo>
                        <a:pt x="0" y="9670"/>
                        <a:pt x="9670" y="0"/>
                        <a:pt x="21600" y="0"/>
                      </a:cubicBezTo>
                      <a:cubicBezTo>
                        <a:pt x="31361" y="-1"/>
                        <a:pt x="39909" y="6546"/>
                        <a:pt x="42453" y="15969"/>
                      </a:cubicBezTo>
                      <a:lnTo>
                        <a:pt x="21600" y="21600"/>
                      </a:lnTo>
                      <a:lnTo>
                        <a:pt x="602" y="26668"/>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sp>
            <p:nvSpPr>
              <p:cNvPr id="29714" name="Freeform 156">
                <a:extLst>
                  <a:ext uri="{FF2B5EF4-FFF2-40B4-BE49-F238E27FC236}">
                    <a16:creationId xmlns:a16="http://schemas.microsoft.com/office/drawing/2014/main" id="{FE85EB66-F06A-EC41-B4E1-94FEA5B92704}"/>
                  </a:ext>
                </a:extLst>
              </p:cNvPr>
              <p:cNvSpPr>
                <a:spLocks/>
              </p:cNvSpPr>
              <p:nvPr/>
            </p:nvSpPr>
            <p:spPr bwMode="auto">
              <a:xfrm>
                <a:off x="3136" y="2471"/>
                <a:ext cx="348" cy="597"/>
              </a:xfrm>
              <a:custGeom>
                <a:avLst/>
                <a:gdLst>
                  <a:gd name="T0" fmla="*/ 44 w 348"/>
                  <a:gd name="T1" fmla="*/ 0 h 597"/>
                  <a:gd name="T2" fmla="*/ 31 w 348"/>
                  <a:gd name="T3" fmla="*/ 8 h 597"/>
                  <a:gd name="T4" fmla="*/ 21 w 348"/>
                  <a:gd name="T5" fmla="*/ 16 h 597"/>
                  <a:gd name="T6" fmla="*/ 12 w 348"/>
                  <a:gd name="T7" fmla="*/ 26 h 597"/>
                  <a:gd name="T8" fmla="*/ 8 w 348"/>
                  <a:gd name="T9" fmla="*/ 36 h 597"/>
                  <a:gd name="T10" fmla="*/ 4 w 348"/>
                  <a:gd name="T11" fmla="*/ 47 h 597"/>
                  <a:gd name="T12" fmla="*/ 1 w 348"/>
                  <a:gd name="T13" fmla="*/ 58 h 597"/>
                  <a:gd name="T14" fmla="*/ 0 w 348"/>
                  <a:gd name="T15" fmla="*/ 71 h 597"/>
                  <a:gd name="T16" fmla="*/ 0 w 348"/>
                  <a:gd name="T17" fmla="*/ 86 h 597"/>
                  <a:gd name="T18" fmla="*/ 270 w 348"/>
                  <a:gd name="T19" fmla="*/ 597 h 597"/>
                  <a:gd name="T20" fmla="*/ 348 w 348"/>
                  <a:gd name="T21" fmla="*/ 543 h 597"/>
                  <a:gd name="T22" fmla="*/ 44 w 348"/>
                  <a:gd name="T23" fmla="*/ 0 h 59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8"/>
                  <a:gd name="T37" fmla="*/ 0 h 597"/>
                  <a:gd name="T38" fmla="*/ 348 w 348"/>
                  <a:gd name="T39" fmla="*/ 597 h 59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8" h="597">
                    <a:moveTo>
                      <a:pt x="44" y="0"/>
                    </a:moveTo>
                    <a:lnTo>
                      <a:pt x="31" y="8"/>
                    </a:lnTo>
                    <a:lnTo>
                      <a:pt x="21" y="16"/>
                    </a:lnTo>
                    <a:lnTo>
                      <a:pt x="12" y="26"/>
                    </a:lnTo>
                    <a:lnTo>
                      <a:pt x="8" y="36"/>
                    </a:lnTo>
                    <a:lnTo>
                      <a:pt x="4" y="47"/>
                    </a:lnTo>
                    <a:lnTo>
                      <a:pt x="1" y="58"/>
                    </a:lnTo>
                    <a:lnTo>
                      <a:pt x="0" y="71"/>
                    </a:lnTo>
                    <a:lnTo>
                      <a:pt x="0" y="86"/>
                    </a:lnTo>
                    <a:lnTo>
                      <a:pt x="270" y="597"/>
                    </a:lnTo>
                    <a:lnTo>
                      <a:pt x="348" y="543"/>
                    </a:lnTo>
                    <a:lnTo>
                      <a:pt x="44" y="0"/>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29715" name="Oval 157">
                <a:extLst>
                  <a:ext uri="{FF2B5EF4-FFF2-40B4-BE49-F238E27FC236}">
                    <a16:creationId xmlns:a16="http://schemas.microsoft.com/office/drawing/2014/main" id="{7D829933-77FF-CB4E-9181-79222C351A51}"/>
                  </a:ext>
                </a:extLst>
              </p:cNvPr>
              <p:cNvSpPr>
                <a:spLocks noChangeArrowheads="1"/>
              </p:cNvSpPr>
              <p:nvPr/>
            </p:nvSpPr>
            <p:spPr bwMode="auto">
              <a:xfrm>
                <a:off x="3410" y="2966"/>
                <a:ext cx="190" cy="183"/>
              </a:xfrm>
              <a:prstGeom prst="ellipse">
                <a:avLst/>
              </a:prstGeom>
              <a:solidFill>
                <a:srgbClr val="7F5F3F"/>
              </a:solidFill>
              <a:ln w="12700">
                <a:solidFill>
                  <a:srgbClr val="000000"/>
                </a:solidFill>
                <a:round/>
                <a:headEnd/>
                <a:tailEnd/>
              </a:ln>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1" name="Picture 2">
            <a:extLst>
              <a:ext uri="{FF2B5EF4-FFF2-40B4-BE49-F238E27FC236}">
                <a16:creationId xmlns:a16="http://schemas.microsoft.com/office/drawing/2014/main" id="{24DE4DE3-42AB-D44C-989F-DE1F3C8780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7338" y="1350963"/>
            <a:ext cx="6299200" cy="478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2" name="Retângulo 20">
            <a:extLst>
              <a:ext uri="{FF2B5EF4-FFF2-40B4-BE49-F238E27FC236}">
                <a16:creationId xmlns:a16="http://schemas.microsoft.com/office/drawing/2014/main" id="{D7E4C87D-FE73-5740-A5C9-3197756EA1A8}"/>
              </a:ext>
            </a:extLst>
          </p:cNvPr>
          <p:cNvSpPr>
            <a:spLocks noChangeArrowheads="1"/>
          </p:cNvSpPr>
          <p:nvPr/>
        </p:nvSpPr>
        <p:spPr bwMode="auto">
          <a:xfrm>
            <a:off x="860425" y="174625"/>
            <a:ext cx="6232525"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6213" indent="-176213">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lnSpc>
                <a:spcPct val="170000"/>
              </a:lnSpc>
              <a:spcBef>
                <a:spcPct val="50000"/>
              </a:spcBef>
              <a:buFontTx/>
              <a:buNone/>
            </a:pPr>
            <a:r>
              <a:rPr lang="pt-BR" altLang="pt-BR" sz="2000" b="1">
                <a:solidFill>
                  <a:srgbClr val="002060"/>
                </a:solidFill>
              </a:rPr>
              <a:t>TÉCNICAS DE AVALIAÇÃO CONCEITUAL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7E2BB2AF-BE2A-AE44-8462-C2FBF2C72856}"/>
              </a:ext>
            </a:extLst>
          </p:cNvPr>
          <p:cNvSpPr>
            <a:spLocks noGrp="1" noChangeArrowheads="1"/>
          </p:cNvSpPr>
          <p:nvPr>
            <p:ph type="title"/>
          </p:nvPr>
        </p:nvSpPr>
        <p:spPr>
          <a:xfrm>
            <a:off x="689547" y="0"/>
            <a:ext cx="7388225" cy="452437"/>
          </a:xfrm>
        </p:spPr>
        <p:txBody>
          <a:bodyPr/>
          <a:lstStyle/>
          <a:p>
            <a:r>
              <a:rPr lang="pt-BR" altLang="pt-BR">
                <a:ea typeface="ＭＳ Ｐゴシック" panose="020B0600070205080204" pitchFamily="34" charset="-128"/>
              </a:rPr>
              <a:t>Principais resultados das fases </a:t>
            </a:r>
          </a:p>
        </p:txBody>
      </p:sp>
      <p:sp>
        <p:nvSpPr>
          <p:cNvPr id="31746" name="Freeform 3" descr="Diagonal para baixo clara">
            <a:extLst>
              <a:ext uri="{FF2B5EF4-FFF2-40B4-BE49-F238E27FC236}">
                <a16:creationId xmlns:a16="http://schemas.microsoft.com/office/drawing/2014/main" id="{537879E4-6BAC-5144-B81C-C8B08E697311}"/>
              </a:ext>
            </a:extLst>
          </p:cNvPr>
          <p:cNvSpPr>
            <a:spLocks/>
          </p:cNvSpPr>
          <p:nvPr/>
        </p:nvSpPr>
        <p:spPr bwMode="auto">
          <a:xfrm>
            <a:off x="689547" y="2778125"/>
            <a:ext cx="2279650" cy="1593850"/>
          </a:xfrm>
          <a:custGeom>
            <a:avLst/>
            <a:gdLst>
              <a:gd name="T0" fmla="*/ 2147483646 w 1436"/>
              <a:gd name="T1" fmla="*/ 2147483646 h 1004"/>
              <a:gd name="T2" fmla="*/ 2147483646 w 1436"/>
              <a:gd name="T3" fmla="*/ 0 h 1004"/>
              <a:gd name="T4" fmla="*/ 2147483646 w 1436"/>
              <a:gd name="T5" fmla="*/ 2147483646 h 1004"/>
              <a:gd name="T6" fmla="*/ 0 w 1436"/>
              <a:gd name="T7" fmla="*/ 2147483646 h 1004"/>
              <a:gd name="T8" fmla="*/ 2147483646 w 1436"/>
              <a:gd name="T9" fmla="*/ 2147483646 h 1004"/>
              <a:gd name="T10" fmla="*/ 0 60000 65536"/>
              <a:gd name="T11" fmla="*/ 0 60000 65536"/>
              <a:gd name="T12" fmla="*/ 0 60000 65536"/>
              <a:gd name="T13" fmla="*/ 0 60000 65536"/>
              <a:gd name="T14" fmla="*/ 0 60000 65536"/>
              <a:gd name="T15" fmla="*/ 0 w 1436"/>
              <a:gd name="T16" fmla="*/ 0 h 1004"/>
              <a:gd name="T17" fmla="*/ 1436 w 1436"/>
              <a:gd name="T18" fmla="*/ 1004 h 1004"/>
            </a:gdLst>
            <a:ahLst/>
            <a:cxnLst>
              <a:cxn ang="T10">
                <a:pos x="T0" y="T1"/>
              </a:cxn>
              <a:cxn ang="T11">
                <a:pos x="T2" y="T3"/>
              </a:cxn>
              <a:cxn ang="T12">
                <a:pos x="T4" y="T5"/>
              </a:cxn>
              <a:cxn ang="T13">
                <a:pos x="T6" y="T7"/>
              </a:cxn>
              <a:cxn ang="T14">
                <a:pos x="T8" y="T9"/>
              </a:cxn>
            </a:cxnLst>
            <a:rect l="T15" t="T16" r="T17" b="T18"/>
            <a:pathLst>
              <a:path w="1436" h="1004">
                <a:moveTo>
                  <a:pt x="943" y="7"/>
                </a:moveTo>
                <a:lnTo>
                  <a:pt x="1436" y="0"/>
                </a:lnTo>
                <a:lnTo>
                  <a:pt x="1010" y="1004"/>
                </a:lnTo>
                <a:lnTo>
                  <a:pt x="0" y="1004"/>
                </a:lnTo>
                <a:lnTo>
                  <a:pt x="943" y="7"/>
                </a:lnTo>
                <a:close/>
              </a:path>
            </a:pathLst>
          </a:custGeom>
          <a:blipFill dpi="0" rotWithShape="0">
            <a:blip r:embed="rId3"/>
            <a:srcRect/>
            <a:tile tx="0" ty="0" sx="100000" sy="100000" flip="none" algn="tl"/>
          </a:blip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lIns="72000" tIns="0" rIns="72000" bIns="0" anchor="ctr">
            <a:spAutoFit/>
          </a:bodyPr>
          <a:lstStyle/>
          <a:p>
            <a:endParaRPr lang="pt-BR"/>
          </a:p>
        </p:txBody>
      </p:sp>
      <p:sp>
        <p:nvSpPr>
          <p:cNvPr id="31747" name="Freeform 4" descr="Diagonal para baixo clara">
            <a:extLst>
              <a:ext uri="{FF2B5EF4-FFF2-40B4-BE49-F238E27FC236}">
                <a16:creationId xmlns:a16="http://schemas.microsoft.com/office/drawing/2014/main" id="{92979DF8-47D0-5443-A3BC-51EB8371856E}"/>
              </a:ext>
            </a:extLst>
          </p:cNvPr>
          <p:cNvSpPr>
            <a:spLocks/>
          </p:cNvSpPr>
          <p:nvPr/>
        </p:nvSpPr>
        <p:spPr bwMode="auto">
          <a:xfrm>
            <a:off x="2459610" y="5330825"/>
            <a:ext cx="1982787" cy="585787"/>
          </a:xfrm>
          <a:custGeom>
            <a:avLst/>
            <a:gdLst>
              <a:gd name="T0" fmla="*/ 2147483646 w 1249"/>
              <a:gd name="T1" fmla="*/ 0 h 369"/>
              <a:gd name="T2" fmla="*/ 2147483646 w 1249"/>
              <a:gd name="T3" fmla="*/ 2147483646 h 369"/>
              <a:gd name="T4" fmla="*/ 2147483646 w 1249"/>
              <a:gd name="T5" fmla="*/ 2147483646 h 369"/>
              <a:gd name="T6" fmla="*/ 0 w 1249"/>
              <a:gd name="T7" fmla="*/ 2147483646 h 369"/>
              <a:gd name="T8" fmla="*/ 2147483646 w 1249"/>
              <a:gd name="T9" fmla="*/ 2147483646 h 369"/>
              <a:gd name="T10" fmla="*/ 2147483646 w 1249"/>
              <a:gd name="T11" fmla="*/ 0 h 369"/>
              <a:gd name="T12" fmla="*/ 0 60000 65536"/>
              <a:gd name="T13" fmla="*/ 0 60000 65536"/>
              <a:gd name="T14" fmla="*/ 0 60000 65536"/>
              <a:gd name="T15" fmla="*/ 0 60000 65536"/>
              <a:gd name="T16" fmla="*/ 0 60000 65536"/>
              <a:gd name="T17" fmla="*/ 0 60000 65536"/>
              <a:gd name="T18" fmla="*/ 0 w 1249"/>
              <a:gd name="T19" fmla="*/ 0 h 369"/>
              <a:gd name="T20" fmla="*/ 1249 w 1249"/>
              <a:gd name="T21" fmla="*/ 369 h 369"/>
            </a:gdLst>
            <a:ahLst/>
            <a:cxnLst>
              <a:cxn ang="T12">
                <a:pos x="T0" y="T1"/>
              </a:cxn>
              <a:cxn ang="T13">
                <a:pos x="T2" y="T3"/>
              </a:cxn>
              <a:cxn ang="T14">
                <a:pos x="T4" y="T5"/>
              </a:cxn>
              <a:cxn ang="T15">
                <a:pos x="T6" y="T7"/>
              </a:cxn>
              <a:cxn ang="T16">
                <a:pos x="T8" y="T9"/>
              </a:cxn>
              <a:cxn ang="T17">
                <a:pos x="T10" y="T11"/>
              </a:cxn>
            </a:cxnLst>
            <a:rect l="T18" t="T19" r="T20" b="T21"/>
            <a:pathLst>
              <a:path w="1249" h="369">
                <a:moveTo>
                  <a:pt x="572" y="0"/>
                </a:moveTo>
                <a:lnTo>
                  <a:pt x="1107" y="81"/>
                </a:lnTo>
                <a:lnTo>
                  <a:pt x="1249" y="369"/>
                </a:lnTo>
                <a:lnTo>
                  <a:pt x="0" y="369"/>
                </a:lnTo>
                <a:lnTo>
                  <a:pt x="321" y="103"/>
                </a:lnTo>
                <a:lnTo>
                  <a:pt x="572" y="0"/>
                </a:lnTo>
                <a:close/>
              </a:path>
            </a:pathLst>
          </a:custGeom>
          <a:blipFill dpi="0" rotWithShape="0">
            <a:blip r:embed="rId3"/>
            <a:srcRect/>
            <a:tile tx="0" ty="0" sx="100000" sy="100000" flip="none" algn="tl"/>
          </a:blip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lIns="72000" tIns="0" rIns="72000" bIns="0" anchor="ctr">
            <a:spAutoFit/>
          </a:bodyPr>
          <a:lstStyle/>
          <a:p>
            <a:endParaRPr lang="pt-BR"/>
          </a:p>
        </p:txBody>
      </p:sp>
      <p:sp>
        <p:nvSpPr>
          <p:cNvPr id="31748" name="Freeform 5" descr="Diagonal para baixo clara">
            <a:extLst>
              <a:ext uri="{FF2B5EF4-FFF2-40B4-BE49-F238E27FC236}">
                <a16:creationId xmlns:a16="http://schemas.microsoft.com/office/drawing/2014/main" id="{4EE569FD-40A5-4242-9C8F-B451D9DF09A4}"/>
              </a:ext>
            </a:extLst>
          </p:cNvPr>
          <p:cNvSpPr>
            <a:spLocks/>
          </p:cNvSpPr>
          <p:nvPr/>
        </p:nvSpPr>
        <p:spPr bwMode="auto">
          <a:xfrm>
            <a:off x="3955035" y="2472658"/>
            <a:ext cx="2790530" cy="402305"/>
          </a:xfrm>
          <a:custGeom>
            <a:avLst/>
            <a:gdLst>
              <a:gd name="T0" fmla="*/ 2147483646 w 1309"/>
              <a:gd name="T1" fmla="*/ 2147483646 h 157"/>
              <a:gd name="T2" fmla="*/ 2147483646 w 1309"/>
              <a:gd name="T3" fmla="*/ 0 h 157"/>
              <a:gd name="T4" fmla="*/ 2147483646 w 1309"/>
              <a:gd name="T5" fmla="*/ 2147483646 h 157"/>
              <a:gd name="T6" fmla="*/ 0 w 1309"/>
              <a:gd name="T7" fmla="*/ 2147483646 h 157"/>
              <a:gd name="T8" fmla="*/ 2147483646 w 1309"/>
              <a:gd name="T9" fmla="*/ 2147483646 h 157"/>
              <a:gd name="T10" fmla="*/ 0 60000 65536"/>
              <a:gd name="T11" fmla="*/ 0 60000 65536"/>
              <a:gd name="T12" fmla="*/ 0 60000 65536"/>
              <a:gd name="T13" fmla="*/ 0 60000 65536"/>
              <a:gd name="T14" fmla="*/ 0 60000 65536"/>
              <a:gd name="T15" fmla="*/ 0 w 1309"/>
              <a:gd name="T16" fmla="*/ 0 h 157"/>
              <a:gd name="T17" fmla="*/ 1309 w 1309"/>
              <a:gd name="T18" fmla="*/ 157 h 157"/>
            </a:gdLst>
            <a:ahLst/>
            <a:cxnLst>
              <a:cxn ang="T10">
                <a:pos x="T0" y="T1"/>
              </a:cxn>
              <a:cxn ang="T11">
                <a:pos x="T2" y="T3"/>
              </a:cxn>
              <a:cxn ang="T12">
                <a:pos x="T4" y="T5"/>
              </a:cxn>
              <a:cxn ang="T13">
                <a:pos x="T6" y="T7"/>
              </a:cxn>
              <a:cxn ang="T14">
                <a:pos x="T8" y="T9"/>
              </a:cxn>
            </a:cxnLst>
            <a:rect l="T15" t="T16" r="T17" b="T18"/>
            <a:pathLst>
              <a:path w="1309" h="157">
                <a:moveTo>
                  <a:pt x="367" y="30"/>
                </a:moveTo>
                <a:lnTo>
                  <a:pt x="1003" y="0"/>
                </a:lnTo>
                <a:lnTo>
                  <a:pt x="1309" y="157"/>
                </a:lnTo>
                <a:lnTo>
                  <a:pt x="0" y="150"/>
                </a:lnTo>
                <a:lnTo>
                  <a:pt x="367" y="30"/>
                </a:lnTo>
                <a:close/>
              </a:path>
            </a:pathLst>
          </a:custGeom>
          <a:blipFill dpi="0" rotWithShape="0">
            <a:blip r:embed="rId3"/>
            <a:srcRect/>
            <a:tile tx="0" ty="0" sx="100000" sy="100000" flip="none" algn="tl"/>
          </a:blip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square" lIns="72000" tIns="0" rIns="72000" bIns="0" anchor="ctr">
            <a:spAutoFit/>
          </a:bodyPr>
          <a:lstStyle/>
          <a:p>
            <a:endParaRPr lang="pt-BR"/>
          </a:p>
        </p:txBody>
      </p:sp>
      <p:sp>
        <p:nvSpPr>
          <p:cNvPr id="31749" name="AutoShape 6">
            <a:extLst>
              <a:ext uri="{FF2B5EF4-FFF2-40B4-BE49-F238E27FC236}">
                <a16:creationId xmlns:a16="http://schemas.microsoft.com/office/drawing/2014/main" id="{4483B5B0-5306-564A-8BEF-5A8CE059DB49}"/>
              </a:ext>
            </a:extLst>
          </p:cNvPr>
          <p:cNvSpPr>
            <a:spLocks noChangeArrowheads="1"/>
          </p:cNvSpPr>
          <p:nvPr/>
        </p:nvSpPr>
        <p:spPr bwMode="auto">
          <a:xfrm>
            <a:off x="2646935" y="555625"/>
            <a:ext cx="5708650" cy="298450"/>
          </a:xfrm>
          <a:prstGeom prst="chevron">
            <a:avLst>
              <a:gd name="adj" fmla="val 33562"/>
            </a:avLst>
          </a:prstGeom>
          <a:solidFill>
            <a:srgbClr val="FFFF00"/>
          </a:solidFill>
          <a:ln w="11176">
            <a:solidFill>
              <a:srgbClr val="000000"/>
            </a:solidFill>
            <a:miter lim="800000"/>
            <a:headEnd/>
            <a:tailEnd/>
          </a:ln>
        </p:spPr>
        <p:txBody>
          <a:bodyPr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2000" b="1">
                <a:solidFill>
                  <a:srgbClr val="000000"/>
                </a:solidFill>
              </a:rPr>
              <a:t>Desenvolvimento</a:t>
            </a:r>
          </a:p>
        </p:txBody>
      </p:sp>
      <p:sp>
        <p:nvSpPr>
          <p:cNvPr id="31750" name="AutoShape 7">
            <a:extLst>
              <a:ext uri="{FF2B5EF4-FFF2-40B4-BE49-F238E27FC236}">
                <a16:creationId xmlns:a16="http://schemas.microsoft.com/office/drawing/2014/main" id="{A48E81EB-97C8-9249-B975-5922E282BD1B}"/>
              </a:ext>
            </a:extLst>
          </p:cNvPr>
          <p:cNvSpPr>
            <a:spLocks noChangeArrowheads="1"/>
          </p:cNvSpPr>
          <p:nvPr/>
        </p:nvSpPr>
        <p:spPr bwMode="auto">
          <a:xfrm>
            <a:off x="5044060" y="904875"/>
            <a:ext cx="1095375" cy="528637"/>
          </a:xfrm>
          <a:prstGeom prst="chevron">
            <a:avLst>
              <a:gd name="adj" fmla="val 19723"/>
            </a:avLst>
          </a:prstGeom>
          <a:solidFill>
            <a:srgbClr val="FFFF00"/>
          </a:solidFill>
          <a:ln w="11176">
            <a:solidFill>
              <a:srgbClr val="000000"/>
            </a:solidFill>
            <a:miter lim="800000"/>
            <a:headEnd/>
            <a:tailEnd/>
          </a:ln>
        </p:spPr>
        <p:txBody>
          <a:bodyPr wrap="none"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t>Projeto</a:t>
            </a:r>
          </a:p>
          <a:p>
            <a:pPr algn="ctr" eaLnBrk="1" hangingPunct="1">
              <a:spcBef>
                <a:spcPct val="50000"/>
              </a:spcBef>
              <a:buFontTx/>
              <a:buNone/>
            </a:pPr>
            <a:r>
              <a:rPr lang="pt-BR" altLang="pt-BR" sz="1400"/>
              <a:t>Detalhado </a:t>
            </a:r>
          </a:p>
        </p:txBody>
      </p:sp>
      <p:sp>
        <p:nvSpPr>
          <p:cNvPr id="31751" name="AutoShape 8">
            <a:extLst>
              <a:ext uri="{FF2B5EF4-FFF2-40B4-BE49-F238E27FC236}">
                <a16:creationId xmlns:a16="http://schemas.microsoft.com/office/drawing/2014/main" id="{73332E68-21FD-0E4C-832C-52825461A36A}"/>
              </a:ext>
            </a:extLst>
          </p:cNvPr>
          <p:cNvSpPr>
            <a:spLocks noChangeArrowheads="1"/>
          </p:cNvSpPr>
          <p:nvPr/>
        </p:nvSpPr>
        <p:spPr bwMode="auto">
          <a:xfrm>
            <a:off x="3947097" y="904875"/>
            <a:ext cx="1125538" cy="528637"/>
          </a:xfrm>
          <a:prstGeom prst="chevron">
            <a:avLst>
              <a:gd name="adj" fmla="val 19004"/>
            </a:avLst>
          </a:prstGeom>
          <a:solidFill>
            <a:srgbClr val="FFFF00"/>
          </a:solidFill>
          <a:ln w="11176">
            <a:solidFill>
              <a:srgbClr val="000000"/>
            </a:solidFill>
            <a:miter lim="800000"/>
            <a:headEnd/>
            <a:tailEnd/>
          </a:ln>
        </p:spPr>
        <p:txBody>
          <a:bodyPr wrap="none"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t>Projeto</a:t>
            </a:r>
          </a:p>
          <a:p>
            <a:pPr algn="ctr" eaLnBrk="1" hangingPunct="1">
              <a:spcBef>
                <a:spcPct val="50000"/>
              </a:spcBef>
              <a:buFontTx/>
              <a:buNone/>
            </a:pPr>
            <a:r>
              <a:rPr lang="pt-BR" altLang="pt-BR" sz="1400"/>
              <a:t>Conceitual </a:t>
            </a:r>
          </a:p>
        </p:txBody>
      </p:sp>
      <p:sp>
        <p:nvSpPr>
          <p:cNvPr id="31752" name="AutoShape 9">
            <a:extLst>
              <a:ext uri="{FF2B5EF4-FFF2-40B4-BE49-F238E27FC236}">
                <a16:creationId xmlns:a16="http://schemas.microsoft.com/office/drawing/2014/main" id="{04D0D0A2-94A7-FF4C-8DD9-128162E5097D}"/>
              </a:ext>
            </a:extLst>
          </p:cNvPr>
          <p:cNvSpPr>
            <a:spLocks noChangeArrowheads="1"/>
          </p:cNvSpPr>
          <p:nvPr/>
        </p:nvSpPr>
        <p:spPr bwMode="auto">
          <a:xfrm>
            <a:off x="2616772" y="904875"/>
            <a:ext cx="1358900" cy="528637"/>
          </a:xfrm>
          <a:prstGeom prst="chevron">
            <a:avLst>
              <a:gd name="adj" fmla="val 22064"/>
            </a:avLst>
          </a:prstGeom>
          <a:solidFill>
            <a:srgbClr val="FFFF00"/>
          </a:solidFill>
          <a:ln w="11176">
            <a:solidFill>
              <a:srgbClr val="000000"/>
            </a:solidFill>
            <a:miter lim="800000"/>
            <a:headEnd/>
            <a:tailEnd/>
          </a:ln>
        </p:spPr>
        <p:txBody>
          <a:bodyPr wrap="none"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t>Projeto</a:t>
            </a:r>
          </a:p>
          <a:p>
            <a:pPr algn="ctr" eaLnBrk="1" hangingPunct="1">
              <a:spcBef>
                <a:spcPct val="50000"/>
              </a:spcBef>
              <a:buFontTx/>
              <a:buNone/>
            </a:pPr>
            <a:r>
              <a:rPr lang="pt-BR" altLang="pt-BR" sz="1400"/>
              <a:t>Informacional </a:t>
            </a:r>
          </a:p>
        </p:txBody>
      </p:sp>
      <p:sp>
        <p:nvSpPr>
          <p:cNvPr id="31753" name="AutoShape 10">
            <a:extLst>
              <a:ext uri="{FF2B5EF4-FFF2-40B4-BE49-F238E27FC236}">
                <a16:creationId xmlns:a16="http://schemas.microsoft.com/office/drawing/2014/main" id="{4D00E510-B6F1-B942-96C2-69C6A4B495BB}"/>
              </a:ext>
            </a:extLst>
          </p:cNvPr>
          <p:cNvSpPr>
            <a:spLocks noChangeArrowheads="1"/>
          </p:cNvSpPr>
          <p:nvPr/>
        </p:nvSpPr>
        <p:spPr bwMode="auto">
          <a:xfrm>
            <a:off x="7230047" y="904875"/>
            <a:ext cx="1214438" cy="528637"/>
          </a:xfrm>
          <a:prstGeom prst="chevron">
            <a:avLst>
              <a:gd name="adj" fmla="val 19782"/>
            </a:avLst>
          </a:prstGeom>
          <a:solidFill>
            <a:srgbClr val="FFFF00"/>
          </a:solidFill>
          <a:ln w="11176">
            <a:solidFill>
              <a:srgbClr val="000000"/>
            </a:solidFill>
            <a:miter lim="800000"/>
            <a:headEnd/>
            <a:tailEnd/>
          </a:ln>
        </p:spPr>
        <p:txBody>
          <a:bodyPr wrap="none"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t>Lançamento</a:t>
            </a:r>
          </a:p>
          <a:p>
            <a:pPr algn="ctr" eaLnBrk="1" hangingPunct="1">
              <a:spcBef>
                <a:spcPct val="50000"/>
              </a:spcBef>
              <a:buFontTx/>
              <a:buNone/>
            </a:pPr>
            <a:r>
              <a:rPr lang="pt-BR" altLang="pt-BR" sz="1400"/>
              <a:t>do Produto</a:t>
            </a:r>
          </a:p>
        </p:txBody>
      </p:sp>
      <p:sp>
        <p:nvSpPr>
          <p:cNvPr id="31754" name="AutoShape 11">
            <a:extLst>
              <a:ext uri="{FF2B5EF4-FFF2-40B4-BE49-F238E27FC236}">
                <a16:creationId xmlns:a16="http://schemas.microsoft.com/office/drawing/2014/main" id="{22405309-4367-C24A-A923-A4786414EDC3}"/>
              </a:ext>
            </a:extLst>
          </p:cNvPr>
          <p:cNvSpPr>
            <a:spLocks noChangeArrowheads="1"/>
          </p:cNvSpPr>
          <p:nvPr/>
        </p:nvSpPr>
        <p:spPr bwMode="auto">
          <a:xfrm>
            <a:off x="6110860" y="904875"/>
            <a:ext cx="1147762" cy="528637"/>
          </a:xfrm>
          <a:prstGeom prst="chevron">
            <a:avLst>
              <a:gd name="adj" fmla="val 16213"/>
            </a:avLst>
          </a:prstGeom>
          <a:solidFill>
            <a:srgbClr val="FFFF00"/>
          </a:solidFill>
          <a:ln w="11176">
            <a:solidFill>
              <a:srgbClr val="000000"/>
            </a:solidFill>
            <a:miter lim="800000"/>
            <a:headEnd/>
            <a:tailEnd/>
          </a:ln>
        </p:spPr>
        <p:txBody>
          <a:bodyPr wrap="none"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t>Preparação</a:t>
            </a:r>
          </a:p>
          <a:p>
            <a:pPr algn="ctr" eaLnBrk="1" hangingPunct="1">
              <a:spcBef>
                <a:spcPct val="50000"/>
              </a:spcBef>
              <a:buFontTx/>
              <a:buNone/>
            </a:pPr>
            <a:r>
              <a:rPr lang="pt-BR" altLang="pt-BR" sz="1400"/>
              <a:t>Produção</a:t>
            </a:r>
          </a:p>
        </p:txBody>
      </p:sp>
      <p:sp>
        <p:nvSpPr>
          <p:cNvPr id="31755" name="Line 12">
            <a:extLst>
              <a:ext uri="{FF2B5EF4-FFF2-40B4-BE49-F238E27FC236}">
                <a16:creationId xmlns:a16="http://schemas.microsoft.com/office/drawing/2014/main" id="{449986BB-031C-0F47-A7E2-22181DDF92A5}"/>
              </a:ext>
            </a:extLst>
          </p:cNvPr>
          <p:cNvSpPr>
            <a:spLocks noChangeShapeType="1"/>
          </p:cNvSpPr>
          <p:nvPr/>
        </p:nvSpPr>
        <p:spPr bwMode="auto">
          <a:xfrm>
            <a:off x="3883597" y="1457325"/>
            <a:ext cx="0" cy="36385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sp>
        <p:nvSpPr>
          <p:cNvPr id="31756" name="Line 13">
            <a:extLst>
              <a:ext uri="{FF2B5EF4-FFF2-40B4-BE49-F238E27FC236}">
                <a16:creationId xmlns:a16="http://schemas.microsoft.com/office/drawing/2014/main" id="{C69C5376-4BAD-FD45-8641-3819B15F7019}"/>
              </a:ext>
            </a:extLst>
          </p:cNvPr>
          <p:cNvSpPr>
            <a:spLocks noChangeShapeType="1"/>
          </p:cNvSpPr>
          <p:nvPr/>
        </p:nvSpPr>
        <p:spPr bwMode="auto">
          <a:xfrm>
            <a:off x="5018660" y="1457325"/>
            <a:ext cx="0" cy="7921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sp>
        <p:nvSpPr>
          <p:cNvPr id="31757" name="AutoShape 14">
            <a:extLst>
              <a:ext uri="{FF2B5EF4-FFF2-40B4-BE49-F238E27FC236}">
                <a16:creationId xmlns:a16="http://schemas.microsoft.com/office/drawing/2014/main" id="{A50321B0-E6C9-834E-BED2-9B6C63329D11}"/>
              </a:ext>
            </a:extLst>
          </p:cNvPr>
          <p:cNvSpPr>
            <a:spLocks noChangeArrowheads="1"/>
          </p:cNvSpPr>
          <p:nvPr/>
        </p:nvSpPr>
        <p:spPr bwMode="auto">
          <a:xfrm>
            <a:off x="1295972" y="925512"/>
            <a:ext cx="1335088" cy="528638"/>
          </a:xfrm>
          <a:prstGeom prst="chevron">
            <a:avLst>
              <a:gd name="adj" fmla="val 24296"/>
            </a:avLst>
          </a:prstGeom>
          <a:solidFill>
            <a:srgbClr val="99CCFF"/>
          </a:solidFill>
          <a:ln w="11176">
            <a:solidFill>
              <a:srgbClr val="000000"/>
            </a:solidFill>
            <a:miter lim="800000"/>
            <a:headEnd/>
            <a:tailEnd/>
          </a:ln>
        </p:spPr>
        <p:txBody>
          <a:bodyPr wrap="none"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t>Planejamento</a:t>
            </a:r>
          </a:p>
          <a:p>
            <a:pPr algn="ctr" eaLnBrk="1" hangingPunct="1">
              <a:spcBef>
                <a:spcPct val="50000"/>
              </a:spcBef>
              <a:buFontTx/>
              <a:buNone/>
            </a:pPr>
            <a:r>
              <a:rPr lang="pt-BR" altLang="pt-BR" sz="1400"/>
              <a:t>Projeto</a:t>
            </a:r>
          </a:p>
        </p:txBody>
      </p:sp>
      <p:sp>
        <p:nvSpPr>
          <p:cNvPr id="31758" name="Line 15">
            <a:extLst>
              <a:ext uri="{FF2B5EF4-FFF2-40B4-BE49-F238E27FC236}">
                <a16:creationId xmlns:a16="http://schemas.microsoft.com/office/drawing/2014/main" id="{C7C9012C-8DDB-2747-A459-D4A1C65B2B46}"/>
              </a:ext>
            </a:extLst>
          </p:cNvPr>
          <p:cNvSpPr>
            <a:spLocks noChangeShapeType="1"/>
          </p:cNvSpPr>
          <p:nvPr/>
        </p:nvSpPr>
        <p:spPr bwMode="auto">
          <a:xfrm>
            <a:off x="2551685" y="1455737"/>
            <a:ext cx="0" cy="11271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sp>
        <p:nvSpPr>
          <p:cNvPr id="31759" name="Line 16">
            <a:extLst>
              <a:ext uri="{FF2B5EF4-FFF2-40B4-BE49-F238E27FC236}">
                <a16:creationId xmlns:a16="http://schemas.microsoft.com/office/drawing/2014/main" id="{426B05AB-D05D-0E43-8F66-5EEE242681FF}"/>
              </a:ext>
            </a:extLst>
          </p:cNvPr>
          <p:cNvSpPr>
            <a:spLocks noChangeShapeType="1"/>
          </p:cNvSpPr>
          <p:nvPr/>
        </p:nvSpPr>
        <p:spPr bwMode="auto">
          <a:xfrm flipV="1">
            <a:off x="1295972" y="1455737"/>
            <a:ext cx="0" cy="4746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sp>
        <p:nvSpPr>
          <p:cNvPr id="31760" name="Rectangle 17">
            <a:extLst>
              <a:ext uri="{FF2B5EF4-FFF2-40B4-BE49-F238E27FC236}">
                <a16:creationId xmlns:a16="http://schemas.microsoft.com/office/drawing/2014/main" id="{660FD392-FDB9-A94C-9913-1C7AFDA712FE}"/>
              </a:ext>
            </a:extLst>
          </p:cNvPr>
          <p:cNvSpPr>
            <a:spLocks noChangeArrowheads="1"/>
          </p:cNvSpPr>
          <p:nvPr/>
        </p:nvSpPr>
        <p:spPr bwMode="auto">
          <a:xfrm>
            <a:off x="756222" y="1728787"/>
            <a:ext cx="1616075" cy="604838"/>
          </a:xfrm>
          <a:prstGeom prst="rect">
            <a:avLst/>
          </a:prstGeom>
          <a:solidFill>
            <a:srgbClr val="99CCFF"/>
          </a:solidFill>
          <a:ln w="9525">
            <a:solidFill>
              <a:schemeClr val="tx1"/>
            </a:solidFill>
            <a:miter lim="800000"/>
            <a:headEnd/>
            <a:tailEnd/>
          </a:ln>
        </p:spPr>
        <p:txBody>
          <a:bodyPr lIns="72000" tIns="0" rIns="72000" bIns="0"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a:spcBef>
                <a:spcPct val="50000"/>
              </a:spcBef>
              <a:buFontTx/>
              <a:buNone/>
            </a:pPr>
            <a:r>
              <a:rPr lang="pt-BR" altLang="pt-BR" sz="1400"/>
              <a:t>Descrição do Produto no Portfólio</a:t>
            </a:r>
            <a:endParaRPr lang="pt-BR" altLang="pt-BR" sz="1400">
              <a:solidFill>
                <a:srgbClr val="000000"/>
              </a:solidFill>
            </a:endParaRPr>
          </a:p>
        </p:txBody>
      </p:sp>
      <p:sp>
        <p:nvSpPr>
          <p:cNvPr id="31761" name="Rectangle 18">
            <a:extLst>
              <a:ext uri="{FF2B5EF4-FFF2-40B4-BE49-F238E27FC236}">
                <a16:creationId xmlns:a16="http://schemas.microsoft.com/office/drawing/2014/main" id="{82F0E052-7943-7745-907F-955C536A8C34}"/>
              </a:ext>
            </a:extLst>
          </p:cNvPr>
          <p:cNvSpPr>
            <a:spLocks noChangeArrowheads="1"/>
          </p:cNvSpPr>
          <p:nvPr/>
        </p:nvSpPr>
        <p:spPr bwMode="auto">
          <a:xfrm>
            <a:off x="2708362" y="5211324"/>
            <a:ext cx="3222623" cy="215444"/>
          </a:xfrm>
          <a:prstGeom prst="rect">
            <a:avLst/>
          </a:prstGeom>
          <a:solidFill>
            <a:srgbClr val="FFFF00"/>
          </a:solidFill>
          <a:ln w="9525">
            <a:solidFill>
              <a:schemeClr val="tx1"/>
            </a:solidFill>
            <a:miter lim="800000"/>
            <a:headEnd/>
            <a:tailEnd/>
          </a:ln>
        </p:spPr>
        <p:txBody>
          <a:bodyPr wrap="squar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a:spcBef>
                <a:spcPct val="50000"/>
              </a:spcBef>
              <a:buFontTx/>
              <a:buNone/>
            </a:pPr>
            <a:r>
              <a:rPr lang="pt-BR" altLang="pt-BR" sz="1400" dirty="0"/>
              <a:t>Especificações Meta</a:t>
            </a:r>
          </a:p>
        </p:txBody>
      </p:sp>
      <p:sp>
        <p:nvSpPr>
          <p:cNvPr id="31762" name="Rectangle 19">
            <a:extLst>
              <a:ext uri="{FF2B5EF4-FFF2-40B4-BE49-F238E27FC236}">
                <a16:creationId xmlns:a16="http://schemas.microsoft.com/office/drawing/2014/main" id="{F879F3D0-2CAD-264A-B073-FFCFB7D9D6DB}"/>
              </a:ext>
            </a:extLst>
          </p:cNvPr>
          <p:cNvSpPr>
            <a:spLocks noChangeArrowheads="1"/>
          </p:cNvSpPr>
          <p:nvPr/>
        </p:nvSpPr>
        <p:spPr bwMode="auto">
          <a:xfrm>
            <a:off x="4512246" y="2069083"/>
            <a:ext cx="1125521" cy="538609"/>
          </a:xfrm>
          <a:prstGeom prst="rect">
            <a:avLst/>
          </a:prstGeom>
          <a:solidFill>
            <a:srgbClr val="FFFF00"/>
          </a:solidFill>
          <a:ln w="9525">
            <a:solidFill>
              <a:schemeClr val="tx1"/>
            </a:solidFill>
            <a:miter lim="800000"/>
            <a:headEnd/>
            <a:tailEnd/>
          </a:ln>
        </p:spPr>
        <p:txBody>
          <a:bodyPr wrap="squar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a:spcBef>
                <a:spcPct val="50000"/>
              </a:spcBef>
              <a:buFontTx/>
              <a:buNone/>
            </a:pPr>
            <a:r>
              <a:rPr lang="pt-BR" altLang="pt-BR" sz="1400"/>
              <a:t>Concepção</a:t>
            </a:r>
          </a:p>
          <a:p>
            <a:pPr algn="ctr">
              <a:spcBef>
                <a:spcPct val="50000"/>
              </a:spcBef>
              <a:buFontTx/>
              <a:buNone/>
            </a:pPr>
            <a:r>
              <a:rPr lang="pt-BR" altLang="pt-BR" sz="1400"/>
              <a:t>do Produto</a:t>
            </a:r>
          </a:p>
        </p:txBody>
      </p:sp>
      <p:sp>
        <p:nvSpPr>
          <p:cNvPr id="31763" name="Text Box 20">
            <a:extLst>
              <a:ext uri="{FF2B5EF4-FFF2-40B4-BE49-F238E27FC236}">
                <a16:creationId xmlns:a16="http://schemas.microsoft.com/office/drawing/2014/main" id="{42C7AB5B-BDF7-5B4A-869C-728E20104940}"/>
              </a:ext>
            </a:extLst>
          </p:cNvPr>
          <p:cNvSpPr txBox="1">
            <a:spLocks noChangeArrowheads="1"/>
          </p:cNvSpPr>
          <p:nvPr/>
        </p:nvSpPr>
        <p:spPr bwMode="auto">
          <a:xfrm>
            <a:off x="2473897" y="5953923"/>
            <a:ext cx="2787650" cy="754053"/>
          </a:xfrm>
          <a:prstGeom prst="rect">
            <a:avLst/>
          </a:prstGeom>
          <a:solidFill>
            <a:schemeClr val="bg1"/>
          </a:solidFill>
          <a:ln w="28575">
            <a:solidFill>
              <a:schemeClr val="tx1"/>
            </a:solidFill>
            <a:miter lim="800000"/>
            <a:headEnd/>
            <a:tailEnd/>
          </a:ln>
        </p:spPr>
        <p:txBody>
          <a:bodyPr wrap="squar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solidFill>
                  <a:srgbClr val="000000"/>
                </a:solidFill>
              </a:rPr>
              <a:t>Requisitos com valores meta</a:t>
            </a:r>
          </a:p>
          <a:p>
            <a:pPr algn="ctr" eaLnBrk="1" hangingPunct="1">
              <a:spcBef>
                <a:spcPct val="50000"/>
              </a:spcBef>
              <a:buFontTx/>
              <a:buNone/>
            </a:pPr>
            <a:r>
              <a:rPr lang="pt-BR" altLang="pt-BR" sz="1400">
                <a:solidFill>
                  <a:srgbClr val="000000"/>
                </a:solidFill>
              </a:rPr>
              <a:t>Informações adicionais qualitativas</a:t>
            </a:r>
          </a:p>
        </p:txBody>
      </p:sp>
      <p:sp>
        <p:nvSpPr>
          <p:cNvPr id="31764" name="Rectangle 21">
            <a:extLst>
              <a:ext uri="{FF2B5EF4-FFF2-40B4-BE49-F238E27FC236}">
                <a16:creationId xmlns:a16="http://schemas.microsoft.com/office/drawing/2014/main" id="{2F0BE914-82B2-2C4A-801A-47F5CCF468BA}"/>
              </a:ext>
            </a:extLst>
          </p:cNvPr>
          <p:cNvSpPr>
            <a:spLocks noChangeArrowheads="1"/>
          </p:cNvSpPr>
          <p:nvPr/>
        </p:nvSpPr>
        <p:spPr bwMode="auto">
          <a:xfrm>
            <a:off x="2124646" y="2332608"/>
            <a:ext cx="1473181" cy="538609"/>
          </a:xfrm>
          <a:prstGeom prst="rect">
            <a:avLst/>
          </a:prstGeom>
          <a:solidFill>
            <a:srgbClr val="99CCFF"/>
          </a:solidFill>
          <a:ln w="9525">
            <a:solidFill>
              <a:schemeClr val="tx1"/>
            </a:solidFill>
            <a:miter lim="800000"/>
            <a:headEnd/>
            <a:tailEnd/>
          </a:ln>
        </p:spPr>
        <p:txBody>
          <a:bodyPr wrap="squar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a:spcBef>
                <a:spcPct val="50000"/>
              </a:spcBef>
              <a:buFontTx/>
              <a:buNone/>
            </a:pPr>
            <a:r>
              <a:rPr lang="pt-BR" altLang="pt-BR" sz="1400"/>
              <a:t>Plano do</a:t>
            </a:r>
          </a:p>
          <a:p>
            <a:pPr algn="ctr">
              <a:spcBef>
                <a:spcPct val="50000"/>
              </a:spcBef>
              <a:buFontTx/>
              <a:buNone/>
            </a:pPr>
            <a:r>
              <a:rPr lang="pt-BR" altLang="pt-BR" sz="1400"/>
              <a:t>projeto</a:t>
            </a:r>
          </a:p>
        </p:txBody>
      </p:sp>
      <p:sp>
        <p:nvSpPr>
          <p:cNvPr id="31765" name="Text Box 22">
            <a:extLst>
              <a:ext uri="{FF2B5EF4-FFF2-40B4-BE49-F238E27FC236}">
                <a16:creationId xmlns:a16="http://schemas.microsoft.com/office/drawing/2014/main" id="{AB650532-75CC-9143-8BF8-40E4965E8530}"/>
              </a:ext>
            </a:extLst>
          </p:cNvPr>
          <p:cNvSpPr txBox="1">
            <a:spLocks noChangeArrowheads="1"/>
          </p:cNvSpPr>
          <p:nvPr/>
        </p:nvSpPr>
        <p:spPr bwMode="auto">
          <a:xfrm>
            <a:off x="724472" y="3395662"/>
            <a:ext cx="1827192" cy="3335338"/>
          </a:xfrm>
          <a:prstGeom prst="rect">
            <a:avLst/>
          </a:prstGeom>
          <a:solidFill>
            <a:schemeClr val="bg1"/>
          </a:solidFill>
          <a:ln w="28575">
            <a:solidFill>
              <a:schemeClr val="tx1"/>
            </a:solidFill>
            <a:miter lim="800000"/>
            <a:headEnd/>
            <a:tailEnd/>
          </a:ln>
        </p:spPr>
        <p:txBody>
          <a:bodyPr wrap="square" lIns="36000" tIns="0" rIns="36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solidFill>
                  <a:srgbClr val="000000"/>
                </a:solidFill>
              </a:rPr>
              <a:t>Escopo do Projeto</a:t>
            </a:r>
          </a:p>
          <a:p>
            <a:pPr algn="ctr" eaLnBrk="1" hangingPunct="1">
              <a:spcBef>
                <a:spcPct val="50000"/>
              </a:spcBef>
              <a:buFontTx/>
              <a:buNone/>
            </a:pPr>
            <a:r>
              <a:rPr lang="pt-BR" altLang="pt-BR" sz="1400">
                <a:solidFill>
                  <a:srgbClr val="000000"/>
                </a:solidFill>
              </a:rPr>
              <a:t>Escopo do Produto</a:t>
            </a:r>
          </a:p>
          <a:p>
            <a:pPr algn="ctr" eaLnBrk="1" hangingPunct="1">
              <a:spcBef>
                <a:spcPct val="50000"/>
              </a:spcBef>
              <a:buFontTx/>
              <a:buNone/>
            </a:pPr>
            <a:r>
              <a:rPr lang="pt-BR" altLang="pt-BR" sz="1400">
                <a:solidFill>
                  <a:srgbClr val="000000"/>
                </a:solidFill>
              </a:rPr>
              <a:t>(conceito)</a:t>
            </a:r>
          </a:p>
          <a:p>
            <a:pPr algn="ctr" eaLnBrk="1" hangingPunct="1">
              <a:spcBef>
                <a:spcPct val="50000"/>
              </a:spcBef>
              <a:buFontTx/>
              <a:buNone/>
            </a:pPr>
            <a:r>
              <a:rPr lang="pt-BR" altLang="pt-BR" sz="1400">
                <a:solidFill>
                  <a:srgbClr val="000000"/>
                </a:solidFill>
              </a:rPr>
              <a:t>Atividades</a:t>
            </a:r>
          </a:p>
          <a:p>
            <a:pPr algn="ctr" eaLnBrk="1" hangingPunct="1">
              <a:spcBef>
                <a:spcPct val="50000"/>
              </a:spcBef>
              <a:buFontTx/>
              <a:buNone/>
            </a:pPr>
            <a:r>
              <a:rPr lang="pt-BR" altLang="pt-BR" sz="1400">
                <a:solidFill>
                  <a:srgbClr val="000000"/>
                </a:solidFill>
              </a:rPr>
              <a:t>Pessoal</a:t>
            </a:r>
          </a:p>
          <a:p>
            <a:pPr algn="ctr" eaLnBrk="1" hangingPunct="1">
              <a:spcBef>
                <a:spcPct val="50000"/>
              </a:spcBef>
              <a:buFontTx/>
              <a:buNone/>
            </a:pPr>
            <a:r>
              <a:rPr lang="pt-BR" altLang="pt-BR" sz="1400">
                <a:solidFill>
                  <a:srgbClr val="000000"/>
                </a:solidFill>
              </a:rPr>
              <a:t>Prazos</a:t>
            </a:r>
          </a:p>
          <a:p>
            <a:pPr algn="ctr" eaLnBrk="1" hangingPunct="1">
              <a:spcBef>
                <a:spcPct val="50000"/>
              </a:spcBef>
              <a:buFontTx/>
              <a:buNone/>
            </a:pPr>
            <a:r>
              <a:rPr lang="pt-BR" altLang="pt-BR" sz="1400">
                <a:solidFill>
                  <a:srgbClr val="000000"/>
                </a:solidFill>
              </a:rPr>
              <a:t>Orçamento</a:t>
            </a:r>
            <a:br>
              <a:rPr lang="pt-BR" altLang="pt-BR" sz="1400">
                <a:solidFill>
                  <a:srgbClr val="000000"/>
                </a:solidFill>
              </a:rPr>
            </a:br>
            <a:r>
              <a:rPr lang="pt-BR" altLang="pt-BR" sz="1400">
                <a:solidFill>
                  <a:srgbClr val="000000"/>
                </a:solidFill>
              </a:rPr>
              <a:t>Recursos</a:t>
            </a:r>
          </a:p>
          <a:p>
            <a:pPr algn="ctr" eaLnBrk="1" hangingPunct="1">
              <a:spcBef>
                <a:spcPct val="50000"/>
              </a:spcBef>
              <a:buFontTx/>
              <a:buNone/>
            </a:pPr>
            <a:r>
              <a:rPr lang="pt-BR" altLang="pt-BR" sz="1400">
                <a:solidFill>
                  <a:srgbClr val="000000"/>
                </a:solidFill>
              </a:rPr>
              <a:t>Qualidade</a:t>
            </a:r>
          </a:p>
          <a:p>
            <a:pPr algn="ctr" eaLnBrk="1" hangingPunct="1">
              <a:spcBef>
                <a:spcPct val="50000"/>
              </a:spcBef>
              <a:buFontTx/>
              <a:buNone/>
            </a:pPr>
            <a:r>
              <a:rPr lang="pt-BR" altLang="pt-BR" sz="1400">
                <a:solidFill>
                  <a:srgbClr val="000000"/>
                </a:solidFill>
              </a:rPr>
              <a:t>Riscos</a:t>
            </a:r>
          </a:p>
          <a:p>
            <a:pPr algn="ctr" eaLnBrk="1" hangingPunct="1">
              <a:spcBef>
                <a:spcPct val="50000"/>
              </a:spcBef>
              <a:buFontTx/>
              <a:buNone/>
            </a:pPr>
            <a:r>
              <a:rPr lang="pt-BR" altLang="pt-BR" sz="1400">
                <a:solidFill>
                  <a:srgbClr val="000000"/>
                </a:solidFill>
              </a:rPr>
              <a:t>Indicadores</a:t>
            </a:r>
          </a:p>
        </p:txBody>
      </p:sp>
      <p:sp>
        <p:nvSpPr>
          <p:cNvPr id="31766" name="Text Box 23">
            <a:extLst>
              <a:ext uri="{FF2B5EF4-FFF2-40B4-BE49-F238E27FC236}">
                <a16:creationId xmlns:a16="http://schemas.microsoft.com/office/drawing/2014/main" id="{A2CA5E40-3BB4-5E48-A3A1-D4FEAF566A98}"/>
              </a:ext>
            </a:extLst>
          </p:cNvPr>
          <p:cNvSpPr txBox="1">
            <a:spLocks noChangeArrowheads="1"/>
          </p:cNvSpPr>
          <p:nvPr/>
        </p:nvSpPr>
        <p:spPr bwMode="auto">
          <a:xfrm>
            <a:off x="3980434" y="2830863"/>
            <a:ext cx="3079929" cy="1831271"/>
          </a:xfrm>
          <a:prstGeom prst="rect">
            <a:avLst/>
          </a:prstGeom>
          <a:solidFill>
            <a:schemeClr val="bg1"/>
          </a:solidFill>
          <a:ln w="28575">
            <a:solidFill>
              <a:schemeClr val="tx1"/>
            </a:solidFill>
            <a:miter lim="800000"/>
            <a:headEnd/>
            <a:tailEnd/>
          </a:ln>
        </p:spPr>
        <p:txBody>
          <a:bodyPr wrap="squar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a:spcBef>
                <a:spcPct val="50000"/>
              </a:spcBef>
              <a:buFontTx/>
              <a:buNone/>
            </a:pPr>
            <a:r>
              <a:rPr lang="pt-BR" altLang="pt-BR" sz="1400" dirty="0"/>
              <a:t>Arquitetura Produto</a:t>
            </a:r>
          </a:p>
          <a:p>
            <a:pPr algn="ctr">
              <a:spcBef>
                <a:spcPct val="50000"/>
              </a:spcBef>
              <a:buFontTx/>
              <a:buNone/>
            </a:pPr>
            <a:r>
              <a:rPr lang="pt-BR" altLang="pt-BR" sz="1400" dirty="0"/>
              <a:t>Alternativas de Solução</a:t>
            </a:r>
          </a:p>
          <a:p>
            <a:pPr algn="ctr">
              <a:spcBef>
                <a:spcPct val="50000"/>
              </a:spcBef>
              <a:buFontTx/>
              <a:buNone/>
            </a:pPr>
            <a:r>
              <a:rPr lang="pt-BR" altLang="pt-BR" sz="1400" dirty="0"/>
              <a:t>Lista </a:t>
            </a:r>
            <a:r>
              <a:rPr lang="pt-BR" altLang="pt-BR" sz="1400" dirty="0" err="1"/>
              <a:t>SSCs</a:t>
            </a:r>
            <a:r>
              <a:rPr lang="pt-BR" altLang="pt-BR" sz="1400" dirty="0"/>
              <a:t> principais</a:t>
            </a:r>
          </a:p>
          <a:p>
            <a:pPr algn="ctr">
              <a:spcBef>
                <a:spcPct val="50000"/>
              </a:spcBef>
              <a:buFontTx/>
              <a:buNone/>
            </a:pPr>
            <a:r>
              <a:rPr lang="pt-BR" altLang="pt-BR" sz="1400" dirty="0"/>
              <a:t>Especificações iniciais dos </a:t>
            </a:r>
            <a:r>
              <a:rPr lang="pt-BR" altLang="pt-BR" sz="1400" dirty="0" err="1"/>
              <a:t>SSCs</a:t>
            </a:r>
            <a:r>
              <a:rPr lang="pt-BR" altLang="pt-BR" sz="1400" dirty="0"/>
              <a:t> </a:t>
            </a:r>
          </a:p>
          <a:p>
            <a:pPr algn="ctr">
              <a:spcBef>
                <a:spcPct val="50000"/>
              </a:spcBef>
              <a:buFontTx/>
              <a:buNone/>
            </a:pPr>
            <a:r>
              <a:rPr lang="pt-BR" altLang="pt-BR" sz="1400" dirty="0"/>
              <a:t>Desenhos iniciais</a:t>
            </a:r>
          </a:p>
          <a:p>
            <a:pPr algn="ctr">
              <a:spcBef>
                <a:spcPct val="50000"/>
              </a:spcBef>
              <a:buFontTx/>
              <a:buNone/>
            </a:pPr>
            <a:r>
              <a:rPr lang="pt-BR" altLang="pt-BR" sz="1400" dirty="0"/>
              <a:t>Plano macro  processo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18100633-6520-9747-9CB3-FBA85D717D47}"/>
              </a:ext>
            </a:extLst>
          </p:cNvPr>
          <p:cNvSpPr>
            <a:spLocks noGrp="1" noChangeArrowheads="1"/>
          </p:cNvSpPr>
          <p:nvPr>
            <p:ph type="title"/>
          </p:nvPr>
        </p:nvSpPr>
        <p:spPr/>
        <p:txBody>
          <a:bodyPr/>
          <a:lstStyle/>
          <a:p>
            <a:r>
              <a:rPr lang="pt-BR" altLang="pt-BR">
                <a:ea typeface="ＭＳ Ｐゴシック" panose="020B0600070205080204" pitchFamily="34" charset="-128"/>
              </a:rPr>
              <a:t>Próxima fase: projeto detalhado</a:t>
            </a:r>
          </a:p>
        </p:txBody>
      </p:sp>
      <p:grpSp>
        <p:nvGrpSpPr>
          <p:cNvPr id="33794" name="Group 3">
            <a:extLst>
              <a:ext uri="{FF2B5EF4-FFF2-40B4-BE49-F238E27FC236}">
                <a16:creationId xmlns:a16="http://schemas.microsoft.com/office/drawing/2014/main" id="{5F9180A0-1FA0-BC45-B203-72F14669F4F4}"/>
              </a:ext>
            </a:extLst>
          </p:cNvPr>
          <p:cNvGrpSpPr>
            <a:grpSpLocks/>
          </p:cNvGrpSpPr>
          <p:nvPr/>
        </p:nvGrpSpPr>
        <p:grpSpPr bwMode="auto">
          <a:xfrm>
            <a:off x="0" y="1455738"/>
            <a:ext cx="9067800" cy="4576762"/>
            <a:chOff x="0" y="573"/>
            <a:chExt cx="5712" cy="2883"/>
          </a:xfrm>
        </p:grpSpPr>
        <p:sp>
          <p:nvSpPr>
            <p:cNvPr id="33848" name="Rectangle 4">
              <a:extLst>
                <a:ext uri="{FF2B5EF4-FFF2-40B4-BE49-F238E27FC236}">
                  <a16:creationId xmlns:a16="http://schemas.microsoft.com/office/drawing/2014/main" id="{DE5A6D86-FDE9-7F49-A848-5B6FC0D0EDE4}"/>
                </a:ext>
              </a:extLst>
            </p:cNvPr>
            <p:cNvSpPr>
              <a:spLocks noChangeArrowheads="1"/>
            </p:cNvSpPr>
            <p:nvPr/>
          </p:nvSpPr>
          <p:spPr bwMode="auto">
            <a:xfrm>
              <a:off x="498" y="3277"/>
              <a:ext cx="4968" cy="179"/>
            </a:xfrm>
            <a:prstGeom prst="rect">
              <a:avLst/>
            </a:prstGeom>
            <a:solidFill>
              <a:srgbClr val="FFFF00"/>
            </a:solidFill>
            <a:ln w="9525">
              <a:solidFill>
                <a:schemeClr val="tx1"/>
              </a:solidFill>
              <a:miter lim="800000"/>
              <a:headEnd/>
              <a:tailEnd/>
            </a:ln>
          </p:spPr>
          <p:txBody>
            <a:bodyPr lIns="72000" tIns="0" rIns="72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800" b="1" i="1">
                  <a:solidFill>
                    <a:srgbClr val="000000"/>
                  </a:solidFill>
                </a:rPr>
                <a:t>Melhoria do processo de desenvolvimento de produtos</a:t>
              </a:r>
            </a:p>
          </p:txBody>
        </p:sp>
        <p:sp>
          <p:nvSpPr>
            <p:cNvPr id="33849" name="Rectangle 5">
              <a:extLst>
                <a:ext uri="{FF2B5EF4-FFF2-40B4-BE49-F238E27FC236}">
                  <a16:creationId xmlns:a16="http://schemas.microsoft.com/office/drawing/2014/main" id="{E473C37D-5B48-E54E-A3E2-24EBDE7411A9}"/>
                </a:ext>
              </a:extLst>
            </p:cNvPr>
            <p:cNvSpPr>
              <a:spLocks noChangeArrowheads="1"/>
            </p:cNvSpPr>
            <p:nvPr/>
          </p:nvSpPr>
          <p:spPr bwMode="auto">
            <a:xfrm>
              <a:off x="1474" y="3048"/>
              <a:ext cx="3838" cy="179"/>
            </a:xfrm>
            <a:prstGeom prst="rect">
              <a:avLst/>
            </a:prstGeom>
            <a:solidFill>
              <a:srgbClr val="EAEAEA"/>
            </a:solidFill>
            <a:ln w="9525">
              <a:solidFill>
                <a:schemeClr val="tx1"/>
              </a:solidFill>
              <a:miter lim="800000"/>
              <a:headEnd/>
              <a:tailEnd/>
            </a:ln>
          </p:spPr>
          <p:txBody>
            <a:bodyPr lIns="72000" tIns="0" rIns="72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800" b="1" i="1">
                  <a:solidFill>
                    <a:srgbClr val="000000"/>
                  </a:solidFill>
                </a:rPr>
                <a:t>Gerenciamento de mudanças de engenharia</a:t>
              </a:r>
            </a:p>
          </p:txBody>
        </p:sp>
        <p:sp>
          <p:nvSpPr>
            <p:cNvPr id="203782" name="Rectangle 6">
              <a:extLst>
                <a:ext uri="{FF2B5EF4-FFF2-40B4-BE49-F238E27FC236}">
                  <a16:creationId xmlns:a16="http://schemas.microsoft.com/office/drawing/2014/main" id="{A850A0F8-78BA-D74E-883B-B3BCEE5C3175}"/>
                </a:ext>
              </a:extLst>
            </p:cNvPr>
            <p:cNvSpPr>
              <a:spLocks noChangeArrowheads="1"/>
            </p:cNvSpPr>
            <p:nvPr/>
          </p:nvSpPr>
          <p:spPr bwMode="auto">
            <a:xfrm>
              <a:off x="0" y="2972"/>
              <a:ext cx="945" cy="436"/>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square" lIns="72000" tIns="0" rIns="72000" bIns="0" anchor="ctr">
              <a:spAutoFit/>
            </a:bodyPr>
            <a:lstStyle/>
            <a:p>
              <a:pPr algn="ctr" eaLnBrk="1" hangingPunct="1">
                <a:spcBef>
                  <a:spcPct val="50000"/>
                </a:spcBef>
                <a:defRPr/>
              </a:pPr>
              <a:r>
                <a:rPr lang="pt-BR" sz="1800">
                  <a:solidFill>
                    <a:schemeClr val="accent2"/>
                  </a:solidFill>
                  <a:ea typeface="+mn-ea"/>
                </a:rPr>
                <a:t>Processos</a:t>
              </a:r>
            </a:p>
            <a:p>
              <a:pPr algn="ctr" eaLnBrk="1" hangingPunct="1">
                <a:spcBef>
                  <a:spcPct val="50000"/>
                </a:spcBef>
                <a:defRPr/>
              </a:pPr>
              <a:r>
                <a:rPr lang="pt-BR" sz="1800">
                  <a:solidFill>
                    <a:schemeClr val="accent2"/>
                  </a:solidFill>
                  <a:ea typeface="+mn-ea"/>
                </a:rPr>
                <a:t>de apoio</a:t>
              </a:r>
            </a:p>
          </p:txBody>
        </p:sp>
        <p:sp>
          <p:nvSpPr>
            <p:cNvPr id="33851" name="AutoShape 7">
              <a:extLst>
                <a:ext uri="{FF2B5EF4-FFF2-40B4-BE49-F238E27FC236}">
                  <a16:creationId xmlns:a16="http://schemas.microsoft.com/office/drawing/2014/main" id="{FCD2765B-E65B-FB4F-8AB0-C39EA906C678}"/>
                </a:ext>
              </a:extLst>
            </p:cNvPr>
            <p:cNvSpPr>
              <a:spLocks noChangeArrowheads="1"/>
            </p:cNvSpPr>
            <p:nvPr/>
          </p:nvSpPr>
          <p:spPr bwMode="auto">
            <a:xfrm>
              <a:off x="835" y="2867"/>
              <a:ext cx="700" cy="118"/>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33852" name="AutoShape 8">
              <a:extLst>
                <a:ext uri="{FF2B5EF4-FFF2-40B4-BE49-F238E27FC236}">
                  <a16:creationId xmlns:a16="http://schemas.microsoft.com/office/drawing/2014/main" id="{2389C742-5CA4-7940-99FE-63F7E6A43DD4}"/>
                </a:ext>
              </a:extLst>
            </p:cNvPr>
            <p:cNvSpPr>
              <a:spLocks noChangeArrowheads="1"/>
            </p:cNvSpPr>
            <p:nvPr/>
          </p:nvSpPr>
          <p:spPr bwMode="auto">
            <a:xfrm>
              <a:off x="2088" y="2867"/>
              <a:ext cx="700" cy="118"/>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33853" name="AutoShape 9">
              <a:extLst>
                <a:ext uri="{FF2B5EF4-FFF2-40B4-BE49-F238E27FC236}">
                  <a16:creationId xmlns:a16="http://schemas.microsoft.com/office/drawing/2014/main" id="{659C3E6F-09A8-7A43-A3B6-BDD15FC642ED}"/>
                </a:ext>
              </a:extLst>
            </p:cNvPr>
            <p:cNvSpPr>
              <a:spLocks noChangeArrowheads="1"/>
            </p:cNvSpPr>
            <p:nvPr/>
          </p:nvSpPr>
          <p:spPr bwMode="auto">
            <a:xfrm>
              <a:off x="3342" y="2867"/>
              <a:ext cx="700" cy="118"/>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33854" name="AutoShape 10">
              <a:extLst>
                <a:ext uri="{FF2B5EF4-FFF2-40B4-BE49-F238E27FC236}">
                  <a16:creationId xmlns:a16="http://schemas.microsoft.com/office/drawing/2014/main" id="{2787CE12-4B50-2A43-86E6-7E1FC27DFB3A}"/>
                </a:ext>
              </a:extLst>
            </p:cNvPr>
            <p:cNvSpPr>
              <a:spLocks noChangeArrowheads="1"/>
            </p:cNvSpPr>
            <p:nvPr/>
          </p:nvSpPr>
          <p:spPr bwMode="auto">
            <a:xfrm>
              <a:off x="4596" y="2867"/>
              <a:ext cx="700" cy="118"/>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nvGrpSpPr>
            <p:cNvPr id="33855" name="Group 11">
              <a:extLst>
                <a:ext uri="{FF2B5EF4-FFF2-40B4-BE49-F238E27FC236}">
                  <a16:creationId xmlns:a16="http://schemas.microsoft.com/office/drawing/2014/main" id="{2E36CF35-F70D-A845-86A6-FACD6F6CDDEE}"/>
                </a:ext>
              </a:extLst>
            </p:cNvPr>
            <p:cNvGrpSpPr>
              <a:grpSpLocks/>
            </p:cNvGrpSpPr>
            <p:nvPr/>
          </p:nvGrpSpPr>
          <p:grpSpPr bwMode="auto">
            <a:xfrm>
              <a:off x="48" y="573"/>
              <a:ext cx="5664" cy="2262"/>
              <a:chOff x="48" y="573"/>
              <a:chExt cx="5664" cy="2262"/>
            </a:xfrm>
          </p:grpSpPr>
          <p:grpSp>
            <p:nvGrpSpPr>
              <p:cNvPr id="33856" name="Group 12">
                <a:extLst>
                  <a:ext uri="{FF2B5EF4-FFF2-40B4-BE49-F238E27FC236}">
                    <a16:creationId xmlns:a16="http://schemas.microsoft.com/office/drawing/2014/main" id="{5D5FA10A-5984-9B4C-A619-2E7DF5D4783A}"/>
                  </a:ext>
                </a:extLst>
              </p:cNvPr>
              <p:cNvGrpSpPr>
                <a:grpSpLocks/>
              </p:cNvGrpSpPr>
              <p:nvPr/>
            </p:nvGrpSpPr>
            <p:grpSpPr bwMode="auto">
              <a:xfrm>
                <a:off x="48" y="673"/>
                <a:ext cx="5664" cy="2162"/>
                <a:chOff x="48" y="673"/>
                <a:chExt cx="5664" cy="2162"/>
              </a:xfrm>
            </p:grpSpPr>
            <p:sp>
              <p:nvSpPr>
                <p:cNvPr id="33858" name="Rectangle 13">
                  <a:extLst>
                    <a:ext uri="{FF2B5EF4-FFF2-40B4-BE49-F238E27FC236}">
                      <a16:creationId xmlns:a16="http://schemas.microsoft.com/office/drawing/2014/main" id="{76FC7ECC-F268-9840-8966-58E0A66F4B44}"/>
                    </a:ext>
                  </a:extLst>
                </p:cNvPr>
                <p:cNvSpPr>
                  <a:spLocks noChangeArrowheads="1"/>
                </p:cNvSpPr>
                <p:nvPr/>
              </p:nvSpPr>
              <p:spPr bwMode="auto">
                <a:xfrm>
                  <a:off x="48" y="673"/>
                  <a:ext cx="5664" cy="2162"/>
                </a:xfrm>
                <a:prstGeom prst="rect">
                  <a:avLst/>
                </a:prstGeom>
                <a:solidFill>
                  <a:srgbClr val="CCFFCC"/>
                </a:solidFill>
                <a:ln w="9525">
                  <a:solidFill>
                    <a:schemeClr val="tx1"/>
                  </a:solidFill>
                  <a:miter lim="800000"/>
                  <a:headEnd/>
                  <a:tailEnd/>
                </a:ln>
              </p:spPr>
              <p:txBody>
                <a:bodyPr lIns="72000" tIns="0" rIns="72000" bIns="0"/>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33859" name="Freeform 14">
                  <a:extLst>
                    <a:ext uri="{FF2B5EF4-FFF2-40B4-BE49-F238E27FC236}">
                      <a16:creationId xmlns:a16="http://schemas.microsoft.com/office/drawing/2014/main" id="{D141D53D-353C-8444-9EEE-21C81E955B44}"/>
                    </a:ext>
                  </a:extLst>
                </p:cNvPr>
                <p:cNvSpPr>
                  <a:spLocks/>
                </p:cNvSpPr>
                <p:nvPr/>
              </p:nvSpPr>
              <p:spPr bwMode="auto">
                <a:xfrm>
                  <a:off x="501" y="1460"/>
                  <a:ext cx="4593" cy="1046"/>
                </a:xfrm>
                <a:custGeom>
                  <a:avLst/>
                  <a:gdLst>
                    <a:gd name="T0" fmla="*/ 771 w 4593"/>
                    <a:gd name="T1" fmla="*/ 20 h 1046"/>
                    <a:gd name="T2" fmla="*/ 0 w 4593"/>
                    <a:gd name="T3" fmla="*/ 1046 h 1046"/>
                    <a:gd name="T4" fmla="*/ 4593 w 4593"/>
                    <a:gd name="T5" fmla="*/ 1016 h 1046"/>
                    <a:gd name="T6" fmla="*/ 3302 w 4593"/>
                    <a:gd name="T7" fmla="*/ 0 h 1046"/>
                    <a:gd name="T8" fmla="*/ 0 60000 65536"/>
                    <a:gd name="T9" fmla="*/ 0 60000 65536"/>
                    <a:gd name="T10" fmla="*/ 0 60000 65536"/>
                    <a:gd name="T11" fmla="*/ 0 60000 65536"/>
                    <a:gd name="T12" fmla="*/ 0 w 4593"/>
                    <a:gd name="T13" fmla="*/ 0 h 1046"/>
                    <a:gd name="T14" fmla="*/ 4593 w 4593"/>
                    <a:gd name="T15" fmla="*/ 1046 h 1046"/>
                  </a:gdLst>
                  <a:ahLst/>
                  <a:cxnLst>
                    <a:cxn ang="T8">
                      <a:pos x="T0" y="T1"/>
                    </a:cxn>
                    <a:cxn ang="T9">
                      <a:pos x="T2" y="T3"/>
                    </a:cxn>
                    <a:cxn ang="T10">
                      <a:pos x="T4" y="T5"/>
                    </a:cxn>
                    <a:cxn ang="T11">
                      <a:pos x="T6" y="T7"/>
                    </a:cxn>
                  </a:cxnLst>
                  <a:rect l="T12" t="T13" r="T14" b="T15"/>
                  <a:pathLst>
                    <a:path w="4593" h="1046">
                      <a:moveTo>
                        <a:pt x="771" y="20"/>
                      </a:moveTo>
                      <a:lnTo>
                        <a:pt x="0" y="1046"/>
                      </a:lnTo>
                      <a:lnTo>
                        <a:pt x="4593" y="1016"/>
                      </a:lnTo>
                      <a:lnTo>
                        <a:pt x="3302" y="0"/>
                      </a:lnTo>
                    </a:path>
                  </a:pathLst>
                </a:custGeom>
                <a:gradFill rotWithShape="0">
                  <a:gsLst>
                    <a:gs pos="0">
                      <a:srgbClr val="99CCFF"/>
                    </a:gs>
                    <a:gs pos="100000">
                      <a:srgbClr val="FFCC99"/>
                    </a:gs>
                  </a:gsLst>
                  <a:lin ang="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lIns="72000" tIns="0" rIns="72000" bIns="0" anchor="ctr">
                  <a:spAutoFit/>
                </a:bodyPr>
                <a:lstStyle/>
                <a:p>
                  <a:endParaRPr lang="pt-BR"/>
                </a:p>
              </p:txBody>
            </p:sp>
            <p:grpSp>
              <p:nvGrpSpPr>
                <p:cNvPr id="33860" name="Group 15">
                  <a:extLst>
                    <a:ext uri="{FF2B5EF4-FFF2-40B4-BE49-F238E27FC236}">
                      <a16:creationId xmlns:a16="http://schemas.microsoft.com/office/drawing/2014/main" id="{2296AE36-26BB-E946-B9FF-B136BC4A4F21}"/>
                    </a:ext>
                  </a:extLst>
                </p:cNvPr>
                <p:cNvGrpSpPr>
                  <a:grpSpLocks/>
                </p:cNvGrpSpPr>
                <p:nvPr/>
              </p:nvGrpSpPr>
              <p:grpSpPr bwMode="auto">
                <a:xfrm>
                  <a:off x="1411" y="1058"/>
                  <a:ext cx="2612" cy="188"/>
                  <a:chOff x="1411" y="1058"/>
                  <a:chExt cx="2612" cy="188"/>
                </a:xfrm>
              </p:grpSpPr>
              <p:sp>
                <p:nvSpPr>
                  <p:cNvPr id="33946" name="AutoShape 16">
                    <a:extLst>
                      <a:ext uri="{FF2B5EF4-FFF2-40B4-BE49-F238E27FC236}">
                        <a16:creationId xmlns:a16="http://schemas.microsoft.com/office/drawing/2014/main" id="{CC9726E9-C490-4144-A649-2B2E1A900AE3}"/>
                      </a:ext>
                    </a:extLst>
                  </p:cNvPr>
                  <p:cNvSpPr>
                    <a:spLocks noChangeArrowheads="1"/>
                  </p:cNvSpPr>
                  <p:nvPr/>
                </p:nvSpPr>
                <p:spPr bwMode="auto">
                  <a:xfrm>
                    <a:off x="1411" y="1058"/>
                    <a:ext cx="2612" cy="188"/>
                  </a:xfrm>
                  <a:prstGeom prst="chevron">
                    <a:avLst>
                      <a:gd name="adj" fmla="val 43675"/>
                    </a:avLst>
                  </a:prstGeom>
                  <a:solidFill>
                    <a:srgbClr val="FFFF00"/>
                  </a:solidFill>
                  <a:ln w="11113">
                    <a:solidFill>
                      <a:srgbClr val="000000"/>
                    </a:solidFill>
                    <a:miter lim="800000"/>
                    <a:headEnd/>
                    <a:tailEnd/>
                  </a:ln>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33947" name="Text Box 17">
                    <a:extLst>
                      <a:ext uri="{FF2B5EF4-FFF2-40B4-BE49-F238E27FC236}">
                        <a16:creationId xmlns:a16="http://schemas.microsoft.com/office/drawing/2014/main" id="{04565407-93C9-A947-A8FD-2E1DA0B7E7BE}"/>
                      </a:ext>
                    </a:extLst>
                  </p:cNvPr>
                  <p:cNvSpPr txBox="1">
                    <a:spLocks noChangeArrowheads="1"/>
                  </p:cNvSpPr>
                  <p:nvPr/>
                </p:nvSpPr>
                <p:spPr bwMode="auto">
                  <a:xfrm>
                    <a:off x="2074" y="1066"/>
                    <a:ext cx="1189" cy="173"/>
                  </a:xfrm>
                  <a:prstGeom prst="rect">
                    <a:avLst/>
                  </a:prstGeom>
                  <a:solidFill>
                    <a:srgbClr val="FFFF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b="1">
                        <a:solidFill>
                          <a:srgbClr val="000000"/>
                        </a:solidFill>
                      </a:rPr>
                      <a:t>Desenvolvimento</a:t>
                    </a:r>
                    <a:r>
                      <a:rPr lang="pt-BR" altLang="pt-BR" sz="1800" i="1">
                        <a:solidFill>
                          <a:srgbClr val="000000"/>
                        </a:solidFill>
                      </a:rPr>
                      <a:t> </a:t>
                    </a:r>
                  </a:p>
                </p:txBody>
              </p:sp>
            </p:grpSp>
            <p:grpSp>
              <p:nvGrpSpPr>
                <p:cNvPr id="33861" name="Group 18">
                  <a:extLst>
                    <a:ext uri="{FF2B5EF4-FFF2-40B4-BE49-F238E27FC236}">
                      <a16:creationId xmlns:a16="http://schemas.microsoft.com/office/drawing/2014/main" id="{491759F9-4E81-5E42-BD07-16585868210C}"/>
                    </a:ext>
                  </a:extLst>
                </p:cNvPr>
                <p:cNvGrpSpPr>
                  <a:grpSpLocks/>
                </p:cNvGrpSpPr>
                <p:nvPr/>
              </p:nvGrpSpPr>
              <p:grpSpPr bwMode="auto">
                <a:xfrm>
                  <a:off x="586" y="2385"/>
                  <a:ext cx="4435" cy="342"/>
                  <a:chOff x="586" y="2385"/>
                  <a:chExt cx="4435" cy="342"/>
                </a:xfrm>
              </p:grpSpPr>
              <p:grpSp>
                <p:nvGrpSpPr>
                  <p:cNvPr id="33939" name="Group 19">
                    <a:extLst>
                      <a:ext uri="{FF2B5EF4-FFF2-40B4-BE49-F238E27FC236}">
                        <a16:creationId xmlns:a16="http://schemas.microsoft.com/office/drawing/2014/main" id="{DF4C6234-34E1-9A48-8F3D-50A756F01D06}"/>
                      </a:ext>
                    </a:extLst>
                  </p:cNvPr>
                  <p:cNvGrpSpPr>
                    <a:grpSpLocks/>
                  </p:cNvGrpSpPr>
                  <p:nvPr/>
                </p:nvGrpSpPr>
                <p:grpSpPr bwMode="auto">
                  <a:xfrm>
                    <a:off x="1406" y="2394"/>
                    <a:ext cx="3615" cy="333"/>
                    <a:chOff x="1014" y="2394"/>
                    <a:chExt cx="3615" cy="333"/>
                  </a:xfrm>
                </p:grpSpPr>
                <p:sp>
                  <p:nvSpPr>
                    <p:cNvPr id="33941" name="AutoShape 20">
                      <a:extLst>
                        <a:ext uri="{FF2B5EF4-FFF2-40B4-BE49-F238E27FC236}">
                          <a16:creationId xmlns:a16="http://schemas.microsoft.com/office/drawing/2014/main" id="{0C7876E0-7FEF-4044-83D3-BB8C83C22AA1}"/>
                        </a:ext>
                      </a:extLst>
                    </p:cNvPr>
                    <p:cNvSpPr>
                      <a:spLocks noChangeArrowheads="1"/>
                    </p:cNvSpPr>
                    <p:nvPr/>
                  </p:nvSpPr>
                  <p:spPr bwMode="auto">
                    <a:xfrm>
                      <a:off x="2511" y="2394"/>
                      <a:ext cx="690" cy="333"/>
                    </a:xfrm>
                    <a:prstGeom prst="chevron">
                      <a:avLst>
                        <a:gd name="adj" fmla="val 19723"/>
                      </a:avLst>
                    </a:prstGeom>
                    <a:solidFill>
                      <a:srgbClr val="FFFF00"/>
                    </a:solidFill>
                    <a:ln w="11176">
                      <a:solidFill>
                        <a:srgbClr val="000000"/>
                      </a:solidFill>
                      <a:miter lim="800000"/>
                      <a:headEnd/>
                      <a:tailEnd/>
                    </a:ln>
                  </p:spPr>
                  <p:txBody>
                    <a:bodyPr wrap="none"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t>Projeto</a:t>
                      </a:r>
                    </a:p>
                    <a:p>
                      <a:pPr algn="ctr" eaLnBrk="1" hangingPunct="1">
                        <a:spcBef>
                          <a:spcPct val="50000"/>
                        </a:spcBef>
                        <a:buFontTx/>
                        <a:buNone/>
                      </a:pPr>
                      <a:r>
                        <a:rPr lang="pt-BR" altLang="pt-BR" sz="1400"/>
                        <a:t>Detalhado </a:t>
                      </a:r>
                    </a:p>
                  </p:txBody>
                </p:sp>
                <p:sp>
                  <p:nvSpPr>
                    <p:cNvPr id="33942" name="AutoShape 21">
                      <a:extLst>
                        <a:ext uri="{FF2B5EF4-FFF2-40B4-BE49-F238E27FC236}">
                          <a16:creationId xmlns:a16="http://schemas.microsoft.com/office/drawing/2014/main" id="{95DE1060-1839-F646-BF54-9FFFC93E13F0}"/>
                        </a:ext>
                      </a:extLst>
                    </p:cNvPr>
                    <p:cNvSpPr>
                      <a:spLocks noChangeArrowheads="1"/>
                    </p:cNvSpPr>
                    <p:nvPr/>
                  </p:nvSpPr>
                  <p:spPr bwMode="auto">
                    <a:xfrm>
                      <a:off x="1833" y="2394"/>
                      <a:ext cx="709" cy="333"/>
                    </a:xfrm>
                    <a:prstGeom prst="chevron">
                      <a:avLst>
                        <a:gd name="adj" fmla="val 19004"/>
                      </a:avLst>
                    </a:prstGeom>
                    <a:solidFill>
                      <a:srgbClr val="FFFF00"/>
                    </a:solidFill>
                    <a:ln w="11176">
                      <a:solidFill>
                        <a:srgbClr val="000000"/>
                      </a:solidFill>
                      <a:miter lim="800000"/>
                      <a:headEnd/>
                      <a:tailEnd/>
                    </a:ln>
                  </p:spPr>
                  <p:txBody>
                    <a:bodyPr wrap="none"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t>Projeto</a:t>
                      </a:r>
                    </a:p>
                    <a:p>
                      <a:pPr algn="ctr" eaLnBrk="1" hangingPunct="1">
                        <a:spcBef>
                          <a:spcPct val="50000"/>
                        </a:spcBef>
                        <a:buFontTx/>
                        <a:buNone/>
                      </a:pPr>
                      <a:r>
                        <a:rPr lang="pt-BR" altLang="pt-BR" sz="1400"/>
                        <a:t>Conceitual </a:t>
                      </a:r>
                    </a:p>
                  </p:txBody>
                </p:sp>
                <p:sp>
                  <p:nvSpPr>
                    <p:cNvPr id="33943" name="AutoShape 22">
                      <a:extLst>
                        <a:ext uri="{FF2B5EF4-FFF2-40B4-BE49-F238E27FC236}">
                          <a16:creationId xmlns:a16="http://schemas.microsoft.com/office/drawing/2014/main" id="{A26CC1C5-BE61-EC48-A23D-962D75A922ED}"/>
                        </a:ext>
                      </a:extLst>
                    </p:cNvPr>
                    <p:cNvSpPr>
                      <a:spLocks noChangeArrowheads="1"/>
                    </p:cNvSpPr>
                    <p:nvPr/>
                  </p:nvSpPr>
                  <p:spPr bwMode="auto">
                    <a:xfrm>
                      <a:off x="1014" y="2394"/>
                      <a:ext cx="856" cy="333"/>
                    </a:xfrm>
                    <a:prstGeom prst="chevron">
                      <a:avLst>
                        <a:gd name="adj" fmla="val 22064"/>
                      </a:avLst>
                    </a:prstGeom>
                    <a:solidFill>
                      <a:srgbClr val="FFFF00"/>
                    </a:solidFill>
                    <a:ln w="11176">
                      <a:solidFill>
                        <a:srgbClr val="000000"/>
                      </a:solidFill>
                      <a:miter lim="800000"/>
                      <a:headEnd/>
                      <a:tailEnd/>
                    </a:ln>
                  </p:spPr>
                  <p:txBody>
                    <a:bodyPr wrap="none"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t>Projeto</a:t>
                      </a:r>
                    </a:p>
                    <a:p>
                      <a:pPr algn="ctr" eaLnBrk="1" hangingPunct="1">
                        <a:spcBef>
                          <a:spcPct val="50000"/>
                        </a:spcBef>
                        <a:buFontTx/>
                        <a:buNone/>
                      </a:pPr>
                      <a:r>
                        <a:rPr lang="pt-BR" altLang="pt-BR" sz="1400"/>
                        <a:t>Informacional </a:t>
                      </a:r>
                    </a:p>
                  </p:txBody>
                </p:sp>
                <p:sp>
                  <p:nvSpPr>
                    <p:cNvPr id="33944" name="AutoShape 23">
                      <a:extLst>
                        <a:ext uri="{FF2B5EF4-FFF2-40B4-BE49-F238E27FC236}">
                          <a16:creationId xmlns:a16="http://schemas.microsoft.com/office/drawing/2014/main" id="{4DB4BE3F-B24D-074E-9342-95A0302B5F36}"/>
                        </a:ext>
                      </a:extLst>
                    </p:cNvPr>
                    <p:cNvSpPr>
                      <a:spLocks noChangeArrowheads="1"/>
                    </p:cNvSpPr>
                    <p:nvPr/>
                  </p:nvSpPr>
                  <p:spPr bwMode="auto">
                    <a:xfrm>
                      <a:off x="3864" y="2394"/>
                      <a:ext cx="765" cy="333"/>
                    </a:xfrm>
                    <a:prstGeom prst="chevron">
                      <a:avLst>
                        <a:gd name="adj" fmla="val 19782"/>
                      </a:avLst>
                    </a:prstGeom>
                    <a:solidFill>
                      <a:srgbClr val="FFFF00"/>
                    </a:solidFill>
                    <a:ln w="11176">
                      <a:solidFill>
                        <a:srgbClr val="000000"/>
                      </a:solidFill>
                      <a:miter lim="800000"/>
                      <a:headEnd/>
                      <a:tailEnd/>
                    </a:ln>
                  </p:spPr>
                  <p:txBody>
                    <a:bodyPr wrap="none"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t>Lançamento</a:t>
                      </a:r>
                    </a:p>
                    <a:p>
                      <a:pPr algn="ctr" eaLnBrk="1" hangingPunct="1">
                        <a:spcBef>
                          <a:spcPct val="50000"/>
                        </a:spcBef>
                        <a:buFontTx/>
                        <a:buNone/>
                      </a:pPr>
                      <a:r>
                        <a:rPr lang="pt-BR" altLang="pt-BR" sz="1400"/>
                        <a:t>do Produto</a:t>
                      </a:r>
                    </a:p>
                  </p:txBody>
                </p:sp>
                <p:sp>
                  <p:nvSpPr>
                    <p:cNvPr id="33945" name="AutoShape 24">
                      <a:extLst>
                        <a:ext uri="{FF2B5EF4-FFF2-40B4-BE49-F238E27FC236}">
                          <a16:creationId xmlns:a16="http://schemas.microsoft.com/office/drawing/2014/main" id="{CFEBA17C-D9B2-484A-939F-C9E7C8A91741}"/>
                        </a:ext>
                      </a:extLst>
                    </p:cNvPr>
                    <p:cNvSpPr>
                      <a:spLocks noChangeArrowheads="1"/>
                    </p:cNvSpPr>
                    <p:nvPr/>
                  </p:nvSpPr>
                  <p:spPr bwMode="auto">
                    <a:xfrm>
                      <a:off x="3170" y="2394"/>
                      <a:ext cx="723" cy="333"/>
                    </a:xfrm>
                    <a:prstGeom prst="chevron">
                      <a:avLst>
                        <a:gd name="adj" fmla="val 16213"/>
                      </a:avLst>
                    </a:prstGeom>
                    <a:solidFill>
                      <a:srgbClr val="FFFF00"/>
                    </a:solidFill>
                    <a:ln w="11176">
                      <a:solidFill>
                        <a:srgbClr val="000000"/>
                      </a:solidFill>
                      <a:miter lim="800000"/>
                      <a:headEnd/>
                      <a:tailEnd/>
                    </a:ln>
                  </p:spPr>
                  <p:txBody>
                    <a:bodyPr wrap="none"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t>Preparação</a:t>
                      </a:r>
                    </a:p>
                    <a:p>
                      <a:pPr algn="ctr" eaLnBrk="1" hangingPunct="1">
                        <a:spcBef>
                          <a:spcPct val="50000"/>
                        </a:spcBef>
                        <a:buFontTx/>
                        <a:buNone/>
                      </a:pPr>
                      <a:r>
                        <a:rPr lang="pt-BR" altLang="pt-BR" sz="1400"/>
                        <a:t>Produção</a:t>
                      </a:r>
                    </a:p>
                  </p:txBody>
                </p:sp>
              </p:grpSp>
              <p:sp>
                <p:nvSpPr>
                  <p:cNvPr id="33940" name="AutoShape 25">
                    <a:extLst>
                      <a:ext uri="{FF2B5EF4-FFF2-40B4-BE49-F238E27FC236}">
                        <a16:creationId xmlns:a16="http://schemas.microsoft.com/office/drawing/2014/main" id="{43B2078B-0FAE-F24C-B7BD-68009F0FADF7}"/>
                      </a:ext>
                    </a:extLst>
                  </p:cNvPr>
                  <p:cNvSpPr>
                    <a:spLocks noChangeArrowheads="1"/>
                  </p:cNvSpPr>
                  <p:nvPr/>
                </p:nvSpPr>
                <p:spPr bwMode="auto">
                  <a:xfrm>
                    <a:off x="586" y="2385"/>
                    <a:ext cx="841" cy="333"/>
                  </a:xfrm>
                  <a:prstGeom prst="chevron">
                    <a:avLst>
                      <a:gd name="adj" fmla="val 24296"/>
                    </a:avLst>
                  </a:prstGeom>
                  <a:solidFill>
                    <a:srgbClr val="99CCFF"/>
                  </a:solidFill>
                  <a:ln w="11176">
                    <a:solidFill>
                      <a:srgbClr val="000000"/>
                    </a:solidFill>
                    <a:miter lim="800000"/>
                    <a:headEnd/>
                    <a:tailEnd/>
                  </a:ln>
                </p:spPr>
                <p:txBody>
                  <a:bodyPr wrap="none"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t>Planejamento</a:t>
                    </a:r>
                  </a:p>
                  <a:p>
                    <a:pPr algn="ctr" eaLnBrk="1" hangingPunct="1">
                      <a:spcBef>
                        <a:spcPct val="50000"/>
                      </a:spcBef>
                      <a:buFontTx/>
                      <a:buNone/>
                    </a:pPr>
                    <a:r>
                      <a:rPr lang="pt-BR" altLang="pt-BR" sz="1400"/>
                      <a:t>Projeto</a:t>
                    </a:r>
                  </a:p>
                </p:txBody>
              </p:sp>
            </p:grpSp>
            <p:grpSp>
              <p:nvGrpSpPr>
                <p:cNvPr id="33862" name="Group 26">
                  <a:extLst>
                    <a:ext uri="{FF2B5EF4-FFF2-40B4-BE49-F238E27FC236}">
                      <a16:creationId xmlns:a16="http://schemas.microsoft.com/office/drawing/2014/main" id="{2BF66D0F-F446-7445-A079-DE08CDE12A4B}"/>
                    </a:ext>
                  </a:extLst>
                </p:cNvPr>
                <p:cNvGrpSpPr>
                  <a:grpSpLocks/>
                </p:cNvGrpSpPr>
                <p:nvPr/>
              </p:nvGrpSpPr>
              <p:grpSpPr bwMode="auto">
                <a:xfrm>
                  <a:off x="4009" y="1059"/>
                  <a:ext cx="1671" cy="188"/>
                  <a:chOff x="4009" y="1059"/>
                  <a:chExt cx="1671" cy="188"/>
                </a:xfrm>
              </p:grpSpPr>
              <p:sp>
                <p:nvSpPr>
                  <p:cNvPr id="33937" name="AutoShape 27">
                    <a:extLst>
                      <a:ext uri="{FF2B5EF4-FFF2-40B4-BE49-F238E27FC236}">
                        <a16:creationId xmlns:a16="http://schemas.microsoft.com/office/drawing/2014/main" id="{7AE9116A-7AF5-9C48-89FE-EE1A13824509}"/>
                      </a:ext>
                    </a:extLst>
                  </p:cNvPr>
                  <p:cNvSpPr>
                    <a:spLocks noChangeArrowheads="1"/>
                  </p:cNvSpPr>
                  <p:nvPr/>
                </p:nvSpPr>
                <p:spPr bwMode="auto">
                  <a:xfrm>
                    <a:off x="4009" y="1059"/>
                    <a:ext cx="1671" cy="188"/>
                  </a:xfrm>
                  <a:prstGeom prst="chevron">
                    <a:avLst>
                      <a:gd name="adj" fmla="val 39421"/>
                    </a:avLst>
                  </a:prstGeom>
                  <a:solidFill>
                    <a:srgbClr val="FFCC99"/>
                  </a:solidFill>
                  <a:ln w="11113">
                    <a:solidFill>
                      <a:srgbClr val="000000"/>
                    </a:solidFill>
                    <a:miter lim="800000"/>
                    <a:headEnd/>
                    <a:tailEnd/>
                  </a:ln>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33938" name="Text Box 28">
                    <a:extLst>
                      <a:ext uri="{FF2B5EF4-FFF2-40B4-BE49-F238E27FC236}">
                        <a16:creationId xmlns:a16="http://schemas.microsoft.com/office/drawing/2014/main" id="{B2BAB01C-1F86-354B-B138-07FDE5271918}"/>
                      </a:ext>
                    </a:extLst>
                  </p:cNvPr>
                  <p:cNvSpPr txBox="1">
                    <a:spLocks noChangeArrowheads="1"/>
                  </p:cNvSpPr>
                  <p:nvPr/>
                </p:nvSpPr>
                <p:spPr bwMode="auto">
                  <a:xfrm>
                    <a:off x="4682" y="1082"/>
                    <a:ext cx="32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b="1">
                        <a:solidFill>
                          <a:srgbClr val="000000"/>
                        </a:solidFill>
                      </a:rPr>
                      <a:t>Pós</a:t>
                    </a:r>
                  </a:p>
                </p:txBody>
              </p:sp>
            </p:grpSp>
            <p:sp>
              <p:nvSpPr>
                <p:cNvPr id="33863" name="Rectangle 29">
                  <a:extLst>
                    <a:ext uri="{FF2B5EF4-FFF2-40B4-BE49-F238E27FC236}">
                      <a16:creationId xmlns:a16="http://schemas.microsoft.com/office/drawing/2014/main" id="{3B400C92-5187-1D46-9FCE-62A2DC6FDD2D}"/>
                    </a:ext>
                  </a:extLst>
                </p:cNvPr>
                <p:cNvSpPr>
                  <a:spLocks noChangeArrowheads="1"/>
                </p:cNvSpPr>
                <p:nvPr/>
              </p:nvSpPr>
              <p:spPr bwMode="auto">
                <a:xfrm>
                  <a:off x="5180" y="1112"/>
                  <a:ext cx="164" cy="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cxnSp>
              <p:nvCxnSpPr>
                <p:cNvPr id="33864" name="AutoShape 30">
                  <a:extLst>
                    <a:ext uri="{FF2B5EF4-FFF2-40B4-BE49-F238E27FC236}">
                      <a16:creationId xmlns:a16="http://schemas.microsoft.com/office/drawing/2014/main" id="{1BE005D5-9252-284A-A397-B744AB71F98A}"/>
                    </a:ext>
                  </a:extLst>
                </p:cNvPr>
                <p:cNvCxnSpPr>
                  <a:cxnSpLocks noChangeShapeType="1"/>
                  <a:stCxn id="33937" idx="0"/>
                  <a:endCxn id="33935" idx="0"/>
                </p:cNvCxnSpPr>
                <p:nvPr/>
              </p:nvCxnSpPr>
              <p:spPr bwMode="auto">
                <a:xfrm rot="-5400000" flipH="1" flipV="1">
                  <a:off x="2773" y="-973"/>
                  <a:ext cx="1" cy="4066"/>
                </a:xfrm>
                <a:prstGeom prst="bentConnector3">
                  <a:avLst>
                    <a:gd name="adj1" fmla="val -14400005"/>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cxnSp>
            <p:grpSp>
              <p:nvGrpSpPr>
                <p:cNvPr id="33865" name="Group 31">
                  <a:extLst>
                    <a:ext uri="{FF2B5EF4-FFF2-40B4-BE49-F238E27FC236}">
                      <a16:creationId xmlns:a16="http://schemas.microsoft.com/office/drawing/2014/main" id="{CBD4BFC6-21BD-2F45-8775-BF66ECB037D9}"/>
                    </a:ext>
                  </a:extLst>
                </p:cNvPr>
                <p:cNvGrpSpPr>
                  <a:grpSpLocks/>
                </p:cNvGrpSpPr>
                <p:nvPr/>
              </p:nvGrpSpPr>
              <p:grpSpPr bwMode="auto">
                <a:xfrm>
                  <a:off x="108" y="1059"/>
                  <a:ext cx="1338" cy="187"/>
                  <a:chOff x="108" y="1059"/>
                  <a:chExt cx="1338" cy="187"/>
                </a:xfrm>
              </p:grpSpPr>
              <p:sp>
                <p:nvSpPr>
                  <p:cNvPr id="33935" name="AutoShape 32">
                    <a:extLst>
                      <a:ext uri="{FF2B5EF4-FFF2-40B4-BE49-F238E27FC236}">
                        <a16:creationId xmlns:a16="http://schemas.microsoft.com/office/drawing/2014/main" id="{AE649D02-0994-DD49-9B8F-A7F04A0D9E5B}"/>
                      </a:ext>
                    </a:extLst>
                  </p:cNvPr>
                  <p:cNvSpPr>
                    <a:spLocks noChangeArrowheads="1"/>
                  </p:cNvSpPr>
                  <p:nvPr/>
                </p:nvSpPr>
                <p:spPr bwMode="auto">
                  <a:xfrm>
                    <a:off x="108" y="1059"/>
                    <a:ext cx="1338" cy="187"/>
                  </a:xfrm>
                  <a:prstGeom prst="homePlate">
                    <a:avLst>
                      <a:gd name="adj" fmla="val 38194"/>
                    </a:avLst>
                  </a:prstGeom>
                  <a:solidFill>
                    <a:srgbClr val="99CCFF"/>
                  </a:solidFill>
                  <a:ln w="12700">
                    <a:solidFill>
                      <a:schemeClr val="tx1"/>
                    </a:solidFill>
                    <a:miter lim="800000"/>
                    <a:headEnd/>
                    <a:tailEnd/>
                  </a:ln>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33936" name="Text Box 33">
                    <a:extLst>
                      <a:ext uri="{FF2B5EF4-FFF2-40B4-BE49-F238E27FC236}">
                        <a16:creationId xmlns:a16="http://schemas.microsoft.com/office/drawing/2014/main" id="{BB405F03-9C20-5049-AA22-352F22F99E5C}"/>
                      </a:ext>
                    </a:extLst>
                  </p:cNvPr>
                  <p:cNvSpPr txBox="1">
                    <a:spLocks noChangeArrowheads="1"/>
                  </p:cNvSpPr>
                  <p:nvPr/>
                </p:nvSpPr>
                <p:spPr bwMode="auto">
                  <a:xfrm>
                    <a:off x="630" y="1082"/>
                    <a:ext cx="29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b="1">
                        <a:solidFill>
                          <a:srgbClr val="000000"/>
                        </a:solidFill>
                      </a:rPr>
                      <a:t>Pré</a:t>
                    </a:r>
                  </a:p>
                </p:txBody>
              </p:sp>
            </p:grpSp>
            <p:sp>
              <p:nvSpPr>
                <p:cNvPr id="33866" name="AutoShape 34">
                  <a:extLst>
                    <a:ext uri="{FF2B5EF4-FFF2-40B4-BE49-F238E27FC236}">
                      <a16:creationId xmlns:a16="http://schemas.microsoft.com/office/drawing/2014/main" id="{B94C8928-B4DB-DB40-9860-D6A68A997435}"/>
                    </a:ext>
                  </a:extLst>
                </p:cNvPr>
                <p:cNvSpPr>
                  <a:spLocks noChangeArrowheads="1"/>
                </p:cNvSpPr>
                <p:nvPr/>
              </p:nvSpPr>
              <p:spPr bwMode="auto">
                <a:xfrm>
                  <a:off x="117" y="1292"/>
                  <a:ext cx="841" cy="496"/>
                </a:xfrm>
                <a:prstGeom prst="chevron">
                  <a:avLst>
                    <a:gd name="adj" fmla="val 16108"/>
                  </a:avLst>
                </a:prstGeom>
                <a:solidFill>
                  <a:srgbClr val="99CCFF"/>
                </a:solidFill>
                <a:ln w="11176">
                  <a:solidFill>
                    <a:srgbClr val="000000"/>
                  </a:solidFill>
                  <a:miter lim="800000"/>
                  <a:headEnd/>
                  <a:tailEnd/>
                </a:ln>
              </p:spPr>
              <p:txBody>
                <a:bodyPr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t>Planejamento</a:t>
                  </a:r>
                </a:p>
                <a:p>
                  <a:pPr algn="ctr" eaLnBrk="1" hangingPunct="1">
                    <a:spcBef>
                      <a:spcPct val="50000"/>
                    </a:spcBef>
                    <a:buFontTx/>
                    <a:buNone/>
                  </a:pPr>
                  <a:r>
                    <a:rPr lang="pt-BR" altLang="pt-BR" sz="1400"/>
                    <a:t>Estratégico dos Produtos</a:t>
                  </a:r>
                </a:p>
              </p:txBody>
            </p:sp>
            <p:grpSp>
              <p:nvGrpSpPr>
                <p:cNvPr id="33867" name="Group 35">
                  <a:extLst>
                    <a:ext uri="{FF2B5EF4-FFF2-40B4-BE49-F238E27FC236}">
                      <a16:creationId xmlns:a16="http://schemas.microsoft.com/office/drawing/2014/main" id="{364EE3BE-3DD1-DA4E-8693-9965CDCE225B}"/>
                    </a:ext>
                  </a:extLst>
                </p:cNvPr>
                <p:cNvGrpSpPr>
                  <a:grpSpLocks/>
                </p:cNvGrpSpPr>
                <p:nvPr/>
              </p:nvGrpSpPr>
              <p:grpSpPr bwMode="auto">
                <a:xfrm>
                  <a:off x="3883" y="1280"/>
                  <a:ext cx="1809" cy="588"/>
                  <a:chOff x="3883" y="1280"/>
                  <a:chExt cx="1809" cy="588"/>
                </a:xfrm>
              </p:grpSpPr>
              <p:sp>
                <p:nvSpPr>
                  <p:cNvPr id="33929" name="AutoShape 36">
                    <a:extLst>
                      <a:ext uri="{FF2B5EF4-FFF2-40B4-BE49-F238E27FC236}">
                        <a16:creationId xmlns:a16="http://schemas.microsoft.com/office/drawing/2014/main" id="{A42B144A-21F4-C84E-9721-C691CA4F6681}"/>
                      </a:ext>
                    </a:extLst>
                  </p:cNvPr>
                  <p:cNvSpPr>
                    <a:spLocks noChangeArrowheads="1"/>
                  </p:cNvSpPr>
                  <p:nvPr/>
                </p:nvSpPr>
                <p:spPr bwMode="auto">
                  <a:xfrm>
                    <a:off x="3883" y="1280"/>
                    <a:ext cx="792" cy="523"/>
                  </a:xfrm>
                  <a:prstGeom prst="chevron">
                    <a:avLst>
                      <a:gd name="adj" fmla="val 18221"/>
                    </a:avLst>
                  </a:prstGeom>
                  <a:solidFill>
                    <a:srgbClr val="FFCC99"/>
                  </a:solidFill>
                  <a:ln w="9525">
                    <a:solidFill>
                      <a:schemeClr val="tx1"/>
                    </a:solidFill>
                    <a:miter lim="800000"/>
                    <a:headEnd/>
                    <a:tailEnd/>
                  </a:ln>
                </p:spPr>
                <p:txBody>
                  <a:bodyPr wrap="none" lIns="72000" tIns="0" rIns="72000" bIns="0"/>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33930" name="AutoShape 37">
                    <a:extLst>
                      <a:ext uri="{FF2B5EF4-FFF2-40B4-BE49-F238E27FC236}">
                        <a16:creationId xmlns:a16="http://schemas.microsoft.com/office/drawing/2014/main" id="{F0A9BBAA-F9D6-5644-BD32-8EE6A27B5051}"/>
                      </a:ext>
                    </a:extLst>
                  </p:cNvPr>
                  <p:cNvSpPr>
                    <a:spLocks noChangeArrowheads="1"/>
                  </p:cNvSpPr>
                  <p:nvPr/>
                </p:nvSpPr>
                <p:spPr bwMode="auto">
                  <a:xfrm>
                    <a:off x="4675" y="1280"/>
                    <a:ext cx="800" cy="523"/>
                  </a:xfrm>
                  <a:prstGeom prst="chevron">
                    <a:avLst>
                      <a:gd name="adj" fmla="val 18405"/>
                    </a:avLst>
                  </a:prstGeom>
                  <a:solidFill>
                    <a:srgbClr val="FFCC99"/>
                  </a:solidFill>
                  <a:ln w="9525">
                    <a:solidFill>
                      <a:schemeClr val="tx1"/>
                    </a:solidFill>
                    <a:miter lim="800000"/>
                    <a:headEnd/>
                    <a:tailEnd/>
                  </a:ln>
                </p:spPr>
                <p:txBody>
                  <a:bodyPr wrap="none" lIns="72000" tIns="0" rIns="72000" bIns="0"/>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33931" name="AutoShape 38">
                    <a:extLst>
                      <a:ext uri="{FF2B5EF4-FFF2-40B4-BE49-F238E27FC236}">
                        <a16:creationId xmlns:a16="http://schemas.microsoft.com/office/drawing/2014/main" id="{5768C8A5-5A0A-FE44-AF23-BC70E101214B}"/>
                      </a:ext>
                    </a:extLst>
                  </p:cNvPr>
                  <p:cNvSpPr>
                    <a:spLocks noChangeArrowheads="1"/>
                  </p:cNvSpPr>
                  <p:nvPr/>
                </p:nvSpPr>
                <p:spPr bwMode="auto">
                  <a:xfrm>
                    <a:off x="3937" y="1320"/>
                    <a:ext cx="799" cy="523"/>
                  </a:xfrm>
                  <a:prstGeom prst="chevron">
                    <a:avLst>
                      <a:gd name="adj" fmla="val 18382"/>
                    </a:avLst>
                  </a:prstGeom>
                  <a:solidFill>
                    <a:srgbClr val="FFCC99"/>
                  </a:solidFill>
                  <a:ln w="9525">
                    <a:solidFill>
                      <a:schemeClr val="tx1"/>
                    </a:solidFill>
                    <a:miter lim="800000"/>
                    <a:headEnd/>
                    <a:tailEnd/>
                  </a:ln>
                </p:spPr>
                <p:txBody>
                  <a:bodyPr wrap="none" lIns="72000" tIns="0" rIns="72000" bIns="0"/>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33932" name="AutoShape 39">
                    <a:extLst>
                      <a:ext uri="{FF2B5EF4-FFF2-40B4-BE49-F238E27FC236}">
                        <a16:creationId xmlns:a16="http://schemas.microsoft.com/office/drawing/2014/main" id="{AB283078-7A23-E844-AB13-F95815494743}"/>
                      </a:ext>
                    </a:extLst>
                  </p:cNvPr>
                  <p:cNvSpPr>
                    <a:spLocks noChangeArrowheads="1"/>
                  </p:cNvSpPr>
                  <p:nvPr/>
                </p:nvSpPr>
                <p:spPr bwMode="auto">
                  <a:xfrm>
                    <a:off x="4747" y="1320"/>
                    <a:ext cx="800" cy="523"/>
                  </a:xfrm>
                  <a:prstGeom prst="chevron">
                    <a:avLst>
                      <a:gd name="adj" fmla="val 18405"/>
                    </a:avLst>
                  </a:prstGeom>
                  <a:solidFill>
                    <a:srgbClr val="FFCC99"/>
                  </a:solidFill>
                  <a:ln w="9525">
                    <a:solidFill>
                      <a:schemeClr val="tx1"/>
                    </a:solidFill>
                    <a:miter lim="800000"/>
                    <a:headEnd/>
                    <a:tailEnd/>
                  </a:ln>
                </p:spPr>
                <p:txBody>
                  <a:bodyPr wrap="none" lIns="72000" tIns="0" rIns="72000" bIns="0"/>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33933" name="AutoShape 40">
                    <a:extLst>
                      <a:ext uri="{FF2B5EF4-FFF2-40B4-BE49-F238E27FC236}">
                        <a16:creationId xmlns:a16="http://schemas.microsoft.com/office/drawing/2014/main" id="{82285420-1FFA-BE42-915A-54D28D38A7A0}"/>
                      </a:ext>
                    </a:extLst>
                  </p:cNvPr>
                  <p:cNvSpPr>
                    <a:spLocks noChangeArrowheads="1"/>
                  </p:cNvSpPr>
                  <p:nvPr/>
                </p:nvSpPr>
                <p:spPr bwMode="auto">
                  <a:xfrm>
                    <a:off x="4847" y="1345"/>
                    <a:ext cx="845" cy="523"/>
                  </a:xfrm>
                  <a:prstGeom prst="chevron">
                    <a:avLst>
                      <a:gd name="adj" fmla="val 14945"/>
                    </a:avLst>
                  </a:prstGeom>
                  <a:solidFill>
                    <a:srgbClr val="FFCC99"/>
                  </a:solidFill>
                  <a:ln w="9525">
                    <a:solidFill>
                      <a:schemeClr val="tx1"/>
                    </a:solidFill>
                    <a:miter lim="800000"/>
                    <a:headEnd/>
                    <a:tailEnd/>
                  </a:ln>
                </p:spPr>
                <p:txBody>
                  <a:bodyPr lIns="144000" tIns="0" rIns="72000" bIns="0"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t>Descontinuar</a:t>
                    </a:r>
                  </a:p>
                  <a:p>
                    <a:pPr algn="ctr" eaLnBrk="1" hangingPunct="1">
                      <a:spcBef>
                        <a:spcPct val="50000"/>
                      </a:spcBef>
                      <a:buFontTx/>
                      <a:buNone/>
                    </a:pPr>
                    <a:r>
                      <a:rPr lang="pt-BR" altLang="pt-BR" sz="1400"/>
                      <a:t>Produto</a:t>
                    </a:r>
                  </a:p>
                </p:txBody>
              </p:sp>
              <p:sp>
                <p:nvSpPr>
                  <p:cNvPr id="33934" name="AutoShape 41">
                    <a:extLst>
                      <a:ext uri="{FF2B5EF4-FFF2-40B4-BE49-F238E27FC236}">
                        <a16:creationId xmlns:a16="http://schemas.microsoft.com/office/drawing/2014/main" id="{8A9936BF-A633-004B-A8A1-BC2C23D8058A}"/>
                      </a:ext>
                    </a:extLst>
                  </p:cNvPr>
                  <p:cNvSpPr>
                    <a:spLocks noChangeArrowheads="1"/>
                  </p:cNvSpPr>
                  <p:nvPr/>
                </p:nvSpPr>
                <p:spPr bwMode="auto">
                  <a:xfrm>
                    <a:off x="3999" y="1345"/>
                    <a:ext cx="882" cy="523"/>
                  </a:xfrm>
                  <a:prstGeom prst="chevron">
                    <a:avLst>
                      <a:gd name="adj" fmla="val 14530"/>
                    </a:avLst>
                  </a:prstGeom>
                  <a:solidFill>
                    <a:srgbClr val="FFCC99"/>
                  </a:solidFill>
                  <a:ln w="9525">
                    <a:solidFill>
                      <a:schemeClr val="tx1"/>
                    </a:solidFill>
                    <a:miter lim="800000"/>
                    <a:headEnd/>
                    <a:tailEnd/>
                  </a:ln>
                </p:spPr>
                <p:txBody>
                  <a:bodyPr wrap="none" lIns="72000" tIns="0" rIns="72000" bIns="0"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t>Acompanhar</a:t>
                    </a:r>
                  </a:p>
                  <a:p>
                    <a:pPr algn="ctr" eaLnBrk="1" hangingPunct="1">
                      <a:spcBef>
                        <a:spcPct val="50000"/>
                      </a:spcBef>
                      <a:buFontTx/>
                      <a:buNone/>
                    </a:pPr>
                    <a:r>
                      <a:rPr lang="pt-BR" altLang="pt-BR" sz="1400"/>
                      <a:t>Produto/</a:t>
                    </a:r>
                  </a:p>
                  <a:p>
                    <a:pPr algn="ctr" eaLnBrk="1" hangingPunct="1">
                      <a:spcBef>
                        <a:spcPct val="50000"/>
                      </a:spcBef>
                      <a:buFontTx/>
                      <a:buNone/>
                    </a:pPr>
                    <a:r>
                      <a:rPr lang="pt-BR" altLang="pt-BR" sz="1400"/>
                      <a:t>Processo</a:t>
                    </a:r>
                    <a:endParaRPr lang="pt-BR" altLang="pt-BR" sz="1600">
                      <a:solidFill>
                        <a:srgbClr val="000000"/>
                      </a:solidFill>
                    </a:endParaRPr>
                  </a:p>
                </p:txBody>
              </p:sp>
            </p:grpSp>
            <p:grpSp>
              <p:nvGrpSpPr>
                <p:cNvPr id="33868" name="Group 42">
                  <a:extLst>
                    <a:ext uri="{FF2B5EF4-FFF2-40B4-BE49-F238E27FC236}">
                      <a16:creationId xmlns:a16="http://schemas.microsoft.com/office/drawing/2014/main" id="{F6BFD90A-FFC2-F44E-9ADB-630E2C6B2728}"/>
                    </a:ext>
                  </a:extLst>
                </p:cNvPr>
                <p:cNvGrpSpPr>
                  <a:grpSpLocks/>
                </p:cNvGrpSpPr>
                <p:nvPr/>
              </p:nvGrpSpPr>
              <p:grpSpPr bwMode="auto">
                <a:xfrm>
                  <a:off x="1520" y="1272"/>
                  <a:ext cx="2268" cy="257"/>
                  <a:chOff x="1520" y="1272"/>
                  <a:chExt cx="2268" cy="257"/>
                </a:xfrm>
              </p:grpSpPr>
              <p:sp>
                <p:nvSpPr>
                  <p:cNvPr id="33924" name="AutoShape 43">
                    <a:extLst>
                      <a:ext uri="{FF2B5EF4-FFF2-40B4-BE49-F238E27FC236}">
                        <a16:creationId xmlns:a16="http://schemas.microsoft.com/office/drawing/2014/main" id="{4FBAC31E-48C1-A34E-AE36-EAC8F6DC790F}"/>
                      </a:ext>
                    </a:extLst>
                  </p:cNvPr>
                  <p:cNvSpPr>
                    <a:spLocks noChangeArrowheads="1"/>
                  </p:cNvSpPr>
                  <p:nvPr/>
                </p:nvSpPr>
                <p:spPr bwMode="auto">
                  <a:xfrm flipV="1">
                    <a:off x="1520"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1400"/>
                  </a:p>
                </p:txBody>
              </p:sp>
              <p:sp>
                <p:nvSpPr>
                  <p:cNvPr id="33925" name="AutoShape 44">
                    <a:extLst>
                      <a:ext uri="{FF2B5EF4-FFF2-40B4-BE49-F238E27FC236}">
                        <a16:creationId xmlns:a16="http://schemas.microsoft.com/office/drawing/2014/main" id="{A32CC890-F03F-544F-B50A-7F3C0E912511}"/>
                      </a:ext>
                    </a:extLst>
                  </p:cNvPr>
                  <p:cNvSpPr>
                    <a:spLocks noChangeArrowheads="1"/>
                  </p:cNvSpPr>
                  <p:nvPr/>
                </p:nvSpPr>
                <p:spPr bwMode="auto">
                  <a:xfrm flipV="1">
                    <a:off x="1974"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1400"/>
                  </a:p>
                </p:txBody>
              </p:sp>
              <p:sp>
                <p:nvSpPr>
                  <p:cNvPr id="33926" name="AutoShape 45">
                    <a:extLst>
                      <a:ext uri="{FF2B5EF4-FFF2-40B4-BE49-F238E27FC236}">
                        <a16:creationId xmlns:a16="http://schemas.microsoft.com/office/drawing/2014/main" id="{EF93C4CB-4919-894D-B6E9-B416A7013E22}"/>
                      </a:ext>
                    </a:extLst>
                  </p:cNvPr>
                  <p:cNvSpPr>
                    <a:spLocks noChangeArrowheads="1"/>
                  </p:cNvSpPr>
                  <p:nvPr/>
                </p:nvSpPr>
                <p:spPr bwMode="auto">
                  <a:xfrm flipV="1">
                    <a:off x="2429"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1400"/>
                  </a:p>
                </p:txBody>
              </p:sp>
              <p:sp>
                <p:nvSpPr>
                  <p:cNvPr id="33927" name="AutoShape 46">
                    <a:extLst>
                      <a:ext uri="{FF2B5EF4-FFF2-40B4-BE49-F238E27FC236}">
                        <a16:creationId xmlns:a16="http://schemas.microsoft.com/office/drawing/2014/main" id="{E6C7EF82-8648-7345-A2CA-28CEA3902F04}"/>
                      </a:ext>
                    </a:extLst>
                  </p:cNvPr>
                  <p:cNvSpPr>
                    <a:spLocks noChangeArrowheads="1"/>
                  </p:cNvSpPr>
                  <p:nvPr/>
                </p:nvSpPr>
                <p:spPr bwMode="auto">
                  <a:xfrm flipV="1">
                    <a:off x="2883"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1400"/>
                  </a:p>
                </p:txBody>
              </p:sp>
              <p:sp>
                <p:nvSpPr>
                  <p:cNvPr id="33928" name="AutoShape 47">
                    <a:extLst>
                      <a:ext uri="{FF2B5EF4-FFF2-40B4-BE49-F238E27FC236}">
                        <a16:creationId xmlns:a16="http://schemas.microsoft.com/office/drawing/2014/main" id="{B9C55DDD-477C-F244-B51A-411B5EB8568C}"/>
                      </a:ext>
                    </a:extLst>
                  </p:cNvPr>
                  <p:cNvSpPr>
                    <a:spLocks noChangeArrowheads="1"/>
                  </p:cNvSpPr>
                  <p:nvPr/>
                </p:nvSpPr>
                <p:spPr bwMode="auto">
                  <a:xfrm flipV="1">
                    <a:off x="3338"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1400"/>
                  </a:p>
                </p:txBody>
              </p:sp>
            </p:grpSp>
            <p:grpSp>
              <p:nvGrpSpPr>
                <p:cNvPr id="33869" name="Group 48">
                  <a:extLst>
                    <a:ext uri="{FF2B5EF4-FFF2-40B4-BE49-F238E27FC236}">
                      <a16:creationId xmlns:a16="http://schemas.microsoft.com/office/drawing/2014/main" id="{3CFE29DD-4F90-BF40-B152-D266F73A3B9B}"/>
                    </a:ext>
                  </a:extLst>
                </p:cNvPr>
                <p:cNvGrpSpPr>
                  <a:grpSpLocks/>
                </p:cNvGrpSpPr>
                <p:nvPr/>
              </p:nvGrpSpPr>
              <p:grpSpPr bwMode="auto">
                <a:xfrm>
                  <a:off x="1616" y="1368"/>
                  <a:ext cx="2268" cy="257"/>
                  <a:chOff x="1616" y="1368"/>
                  <a:chExt cx="2268" cy="257"/>
                </a:xfrm>
              </p:grpSpPr>
              <p:sp>
                <p:nvSpPr>
                  <p:cNvPr id="33919" name="AutoShape 49">
                    <a:extLst>
                      <a:ext uri="{FF2B5EF4-FFF2-40B4-BE49-F238E27FC236}">
                        <a16:creationId xmlns:a16="http://schemas.microsoft.com/office/drawing/2014/main" id="{559B07A4-2756-8F4C-AD49-25C0D510C874}"/>
                      </a:ext>
                    </a:extLst>
                  </p:cNvPr>
                  <p:cNvSpPr>
                    <a:spLocks noChangeArrowheads="1"/>
                  </p:cNvSpPr>
                  <p:nvPr/>
                </p:nvSpPr>
                <p:spPr bwMode="auto">
                  <a:xfrm flipV="1">
                    <a:off x="1616" y="1368"/>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1400"/>
                  </a:p>
                </p:txBody>
              </p:sp>
              <p:sp>
                <p:nvSpPr>
                  <p:cNvPr id="33920" name="AutoShape 50">
                    <a:extLst>
                      <a:ext uri="{FF2B5EF4-FFF2-40B4-BE49-F238E27FC236}">
                        <a16:creationId xmlns:a16="http://schemas.microsoft.com/office/drawing/2014/main" id="{5E08440A-B41C-9942-B19C-B3C7BAC14580}"/>
                      </a:ext>
                    </a:extLst>
                  </p:cNvPr>
                  <p:cNvSpPr>
                    <a:spLocks noChangeArrowheads="1"/>
                  </p:cNvSpPr>
                  <p:nvPr/>
                </p:nvSpPr>
                <p:spPr bwMode="auto">
                  <a:xfrm flipV="1">
                    <a:off x="2070" y="1368"/>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1400"/>
                  </a:p>
                </p:txBody>
              </p:sp>
              <p:sp>
                <p:nvSpPr>
                  <p:cNvPr id="33921" name="AutoShape 51">
                    <a:extLst>
                      <a:ext uri="{FF2B5EF4-FFF2-40B4-BE49-F238E27FC236}">
                        <a16:creationId xmlns:a16="http://schemas.microsoft.com/office/drawing/2014/main" id="{6B618903-6C0D-FF49-9947-015EB584179B}"/>
                      </a:ext>
                    </a:extLst>
                  </p:cNvPr>
                  <p:cNvSpPr>
                    <a:spLocks noChangeArrowheads="1"/>
                  </p:cNvSpPr>
                  <p:nvPr/>
                </p:nvSpPr>
                <p:spPr bwMode="auto">
                  <a:xfrm flipV="1">
                    <a:off x="2525" y="1368"/>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1400"/>
                  </a:p>
                </p:txBody>
              </p:sp>
              <p:sp>
                <p:nvSpPr>
                  <p:cNvPr id="33922" name="AutoShape 52">
                    <a:extLst>
                      <a:ext uri="{FF2B5EF4-FFF2-40B4-BE49-F238E27FC236}">
                        <a16:creationId xmlns:a16="http://schemas.microsoft.com/office/drawing/2014/main" id="{D36D91E0-DB78-5E41-8445-C00C51D705C2}"/>
                      </a:ext>
                    </a:extLst>
                  </p:cNvPr>
                  <p:cNvSpPr>
                    <a:spLocks noChangeArrowheads="1"/>
                  </p:cNvSpPr>
                  <p:nvPr/>
                </p:nvSpPr>
                <p:spPr bwMode="auto">
                  <a:xfrm flipV="1">
                    <a:off x="2979" y="1368"/>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1400"/>
                  </a:p>
                </p:txBody>
              </p:sp>
              <p:sp>
                <p:nvSpPr>
                  <p:cNvPr id="33923" name="AutoShape 53">
                    <a:extLst>
                      <a:ext uri="{FF2B5EF4-FFF2-40B4-BE49-F238E27FC236}">
                        <a16:creationId xmlns:a16="http://schemas.microsoft.com/office/drawing/2014/main" id="{9608D6CC-989B-A74A-9236-FB2F7AB1705E}"/>
                      </a:ext>
                    </a:extLst>
                  </p:cNvPr>
                  <p:cNvSpPr>
                    <a:spLocks noChangeArrowheads="1"/>
                  </p:cNvSpPr>
                  <p:nvPr/>
                </p:nvSpPr>
                <p:spPr bwMode="auto">
                  <a:xfrm flipV="1">
                    <a:off x="3434" y="1368"/>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1400"/>
                  </a:p>
                </p:txBody>
              </p:sp>
            </p:grpSp>
            <p:grpSp>
              <p:nvGrpSpPr>
                <p:cNvPr id="33870" name="Group 54">
                  <a:extLst>
                    <a:ext uri="{FF2B5EF4-FFF2-40B4-BE49-F238E27FC236}">
                      <a16:creationId xmlns:a16="http://schemas.microsoft.com/office/drawing/2014/main" id="{17D221D3-3C35-DD4A-BBEB-AB5440940FF2}"/>
                    </a:ext>
                  </a:extLst>
                </p:cNvPr>
                <p:cNvGrpSpPr>
                  <a:grpSpLocks/>
                </p:cNvGrpSpPr>
                <p:nvPr/>
              </p:nvGrpSpPr>
              <p:grpSpPr bwMode="auto">
                <a:xfrm>
                  <a:off x="1712" y="1464"/>
                  <a:ext cx="2268" cy="257"/>
                  <a:chOff x="1712" y="1464"/>
                  <a:chExt cx="2268" cy="257"/>
                </a:xfrm>
              </p:grpSpPr>
              <p:sp>
                <p:nvSpPr>
                  <p:cNvPr id="33914" name="AutoShape 55">
                    <a:extLst>
                      <a:ext uri="{FF2B5EF4-FFF2-40B4-BE49-F238E27FC236}">
                        <a16:creationId xmlns:a16="http://schemas.microsoft.com/office/drawing/2014/main" id="{F9F11115-846B-4A4A-861B-88D540473859}"/>
                      </a:ext>
                    </a:extLst>
                  </p:cNvPr>
                  <p:cNvSpPr>
                    <a:spLocks noChangeArrowheads="1"/>
                  </p:cNvSpPr>
                  <p:nvPr/>
                </p:nvSpPr>
                <p:spPr bwMode="auto">
                  <a:xfrm flipV="1">
                    <a:off x="1712" y="1464"/>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1400"/>
                  </a:p>
                </p:txBody>
              </p:sp>
              <p:sp>
                <p:nvSpPr>
                  <p:cNvPr id="33915" name="AutoShape 56">
                    <a:extLst>
                      <a:ext uri="{FF2B5EF4-FFF2-40B4-BE49-F238E27FC236}">
                        <a16:creationId xmlns:a16="http://schemas.microsoft.com/office/drawing/2014/main" id="{117A4F2D-F640-604F-98C6-D60A969B1338}"/>
                      </a:ext>
                    </a:extLst>
                  </p:cNvPr>
                  <p:cNvSpPr>
                    <a:spLocks noChangeArrowheads="1"/>
                  </p:cNvSpPr>
                  <p:nvPr/>
                </p:nvSpPr>
                <p:spPr bwMode="auto">
                  <a:xfrm flipV="1">
                    <a:off x="2166" y="1464"/>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1400"/>
                  </a:p>
                </p:txBody>
              </p:sp>
              <p:sp>
                <p:nvSpPr>
                  <p:cNvPr id="33916" name="AutoShape 57">
                    <a:extLst>
                      <a:ext uri="{FF2B5EF4-FFF2-40B4-BE49-F238E27FC236}">
                        <a16:creationId xmlns:a16="http://schemas.microsoft.com/office/drawing/2014/main" id="{7832CBB2-BC30-9643-AB62-AEFE0971F5D9}"/>
                      </a:ext>
                    </a:extLst>
                  </p:cNvPr>
                  <p:cNvSpPr>
                    <a:spLocks noChangeArrowheads="1"/>
                  </p:cNvSpPr>
                  <p:nvPr/>
                </p:nvSpPr>
                <p:spPr bwMode="auto">
                  <a:xfrm flipV="1">
                    <a:off x="2621" y="1464"/>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1400"/>
                  </a:p>
                </p:txBody>
              </p:sp>
              <p:sp>
                <p:nvSpPr>
                  <p:cNvPr id="33917" name="AutoShape 58">
                    <a:extLst>
                      <a:ext uri="{FF2B5EF4-FFF2-40B4-BE49-F238E27FC236}">
                        <a16:creationId xmlns:a16="http://schemas.microsoft.com/office/drawing/2014/main" id="{4B3BC787-608D-8B43-A586-5AB5009486A6}"/>
                      </a:ext>
                    </a:extLst>
                  </p:cNvPr>
                  <p:cNvSpPr>
                    <a:spLocks noChangeArrowheads="1"/>
                  </p:cNvSpPr>
                  <p:nvPr/>
                </p:nvSpPr>
                <p:spPr bwMode="auto">
                  <a:xfrm flipV="1">
                    <a:off x="3075" y="1464"/>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1400"/>
                  </a:p>
                </p:txBody>
              </p:sp>
              <p:sp>
                <p:nvSpPr>
                  <p:cNvPr id="33918" name="AutoShape 59">
                    <a:extLst>
                      <a:ext uri="{FF2B5EF4-FFF2-40B4-BE49-F238E27FC236}">
                        <a16:creationId xmlns:a16="http://schemas.microsoft.com/office/drawing/2014/main" id="{33D6647A-74A9-6C4C-8AFF-8F49DB1900AF}"/>
                      </a:ext>
                    </a:extLst>
                  </p:cNvPr>
                  <p:cNvSpPr>
                    <a:spLocks noChangeArrowheads="1"/>
                  </p:cNvSpPr>
                  <p:nvPr/>
                </p:nvSpPr>
                <p:spPr bwMode="auto">
                  <a:xfrm flipV="1">
                    <a:off x="3530" y="1464"/>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1400"/>
                  </a:p>
                </p:txBody>
              </p:sp>
            </p:grpSp>
            <p:grpSp>
              <p:nvGrpSpPr>
                <p:cNvPr id="33871" name="Group 60">
                  <a:extLst>
                    <a:ext uri="{FF2B5EF4-FFF2-40B4-BE49-F238E27FC236}">
                      <a16:creationId xmlns:a16="http://schemas.microsoft.com/office/drawing/2014/main" id="{D1C38FF6-03A1-6849-A0F9-B965FA18F222}"/>
                    </a:ext>
                  </a:extLst>
                </p:cNvPr>
                <p:cNvGrpSpPr>
                  <a:grpSpLocks/>
                </p:cNvGrpSpPr>
                <p:nvPr/>
              </p:nvGrpSpPr>
              <p:grpSpPr bwMode="auto">
                <a:xfrm>
                  <a:off x="986" y="1298"/>
                  <a:ext cx="599" cy="423"/>
                  <a:chOff x="986" y="1298"/>
                  <a:chExt cx="599" cy="423"/>
                </a:xfrm>
              </p:grpSpPr>
              <p:sp>
                <p:nvSpPr>
                  <p:cNvPr id="33911" name="AutoShape 61">
                    <a:extLst>
                      <a:ext uri="{FF2B5EF4-FFF2-40B4-BE49-F238E27FC236}">
                        <a16:creationId xmlns:a16="http://schemas.microsoft.com/office/drawing/2014/main" id="{C173CF11-A676-CE4A-A6A7-5FA554A6B904}"/>
                      </a:ext>
                    </a:extLst>
                  </p:cNvPr>
                  <p:cNvSpPr>
                    <a:spLocks noChangeArrowheads="1"/>
                  </p:cNvSpPr>
                  <p:nvPr/>
                </p:nvSpPr>
                <p:spPr bwMode="auto">
                  <a:xfrm>
                    <a:off x="986" y="1298"/>
                    <a:ext cx="407" cy="231"/>
                  </a:xfrm>
                  <a:prstGeom prst="chevron">
                    <a:avLst>
                      <a:gd name="adj" fmla="val 16950"/>
                    </a:avLst>
                  </a:prstGeom>
                  <a:solidFill>
                    <a:srgbClr val="99CCFF"/>
                  </a:solidFill>
                  <a:ln w="11176">
                    <a:solidFill>
                      <a:srgbClr val="000000"/>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1400"/>
                  </a:p>
                </p:txBody>
              </p:sp>
              <p:sp>
                <p:nvSpPr>
                  <p:cNvPr id="33912" name="AutoShape 62">
                    <a:extLst>
                      <a:ext uri="{FF2B5EF4-FFF2-40B4-BE49-F238E27FC236}">
                        <a16:creationId xmlns:a16="http://schemas.microsoft.com/office/drawing/2014/main" id="{9379F43E-24B7-EB4A-B1C2-F6F1B8574DBA}"/>
                      </a:ext>
                    </a:extLst>
                  </p:cNvPr>
                  <p:cNvSpPr>
                    <a:spLocks noChangeArrowheads="1"/>
                  </p:cNvSpPr>
                  <p:nvPr/>
                </p:nvSpPr>
                <p:spPr bwMode="auto">
                  <a:xfrm>
                    <a:off x="1082" y="1394"/>
                    <a:ext cx="407" cy="231"/>
                  </a:xfrm>
                  <a:prstGeom prst="chevron">
                    <a:avLst>
                      <a:gd name="adj" fmla="val 16950"/>
                    </a:avLst>
                  </a:prstGeom>
                  <a:solidFill>
                    <a:srgbClr val="99CCFF"/>
                  </a:solidFill>
                  <a:ln w="11176">
                    <a:solidFill>
                      <a:srgbClr val="000000"/>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1400"/>
                  </a:p>
                </p:txBody>
              </p:sp>
              <p:sp>
                <p:nvSpPr>
                  <p:cNvPr id="33913" name="AutoShape 63">
                    <a:extLst>
                      <a:ext uri="{FF2B5EF4-FFF2-40B4-BE49-F238E27FC236}">
                        <a16:creationId xmlns:a16="http://schemas.microsoft.com/office/drawing/2014/main" id="{9996537F-3E39-BB4F-8401-33C7BA5FC187}"/>
                      </a:ext>
                    </a:extLst>
                  </p:cNvPr>
                  <p:cNvSpPr>
                    <a:spLocks noChangeArrowheads="1"/>
                  </p:cNvSpPr>
                  <p:nvPr/>
                </p:nvSpPr>
                <p:spPr bwMode="auto">
                  <a:xfrm>
                    <a:off x="1178" y="1490"/>
                    <a:ext cx="407" cy="231"/>
                  </a:xfrm>
                  <a:prstGeom prst="chevron">
                    <a:avLst>
                      <a:gd name="adj" fmla="val 16950"/>
                    </a:avLst>
                  </a:prstGeom>
                  <a:solidFill>
                    <a:srgbClr val="99CCFF"/>
                  </a:solidFill>
                  <a:ln w="11176">
                    <a:solidFill>
                      <a:srgbClr val="000000"/>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1400"/>
                  </a:p>
                </p:txBody>
              </p:sp>
            </p:grpSp>
            <p:grpSp>
              <p:nvGrpSpPr>
                <p:cNvPr id="33872" name="Group 64">
                  <a:extLst>
                    <a:ext uri="{FF2B5EF4-FFF2-40B4-BE49-F238E27FC236}">
                      <a16:creationId xmlns:a16="http://schemas.microsoft.com/office/drawing/2014/main" id="{91C26812-59CE-9242-AD1F-44FD4D687C4C}"/>
                    </a:ext>
                  </a:extLst>
                </p:cNvPr>
                <p:cNvGrpSpPr>
                  <a:grpSpLocks/>
                </p:cNvGrpSpPr>
                <p:nvPr/>
              </p:nvGrpSpPr>
              <p:grpSpPr bwMode="auto">
                <a:xfrm>
                  <a:off x="176" y="1685"/>
                  <a:ext cx="3926" cy="489"/>
                  <a:chOff x="176" y="1685"/>
                  <a:chExt cx="3926" cy="489"/>
                </a:xfrm>
              </p:grpSpPr>
              <p:sp>
                <p:nvSpPr>
                  <p:cNvPr id="33873" name="Text Box 65">
                    <a:extLst>
                      <a:ext uri="{FF2B5EF4-FFF2-40B4-BE49-F238E27FC236}">
                        <a16:creationId xmlns:a16="http://schemas.microsoft.com/office/drawing/2014/main" id="{A52ABB30-9B6C-D14F-9B01-FED07079AD41}"/>
                      </a:ext>
                    </a:extLst>
                  </p:cNvPr>
                  <p:cNvSpPr txBox="1">
                    <a:spLocks noChangeArrowheads="1"/>
                  </p:cNvSpPr>
                  <p:nvPr/>
                </p:nvSpPr>
                <p:spPr bwMode="auto">
                  <a:xfrm>
                    <a:off x="176" y="1968"/>
                    <a:ext cx="61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u="sng">
                        <a:solidFill>
                          <a:srgbClr val="000000"/>
                        </a:solidFill>
                      </a:rPr>
                      <a:t>Gates &gt;&gt;</a:t>
                    </a:r>
                  </a:p>
                </p:txBody>
              </p:sp>
              <p:grpSp>
                <p:nvGrpSpPr>
                  <p:cNvPr id="33874" name="Group 66">
                    <a:extLst>
                      <a:ext uri="{FF2B5EF4-FFF2-40B4-BE49-F238E27FC236}">
                        <a16:creationId xmlns:a16="http://schemas.microsoft.com/office/drawing/2014/main" id="{CD1ACAA4-B3BE-C042-94DD-138449360479}"/>
                      </a:ext>
                    </a:extLst>
                  </p:cNvPr>
                  <p:cNvGrpSpPr>
                    <a:grpSpLocks/>
                  </p:cNvGrpSpPr>
                  <p:nvPr/>
                </p:nvGrpSpPr>
                <p:grpSpPr bwMode="auto">
                  <a:xfrm>
                    <a:off x="2091" y="1685"/>
                    <a:ext cx="117" cy="389"/>
                    <a:chOff x="2112" y="1705"/>
                    <a:chExt cx="117" cy="389"/>
                  </a:xfrm>
                </p:grpSpPr>
                <p:sp>
                  <p:nvSpPr>
                    <p:cNvPr id="33909" name="AutoShape 67">
                      <a:extLst>
                        <a:ext uri="{FF2B5EF4-FFF2-40B4-BE49-F238E27FC236}">
                          <a16:creationId xmlns:a16="http://schemas.microsoft.com/office/drawing/2014/main" id="{67008183-B1A5-0741-84AF-E224D3F9E043}"/>
                        </a:ext>
                      </a:extLst>
                    </p:cNvPr>
                    <p:cNvSpPr>
                      <a:spLocks noChangeArrowheads="1"/>
                    </p:cNvSpPr>
                    <p:nvPr/>
                  </p:nvSpPr>
                  <p:spPr bwMode="auto">
                    <a:xfrm>
                      <a:off x="2112" y="192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33910" name="Line 68">
                      <a:extLst>
                        <a:ext uri="{FF2B5EF4-FFF2-40B4-BE49-F238E27FC236}">
                          <a16:creationId xmlns:a16="http://schemas.microsoft.com/office/drawing/2014/main" id="{5BEB0384-FDE6-CD48-B1FD-B5F359A035EA}"/>
                        </a:ext>
                      </a:extLst>
                    </p:cNvPr>
                    <p:cNvSpPr>
                      <a:spLocks noChangeShapeType="1"/>
                    </p:cNvSpPr>
                    <p:nvPr/>
                  </p:nvSpPr>
                  <p:spPr bwMode="auto">
                    <a:xfrm flipV="1">
                      <a:off x="2170"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grpSp>
              <p:sp>
                <p:nvSpPr>
                  <p:cNvPr id="33875" name="AutoShape 69">
                    <a:extLst>
                      <a:ext uri="{FF2B5EF4-FFF2-40B4-BE49-F238E27FC236}">
                        <a16:creationId xmlns:a16="http://schemas.microsoft.com/office/drawing/2014/main" id="{4161A7F9-31FC-DD49-AE15-A848A0896C5D}"/>
                      </a:ext>
                    </a:extLst>
                  </p:cNvPr>
                  <p:cNvSpPr>
                    <a:spLocks noChangeArrowheads="1"/>
                  </p:cNvSpPr>
                  <p:nvPr/>
                </p:nvSpPr>
                <p:spPr bwMode="auto">
                  <a:xfrm>
                    <a:off x="761" y="1859"/>
                    <a:ext cx="3341" cy="315"/>
                  </a:xfrm>
                  <a:prstGeom prst="roundRect">
                    <a:avLst>
                      <a:gd name="adj"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nvGrpSpPr>
                  <p:cNvPr id="33876" name="Group 70">
                    <a:extLst>
                      <a:ext uri="{FF2B5EF4-FFF2-40B4-BE49-F238E27FC236}">
                        <a16:creationId xmlns:a16="http://schemas.microsoft.com/office/drawing/2014/main" id="{C3A1AAA3-EFDC-E845-820E-287865965963}"/>
                      </a:ext>
                    </a:extLst>
                  </p:cNvPr>
                  <p:cNvGrpSpPr>
                    <a:grpSpLocks/>
                  </p:cNvGrpSpPr>
                  <p:nvPr/>
                </p:nvGrpSpPr>
                <p:grpSpPr bwMode="auto">
                  <a:xfrm>
                    <a:off x="3918" y="1795"/>
                    <a:ext cx="117" cy="299"/>
                    <a:chOff x="2088" y="1486"/>
                    <a:chExt cx="117" cy="299"/>
                  </a:xfrm>
                </p:grpSpPr>
                <p:sp>
                  <p:nvSpPr>
                    <p:cNvPr id="33907" name="AutoShape 71">
                      <a:extLst>
                        <a:ext uri="{FF2B5EF4-FFF2-40B4-BE49-F238E27FC236}">
                          <a16:creationId xmlns:a16="http://schemas.microsoft.com/office/drawing/2014/main" id="{CCE0B342-3456-C549-9661-9855C648C04F}"/>
                        </a:ext>
                      </a:extLst>
                    </p:cNvPr>
                    <p:cNvSpPr>
                      <a:spLocks noChangeArrowheads="1"/>
                    </p:cNvSpPr>
                    <p:nvPr/>
                  </p:nvSpPr>
                  <p:spPr bwMode="auto">
                    <a:xfrm>
                      <a:off x="2088" y="1614"/>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33908" name="Line 72">
                      <a:extLst>
                        <a:ext uri="{FF2B5EF4-FFF2-40B4-BE49-F238E27FC236}">
                          <a16:creationId xmlns:a16="http://schemas.microsoft.com/office/drawing/2014/main" id="{1A53A70E-5530-F54D-BCF7-44014530AE9F}"/>
                        </a:ext>
                      </a:extLst>
                    </p:cNvPr>
                    <p:cNvSpPr>
                      <a:spLocks noChangeShapeType="1"/>
                    </p:cNvSpPr>
                    <p:nvPr/>
                  </p:nvSpPr>
                  <p:spPr bwMode="auto">
                    <a:xfrm flipV="1">
                      <a:off x="2146" y="1486"/>
                      <a:ext cx="0" cy="1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grpSp>
              <p:grpSp>
                <p:nvGrpSpPr>
                  <p:cNvPr id="33877" name="Group 73">
                    <a:extLst>
                      <a:ext uri="{FF2B5EF4-FFF2-40B4-BE49-F238E27FC236}">
                        <a16:creationId xmlns:a16="http://schemas.microsoft.com/office/drawing/2014/main" id="{E7D4F90D-3DAF-3D43-90A0-F7C157022755}"/>
                      </a:ext>
                    </a:extLst>
                  </p:cNvPr>
                  <p:cNvGrpSpPr>
                    <a:grpSpLocks/>
                  </p:cNvGrpSpPr>
                  <p:nvPr/>
                </p:nvGrpSpPr>
                <p:grpSpPr bwMode="auto">
                  <a:xfrm>
                    <a:off x="2991" y="1685"/>
                    <a:ext cx="117" cy="389"/>
                    <a:chOff x="2112" y="1705"/>
                    <a:chExt cx="117" cy="389"/>
                  </a:xfrm>
                </p:grpSpPr>
                <p:sp>
                  <p:nvSpPr>
                    <p:cNvPr id="33905" name="AutoShape 74">
                      <a:extLst>
                        <a:ext uri="{FF2B5EF4-FFF2-40B4-BE49-F238E27FC236}">
                          <a16:creationId xmlns:a16="http://schemas.microsoft.com/office/drawing/2014/main" id="{2C8EF89D-5AD6-D240-B39F-8D40ED397A01}"/>
                        </a:ext>
                      </a:extLst>
                    </p:cNvPr>
                    <p:cNvSpPr>
                      <a:spLocks noChangeArrowheads="1"/>
                    </p:cNvSpPr>
                    <p:nvPr/>
                  </p:nvSpPr>
                  <p:spPr bwMode="auto">
                    <a:xfrm>
                      <a:off x="2112" y="192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33906" name="Line 75">
                      <a:extLst>
                        <a:ext uri="{FF2B5EF4-FFF2-40B4-BE49-F238E27FC236}">
                          <a16:creationId xmlns:a16="http://schemas.microsoft.com/office/drawing/2014/main" id="{53458CA2-5D52-C64C-900B-844905F7B82D}"/>
                        </a:ext>
                      </a:extLst>
                    </p:cNvPr>
                    <p:cNvSpPr>
                      <a:spLocks noChangeShapeType="1"/>
                    </p:cNvSpPr>
                    <p:nvPr/>
                  </p:nvSpPr>
                  <p:spPr bwMode="auto">
                    <a:xfrm flipV="1">
                      <a:off x="2170"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grpSp>
              <p:grpSp>
                <p:nvGrpSpPr>
                  <p:cNvPr id="33878" name="Group 76">
                    <a:extLst>
                      <a:ext uri="{FF2B5EF4-FFF2-40B4-BE49-F238E27FC236}">
                        <a16:creationId xmlns:a16="http://schemas.microsoft.com/office/drawing/2014/main" id="{574AE17A-9EE9-4544-8AD5-040722A2755D}"/>
                      </a:ext>
                    </a:extLst>
                  </p:cNvPr>
                  <p:cNvGrpSpPr>
                    <a:grpSpLocks/>
                  </p:cNvGrpSpPr>
                  <p:nvPr/>
                </p:nvGrpSpPr>
                <p:grpSpPr bwMode="auto">
                  <a:xfrm>
                    <a:off x="3442" y="1685"/>
                    <a:ext cx="117" cy="389"/>
                    <a:chOff x="2112" y="1705"/>
                    <a:chExt cx="117" cy="389"/>
                  </a:xfrm>
                </p:grpSpPr>
                <p:sp>
                  <p:nvSpPr>
                    <p:cNvPr id="33903" name="AutoShape 77">
                      <a:extLst>
                        <a:ext uri="{FF2B5EF4-FFF2-40B4-BE49-F238E27FC236}">
                          <a16:creationId xmlns:a16="http://schemas.microsoft.com/office/drawing/2014/main" id="{716CB8D3-16BD-C242-BD01-C7F3A9C3EB9D}"/>
                        </a:ext>
                      </a:extLst>
                    </p:cNvPr>
                    <p:cNvSpPr>
                      <a:spLocks noChangeArrowheads="1"/>
                    </p:cNvSpPr>
                    <p:nvPr/>
                  </p:nvSpPr>
                  <p:spPr bwMode="auto">
                    <a:xfrm>
                      <a:off x="2112" y="192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33904" name="Line 78">
                      <a:extLst>
                        <a:ext uri="{FF2B5EF4-FFF2-40B4-BE49-F238E27FC236}">
                          <a16:creationId xmlns:a16="http://schemas.microsoft.com/office/drawing/2014/main" id="{1E86C02B-092E-2D48-9C8B-86BE383288C0}"/>
                        </a:ext>
                      </a:extLst>
                    </p:cNvPr>
                    <p:cNvSpPr>
                      <a:spLocks noChangeShapeType="1"/>
                    </p:cNvSpPr>
                    <p:nvPr/>
                  </p:nvSpPr>
                  <p:spPr bwMode="auto">
                    <a:xfrm flipV="1">
                      <a:off x="2170"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grpSp>
              <p:grpSp>
                <p:nvGrpSpPr>
                  <p:cNvPr id="33879" name="Group 79">
                    <a:extLst>
                      <a:ext uri="{FF2B5EF4-FFF2-40B4-BE49-F238E27FC236}">
                        <a16:creationId xmlns:a16="http://schemas.microsoft.com/office/drawing/2014/main" id="{BF54F7D9-156A-224A-9824-6F1F822BCE77}"/>
                      </a:ext>
                    </a:extLst>
                  </p:cNvPr>
                  <p:cNvGrpSpPr>
                    <a:grpSpLocks/>
                  </p:cNvGrpSpPr>
                  <p:nvPr/>
                </p:nvGrpSpPr>
                <p:grpSpPr bwMode="auto">
                  <a:xfrm>
                    <a:off x="1526" y="1705"/>
                    <a:ext cx="117" cy="369"/>
                    <a:chOff x="1526" y="1705"/>
                    <a:chExt cx="117" cy="369"/>
                  </a:xfrm>
                </p:grpSpPr>
                <p:sp>
                  <p:nvSpPr>
                    <p:cNvPr id="33901" name="Line 80">
                      <a:extLst>
                        <a:ext uri="{FF2B5EF4-FFF2-40B4-BE49-F238E27FC236}">
                          <a16:creationId xmlns:a16="http://schemas.microsoft.com/office/drawing/2014/main" id="{606FFDBF-FD8A-7042-990B-1FF6833AACFB}"/>
                        </a:ext>
                      </a:extLst>
                    </p:cNvPr>
                    <p:cNvSpPr>
                      <a:spLocks noChangeShapeType="1"/>
                    </p:cNvSpPr>
                    <p:nvPr/>
                  </p:nvSpPr>
                  <p:spPr bwMode="auto">
                    <a:xfrm flipV="1">
                      <a:off x="1584"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sp>
                  <p:nvSpPr>
                    <p:cNvPr id="33902" name="AutoShape 81">
                      <a:extLst>
                        <a:ext uri="{FF2B5EF4-FFF2-40B4-BE49-F238E27FC236}">
                          <a16:creationId xmlns:a16="http://schemas.microsoft.com/office/drawing/2014/main" id="{13EF750D-8574-D943-8E43-AB309994B092}"/>
                        </a:ext>
                      </a:extLst>
                    </p:cNvPr>
                    <p:cNvSpPr>
                      <a:spLocks noChangeArrowheads="1"/>
                    </p:cNvSpPr>
                    <p:nvPr/>
                  </p:nvSpPr>
                  <p:spPr bwMode="auto">
                    <a:xfrm>
                      <a:off x="1526" y="190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grpSp>
                <p:nvGrpSpPr>
                  <p:cNvPr id="33880" name="Group 82">
                    <a:extLst>
                      <a:ext uri="{FF2B5EF4-FFF2-40B4-BE49-F238E27FC236}">
                        <a16:creationId xmlns:a16="http://schemas.microsoft.com/office/drawing/2014/main" id="{69CD8D69-C3EC-2349-B0D1-22005E4E15F4}"/>
                      </a:ext>
                    </a:extLst>
                  </p:cNvPr>
                  <p:cNvGrpSpPr>
                    <a:grpSpLocks/>
                  </p:cNvGrpSpPr>
                  <p:nvPr/>
                </p:nvGrpSpPr>
                <p:grpSpPr bwMode="auto">
                  <a:xfrm>
                    <a:off x="2542" y="1705"/>
                    <a:ext cx="117" cy="369"/>
                    <a:chOff x="2542" y="1705"/>
                    <a:chExt cx="117" cy="369"/>
                  </a:xfrm>
                </p:grpSpPr>
                <p:sp>
                  <p:nvSpPr>
                    <p:cNvPr id="33899" name="Line 83">
                      <a:extLst>
                        <a:ext uri="{FF2B5EF4-FFF2-40B4-BE49-F238E27FC236}">
                          <a16:creationId xmlns:a16="http://schemas.microsoft.com/office/drawing/2014/main" id="{3B7EFB7D-A245-494B-B300-B380B502EC0A}"/>
                        </a:ext>
                      </a:extLst>
                    </p:cNvPr>
                    <p:cNvSpPr>
                      <a:spLocks noChangeShapeType="1"/>
                    </p:cNvSpPr>
                    <p:nvPr/>
                  </p:nvSpPr>
                  <p:spPr bwMode="auto">
                    <a:xfrm flipV="1">
                      <a:off x="2600"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sp>
                  <p:nvSpPr>
                    <p:cNvPr id="33900" name="AutoShape 84">
                      <a:extLst>
                        <a:ext uri="{FF2B5EF4-FFF2-40B4-BE49-F238E27FC236}">
                          <a16:creationId xmlns:a16="http://schemas.microsoft.com/office/drawing/2014/main" id="{822E8244-695D-DF42-AA37-3B1E9BA4534C}"/>
                        </a:ext>
                      </a:extLst>
                    </p:cNvPr>
                    <p:cNvSpPr>
                      <a:spLocks noChangeArrowheads="1"/>
                    </p:cNvSpPr>
                    <p:nvPr/>
                  </p:nvSpPr>
                  <p:spPr bwMode="auto">
                    <a:xfrm>
                      <a:off x="2542" y="190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grpSp>
                <p:nvGrpSpPr>
                  <p:cNvPr id="33881" name="Group 85">
                    <a:extLst>
                      <a:ext uri="{FF2B5EF4-FFF2-40B4-BE49-F238E27FC236}">
                        <a16:creationId xmlns:a16="http://schemas.microsoft.com/office/drawing/2014/main" id="{A61FC307-7C66-6541-A4A3-187B59EEBD77}"/>
                      </a:ext>
                    </a:extLst>
                  </p:cNvPr>
                  <p:cNvGrpSpPr>
                    <a:grpSpLocks/>
                  </p:cNvGrpSpPr>
                  <p:nvPr/>
                </p:nvGrpSpPr>
                <p:grpSpPr bwMode="auto">
                  <a:xfrm>
                    <a:off x="2266" y="1721"/>
                    <a:ext cx="89" cy="298"/>
                    <a:chOff x="2266" y="1721"/>
                    <a:chExt cx="89" cy="298"/>
                  </a:xfrm>
                </p:grpSpPr>
                <p:sp>
                  <p:nvSpPr>
                    <p:cNvPr id="33897" name="Line 86">
                      <a:extLst>
                        <a:ext uri="{FF2B5EF4-FFF2-40B4-BE49-F238E27FC236}">
                          <a16:creationId xmlns:a16="http://schemas.microsoft.com/office/drawing/2014/main" id="{49F22640-B1E4-5C46-BBDB-C3BFA43363F4}"/>
                        </a:ext>
                      </a:extLst>
                    </p:cNvPr>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33898" name="AutoShape 87">
                      <a:extLst>
                        <a:ext uri="{FF2B5EF4-FFF2-40B4-BE49-F238E27FC236}">
                          <a16:creationId xmlns:a16="http://schemas.microsoft.com/office/drawing/2014/main" id="{6248D9F9-B97D-8C41-91FC-50FD4C4D448F}"/>
                        </a:ext>
                      </a:extLst>
                    </p:cNvPr>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grpSp>
                <p:nvGrpSpPr>
                  <p:cNvPr id="33882" name="Group 88">
                    <a:extLst>
                      <a:ext uri="{FF2B5EF4-FFF2-40B4-BE49-F238E27FC236}">
                        <a16:creationId xmlns:a16="http://schemas.microsoft.com/office/drawing/2014/main" id="{1425E5A8-9E67-6749-BDB7-D6E29D08AF8C}"/>
                      </a:ext>
                    </a:extLst>
                  </p:cNvPr>
                  <p:cNvGrpSpPr>
                    <a:grpSpLocks/>
                  </p:cNvGrpSpPr>
                  <p:nvPr/>
                </p:nvGrpSpPr>
                <p:grpSpPr bwMode="auto">
                  <a:xfrm>
                    <a:off x="2384" y="1721"/>
                    <a:ext cx="89" cy="298"/>
                    <a:chOff x="2266" y="1721"/>
                    <a:chExt cx="89" cy="298"/>
                  </a:xfrm>
                </p:grpSpPr>
                <p:sp>
                  <p:nvSpPr>
                    <p:cNvPr id="33895" name="Line 89">
                      <a:extLst>
                        <a:ext uri="{FF2B5EF4-FFF2-40B4-BE49-F238E27FC236}">
                          <a16:creationId xmlns:a16="http://schemas.microsoft.com/office/drawing/2014/main" id="{DB36370E-C3A5-5340-96CE-E73E065B6D91}"/>
                        </a:ext>
                      </a:extLst>
                    </p:cNvPr>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33896" name="AutoShape 90">
                      <a:extLst>
                        <a:ext uri="{FF2B5EF4-FFF2-40B4-BE49-F238E27FC236}">
                          <a16:creationId xmlns:a16="http://schemas.microsoft.com/office/drawing/2014/main" id="{FE039F09-D476-924C-8C75-01E9229F6D64}"/>
                        </a:ext>
                      </a:extLst>
                    </p:cNvPr>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grpSp>
                <p:nvGrpSpPr>
                  <p:cNvPr id="33883" name="Group 91">
                    <a:extLst>
                      <a:ext uri="{FF2B5EF4-FFF2-40B4-BE49-F238E27FC236}">
                        <a16:creationId xmlns:a16="http://schemas.microsoft.com/office/drawing/2014/main" id="{0BB53ECC-CC2E-F541-A139-67035BCD9EA2}"/>
                      </a:ext>
                    </a:extLst>
                  </p:cNvPr>
                  <p:cNvGrpSpPr>
                    <a:grpSpLocks/>
                  </p:cNvGrpSpPr>
                  <p:nvPr/>
                </p:nvGrpSpPr>
                <p:grpSpPr bwMode="auto">
                  <a:xfrm>
                    <a:off x="2699" y="1721"/>
                    <a:ext cx="89" cy="298"/>
                    <a:chOff x="2266" y="1721"/>
                    <a:chExt cx="89" cy="298"/>
                  </a:xfrm>
                </p:grpSpPr>
                <p:sp>
                  <p:nvSpPr>
                    <p:cNvPr id="33893" name="Line 92">
                      <a:extLst>
                        <a:ext uri="{FF2B5EF4-FFF2-40B4-BE49-F238E27FC236}">
                          <a16:creationId xmlns:a16="http://schemas.microsoft.com/office/drawing/2014/main" id="{4C10DC38-98B8-3E49-BFA3-227B39F6B05F}"/>
                        </a:ext>
                      </a:extLst>
                    </p:cNvPr>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33894" name="AutoShape 93">
                      <a:extLst>
                        <a:ext uri="{FF2B5EF4-FFF2-40B4-BE49-F238E27FC236}">
                          <a16:creationId xmlns:a16="http://schemas.microsoft.com/office/drawing/2014/main" id="{BF06397E-F922-234C-95BA-20F9E8D0EEA9}"/>
                        </a:ext>
                      </a:extLst>
                    </p:cNvPr>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grpSp>
                <p:nvGrpSpPr>
                  <p:cNvPr id="33884" name="Group 94">
                    <a:extLst>
                      <a:ext uri="{FF2B5EF4-FFF2-40B4-BE49-F238E27FC236}">
                        <a16:creationId xmlns:a16="http://schemas.microsoft.com/office/drawing/2014/main" id="{FEE8BDA1-1F96-D141-A0AA-DEED35D9D810}"/>
                      </a:ext>
                    </a:extLst>
                  </p:cNvPr>
                  <p:cNvGrpSpPr>
                    <a:grpSpLocks/>
                  </p:cNvGrpSpPr>
                  <p:nvPr/>
                </p:nvGrpSpPr>
                <p:grpSpPr bwMode="auto">
                  <a:xfrm>
                    <a:off x="2834" y="1721"/>
                    <a:ext cx="89" cy="298"/>
                    <a:chOff x="2266" y="1721"/>
                    <a:chExt cx="89" cy="298"/>
                  </a:xfrm>
                </p:grpSpPr>
                <p:sp>
                  <p:nvSpPr>
                    <p:cNvPr id="33891" name="Line 95">
                      <a:extLst>
                        <a:ext uri="{FF2B5EF4-FFF2-40B4-BE49-F238E27FC236}">
                          <a16:creationId xmlns:a16="http://schemas.microsoft.com/office/drawing/2014/main" id="{B59ABDC0-080D-9D4B-A4C7-EA50C6C7B161}"/>
                        </a:ext>
                      </a:extLst>
                    </p:cNvPr>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33892" name="AutoShape 96">
                      <a:extLst>
                        <a:ext uri="{FF2B5EF4-FFF2-40B4-BE49-F238E27FC236}">
                          <a16:creationId xmlns:a16="http://schemas.microsoft.com/office/drawing/2014/main" id="{E7E76366-C262-3C40-BEDB-CE3C5D959F86}"/>
                        </a:ext>
                      </a:extLst>
                    </p:cNvPr>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grpSp>
                <p:nvGrpSpPr>
                  <p:cNvPr id="33885" name="Group 97">
                    <a:extLst>
                      <a:ext uri="{FF2B5EF4-FFF2-40B4-BE49-F238E27FC236}">
                        <a16:creationId xmlns:a16="http://schemas.microsoft.com/office/drawing/2014/main" id="{713F3BA9-DFBB-C34A-AC36-4E8F307CC1DC}"/>
                      </a:ext>
                    </a:extLst>
                  </p:cNvPr>
                  <p:cNvGrpSpPr>
                    <a:grpSpLocks/>
                  </p:cNvGrpSpPr>
                  <p:nvPr/>
                </p:nvGrpSpPr>
                <p:grpSpPr bwMode="auto">
                  <a:xfrm>
                    <a:off x="1922" y="1721"/>
                    <a:ext cx="89" cy="298"/>
                    <a:chOff x="2266" y="1721"/>
                    <a:chExt cx="89" cy="298"/>
                  </a:xfrm>
                </p:grpSpPr>
                <p:sp>
                  <p:nvSpPr>
                    <p:cNvPr id="33889" name="Line 98">
                      <a:extLst>
                        <a:ext uri="{FF2B5EF4-FFF2-40B4-BE49-F238E27FC236}">
                          <a16:creationId xmlns:a16="http://schemas.microsoft.com/office/drawing/2014/main" id="{E5DA5083-C9FA-DD43-B342-2652D06DC365}"/>
                        </a:ext>
                      </a:extLst>
                    </p:cNvPr>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33890" name="AutoShape 99">
                      <a:extLst>
                        <a:ext uri="{FF2B5EF4-FFF2-40B4-BE49-F238E27FC236}">
                          <a16:creationId xmlns:a16="http://schemas.microsoft.com/office/drawing/2014/main" id="{157AF7D9-7869-9347-B18E-C40AE37B2E53}"/>
                        </a:ext>
                      </a:extLst>
                    </p:cNvPr>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grpSp>
                <p:nvGrpSpPr>
                  <p:cNvPr id="33886" name="Group 100">
                    <a:extLst>
                      <a:ext uri="{FF2B5EF4-FFF2-40B4-BE49-F238E27FC236}">
                        <a16:creationId xmlns:a16="http://schemas.microsoft.com/office/drawing/2014/main" id="{47327ADF-935C-4341-8F3A-7A81BAFDB001}"/>
                      </a:ext>
                    </a:extLst>
                  </p:cNvPr>
                  <p:cNvGrpSpPr>
                    <a:grpSpLocks/>
                  </p:cNvGrpSpPr>
                  <p:nvPr/>
                </p:nvGrpSpPr>
                <p:grpSpPr bwMode="auto">
                  <a:xfrm>
                    <a:off x="3253" y="1721"/>
                    <a:ext cx="89" cy="298"/>
                    <a:chOff x="2266" y="1721"/>
                    <a:chExt cx="89" cy="298"/>
                  </a:xfrm>
                </p:grpSpPr>
                <p:sp>
                  <p:nvSpPr>
                    <p:cNvPr id="33887" name="Line 101">
                      <a:extLst>
                        <a:ext uri="{FF2B5EF4-FFF2-40B4-BE49-F238E27FC236}">
                          <a16:creationId xmlns:a16="http://schemas.microsoft.com/office/drawing/2014/main" id="{8B36DF13-19A9-7944-988E-C3A39F731447}"/>
                        </a:ext>
                      </a:extLst>
                    </p:cNvPr>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33888" name="AutoShape 102">
                      <a:extLst>
                        <a:ext uri="{FF2B5EF4-FFF2-40B4-BE49-F238E27FC236}">
                          <a16:creationId xmlns:a16="http://schemas.microsoft.com/office/drawing/2014/main" id="{E4FF9C63-0BEA-B84C-A197-47CA48B93ABD}"/>
                        </a:ext>
                      </a:extLst>
                    </p:cNvPr>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grpSp>
          </p:grpSp>
          <p:sp>
            <p:nvSpPr>
              <p:cNvPr id="33857" name="Rectangle 103">
                <a:extLst>
                  <a:ext uri="{FF2B5EF4-FFF2-40B4-BE49-F238E27FC236}">
                    <a16:creationId xmlns:a16="http://schemas.microsoft.com/office/drawing/2014/main" id="{A2F98758-157C-FA43-A8E1-6E425C987192}"/>
                  </a:ext>
                </a:extLst>
              </p:cNvPr>
              <p:cNvSpPr>
                <a:spLocks noChangeArrowheads="1"/>
              </p:cNvSpPr>
              <p:nvPr/>
            </p:nvSpPr>
            <p:spPr bwMode="auto">
              <a:xfrm>
                <a:off x="945" y="573"/>
                <a:ext cx="3912" cy="202"/>
              </a:xfrm>
              <a:prstGeom prst="rect">
                <a:avLst/>
              </a:prstGeom>
              <a:solidFill>
                <a:srgbClr val="CCFFCC"/>
              </a:solidFill>
              <a:ln w="9525">
                <a:miter lim="800000"/>
                <a:headEnd/>
                <a:tailEnd/>
              </a:ln>
              <a:scene3d>
                <a:camera prst="legacyObliqueTopRight"/>
                <a:lightRig rig="legacyFlat3" dir="b"/>
              </a:scene3d>
              <a:sp3d extrusionH="277800" prstMaterial="legacyMatte">
                <a:bevelT w="13500" h="13500" prst="angle"/>
                <a:bevelB w="13500" h="13500" prst="angle"/>
                <a:extrusionClr>
                  <a:srgbClr val="CCFFCC"/>
                </a:extrusionClr>
                <a:contourClr>
                  <a:srgbClr val="CCFFCC"/>
                </a:contourClr>
              </a:sp3d>
            </p:spPr>
            <p:txBody>
              <a:bodyPr lIns="72000" tIns="0" rIns="72000" bIns="0">
                <a:flatTx/>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2000" b="1" i="1">
                    <a:solidFill>
                      <a:srgbClr val="000000"/>
                    </a:solidFill>
                  </a:rPr>
                  <a:t>Processo de Desenvolvimento de Produto</a:t>
                </a:r>
              </a:p>
              <a:p>
                <a:pPr algn="ctr" eaLnBrk="1" hangingPunct="1">
                  <a:spcBef>
                    <a:spcPct val="50000"/>
                  </a:spcBef>
                  <a:buFontTx/>
                  <a:buNone/>
                </a:pPr>
                <a:endParaRPr lang="pt-BR" altLang="pt-BR" sz="1600">
                  <a:solidFill>
                    <a:srgbClr val="000000"/>
                  </a:solidFill>
                </a:endParaRPr>
              </a:p>
            </p:txBody>
          </p:sp>
        </p:grpSp>
      </p:grpSp>
      <p:grpSp>
        <p:nvGrpSpPr>
          <p:cNvPr id="28" name="Group 104">
            <a:extLst>
              <a:ext uri="{FF2B5EF4-FFF2-40B4-BE49-F238E27FC236}">
                <a16:creationId xmlns:a16="http://schemas.microsoft.com/office/drawing/2014/main" id="{3C16DEA9-FB34-7748-A357-4A7A66C90F3D}"/>
              </a:ext>
            </a:extLst>
          </p:cNvPr>
          <p:cNvGrpSpPr>
            <a:grpSpLocks/>
          </p:cNvGrpSpPr>
          <p:nvPr/>
        </p:nvGrpSpPr>
        <p:grpSpPr bwMode="auto">
          <a:xfrm rot="-5976873">
            <a:off x="4234003" y="2283756"/>
            <a:ext cx="2273012" cy="4065313"/>
            <a:chOff x="2181" y="1183"/>
            <a:chExt cx="1419" cy="1966"/>
          </a:xfrm>
        </p:grpSpPr>
        <p:grpSp>
          <p:nvGrpSpPr>
            <p:cNvPr id="33797" name="Group 105">
              <a:extLst>
                <a:ext uri="{FF2B5EF4-FFF2-40B4-BE49-F238E27FC236}">
                  <a16:creationId xmlns:a16="http://schemas.microsoft.com/office/drawing/2014/main" id="{E4AA774B-46BE-3448-A0A4-8E47B3409B4C}"/>
                </a:ext>
              </a:extLst>
            </p:cNvPr>
            <p:cNvGrpSpPr>
              <a:grpSpLocks/>
            </p:cNvGrpSpPr>
            <p:nvPr/>
          </p:nvGrpSpPr>
          <p:grpSpPr bwMode="auto">
            <a:xfrm>
              <a:off x="2181" y="1183"/>
              <a:ext cx="1203" cy="1195"/>
              <a:chOff x="2181" y="1183"/>
              <a:chExt cx="1203" cy="1195"/>
            </a:xfrm>
          </p:grpSpPr>
          <p:grpSp>
            <p:nvGrpSpPr>
              <p:cNvPr id="33834" name="Group 106">
                <a:extLst>
                  <a:ext uri="{FF2B5EF4-FFF2-40B4-BE49-F238E27FC236}">
                    <a16:creationId xmlns:a16="http://schemas.microsoft.com/office/drawing/2014/main" id="{870071D4-C0AC-0D4E-AB4F-69EA70F4F872}"/>
                  </a:ext>
                </a:extLst>
              </p:cNvPr>
              <p:cNvGrpSpPr>
                <a:grpSpLocks/>
              </p:cNvGrpSpPr>
              <p:nvPr/>
            </p:nvGrpSpPr>
            <p:grpSpPr bwMode="auto">
              <a:xfrm>
                <a:off x="2203" y="1197"/>
                <a:ext cx="1181" cy="1180"/>
                <a:chOff x="2203" y="1197"/>
                <a:chExt cx="1181" cy="1180"/>
              </a:xfrm>
            </p:grpSpPr>
            <p:grpSp>
              <p:nvGrpSpPr>
                <p:cNvPr id="33840" name="Group 107">
                  <a:extLst>
                    <a:ext uri="{FF2B5EF4-FFF2-40B4-BE49-F238E27FC236}">
                      <a16:creationId xmlns:a16="http://schemas.microsoft.com/office/drawing/2014/main" id="{614A7520-9577-024C-929C-1C62C900936A}"/>
                    </a:ext>
                  </a:extLst>
                </p:cNvPr>
                <p:cNvGrpSpPr>
                  <a:grpSpLocks/>
                </p:cNvGrpSpPr>
                <p:nvPr/>
              </p:nvGrpSpPr>
              <p:grpSpPr bwMode="auto">
                <a:xfrm>
                  <a:off x="2203" y="1197"/>
                  <a:ext cx="1181" cy="1180"/>
                  <a:chOff x="2203" y="1197"/>
                  <a:chExt cx="1181" cy="1180"/>
                </a:xfrm>
              </p:grpSpPr>
              <p:sp>
                <p:nvSpPr>
                  <p:cNvPr id="33846" name="Freeform 108">
                    <a:extLst>
                      <a:ext uri="{FF2B5EF4-FFF2-40B4-BE49-F238E27FC236}">
                        <a16:creationId xmlns:a16="http://schemas.microsoft.com/office/drawing/2014/main" id="{F29C5145-55EF-AC40-ABB1-F08B711DE07B}"/>
                      </a:ext>
                    </a:extLst>
                  </p:cNvPr>
                  <p:cNvSpPr>
                    <a:spLocks/>
                  </p:cNvSpPr>
                  <p:nvPr/>
                </p:nvSpPr>
                <p:spPr bwMode="auto">
                  <a:xfrm>
                    <a:off x="2203" y="1197"/>
                    <a:ext cx="1003" cy="685"/>
                  </a:xfrm>
                  <a:custGeom>
                    <a:avLst/>
                    <a:gdLst>
                      <a:gd name="T0" fmla="*/ 21 w 1003"/>
                      <a:gd name="T1" fmla="*/ 685 h 685"/>
                      <a:gd name="T2" fmla="*/ 6 w 1003"/>
                      <a:gd name="T3" fmla="*/ 604 h 685"/>
                      <a:gd name="T4" fmla="*/ 0 w 1003"/>
                      <a:gd name="T5" fmla="*/ 526 h 685"/>
                      <a:gd name="T6" fmla="*/ 3 w 1003"/>
                      <a:gd name="T7" fmla="*/ 472 h 685"/>
                      <a:gd name="T8" fmla="*/ 12 w 1003"/>
                      <a:gd name="T9" fmla="*/ 423 h 685"/>
                      <a:gd name="T10" fmla="*/ 27 w 1003"/>
                      <a:gd name="T11" fmla="*/ 369 h 685"/>
                      <a:gd name="T12" fmla="*/ 51 w 1003"/>
                      <a:gd name="T13" fmla="*/ 315 h 685"/>
                      <a:gd name="T14" fmla="*/ 81 w 1003"/>
                      <a:gd name="T15" fmla="*/ 258 h 685"/>
                      <a:gd name="T16" fmla="*/ 111 w 1003"/>
                      <a:gd name="T17" fmla="*/ 213 h 685"/>
                      <a:gd name="T18" fmla="*/ 147 w 1003"/>
                      <a:gd name="T19" fmla="*/ 168 h 685"/>
                      <a:gd name="T20" fmla="*/ 189 w 1003"/>
                      <a:gd name="T21" fmla="*/ 129 h 685"/>
                      <a:gd name="T22" fmla="*/ 231 w 1003"/>
                      <a:gd name="T23" fmla="*/ 96 h 685"/>
                      <a:gd name="T24" fmla="*/ 276 w 1003"/>
                      <a:gd name="T25" fmla="*/ 69 h 685"/>
                      <a:gd name="T26" fmla="*/ 331 w 1003"/>
                      <a:gd name="T27" fmla="*/ 45 h 685"/>
                      <a:gd name="T28" fmla="*/ 394 w 1003"/>
                      <a:gd name="T29" fmla="*/ 24 h 685"/>
                      <a:gd name="T30" fmla="*/ 448 w 1003"/>
                      <a:gd name="T31" fmla="*/ 9 h 685"/>
                      <a:gd name="T32" fmla="*/ 514 w 1003"/>
                      <a:gd name="T33" fmla="*/ 0 h 685"/>
                      <a:gd name="T34" fmla="*/ 598 w 1003"/>
                      <a:gd name="T35" fmla="*/ 0 h 685"/>
                      <a:gd name="T36" fmla="*/ 661 w 1003"/>
                      <a:gd name="T37" fmla="*/ 12 h 685"/>
                      <a:gd name="T38" fmla="*/ 736 w 1003"/>
                      <a:gd name="T39" fmla="*/ 30 h 685"/>
                      <a:gd name="T40" fmla="*/ 811 w 1003"/>
                      <a:gd name="T41" fmla="*/ 63 h 685"/>
                      <a:gd name="T42" fmla="*/ 877 w 1003"/>
                      <a:gd name="T43" fmla="*/ 102 h 685"/>
                      <a:gd name="T44" fmla="*/ 922 w 1003"/>
                      <a:gd name="T45" fmla="*/ 141 h 685"/>
                      <a:gd name="T46" fmla="*/ 967 w 1003"/>
                      <a:gd name="T47" fmla="*/ 186 h 685"/>
                      <a:gd name="T48" fmla="*/ 1003 w 1003"/>
                      <a:gd name="T49" fmla="*/ 231 h 685"/>
                      <a:gd name="T50" fmla="*/ 907 w 1003"/>
                      <a:gd name="T51" fmla="*/ 159 h 685"/>
                      <a:gd name="T52" fmla="*/ 856 w 1003"/>
                      <a:gd name="T53" fmla="*/ 129 h 685"/>
                      <a:gd name="T54" fmla="*/ 802 w 1003"/>
                      <a:gd name="T55" fmla="*/ 108 h 685"/>
                      <a:gd name="T56" fmla="*/ 733 w 1003"/>
                      <a:gd name="T57" fmla="*/ 87 h 685"/>
                      <a:gd name="T58" fmla="*/ 667 w 1003"/>
                      <a:gd name="T59" fmla="*/ 78 h 685"/>
                      <a:gd name="T60" fmla="*/ 595 w 1003"/>
                      <a:gd name="T61" fmla="*/ 75 h 685"/>
                      <a:gd name="T62" fmla="*/ 541 w 1003"/>
                      <a:gd name="T63" fmla="*/ 78 h 685"/>
                      <a:gd name="T64" fmla="*/ 484 w 1003"/>
                      <a:gd name="T65" fmla="*/ 87 h 685"/>
                      <a:gd name="T66" fmla="*/ 427 w 1003"/>
                      <a:gd name="T67" fmla="*/ 102 h 685"/>
                      <a:gd name="T68" fmla="*/ 373 w 1003"/>
                      <a:gd name="T69" fmla="*/ 120 h 685"/>
                      <a:gd name="T70" fmla="*/ 313 w 1003"/>
                      <a:gd name="T71" fmla="*/ 150 h 685"/>
                      <a:gd name="T72" fmla="*/ 267 w 1003"/>
                      <a:gd name="T73" fmla="*/ 177 h 685"/>
                      <a:gd name="T74" fmla="*/ 228 w 1003"/>
                      <a:gd name="T75" fmla="*/ 210 h 685"/>
                      <a:gd name="T76" fmla="*/ 183 w 1003"/>
                      <a:gd name="T77" fmla="*/ 246 h 685"/>
                      <a:gd name="T78" fmla="*/ 147 w 1003"/>
                      <a:gd name="T79" fmla="*/ 285 h 685"/>
                      <a:gd name="T80" fmla="*/ 111 w 1003"/>
                      <a:gd name="T81" fmla="*/ 339 h 685"/>
                      <a:gd name="T82" fmla="*/ 78 w 1003"/>
                      <a:gd name="T83" fmla="*/ 396 h 685"/>
                      <a:gd name="T84" fmla="*/ 57 w 1003"/>
                      <a:gd name="T85" fmla="*/ 450 h 685"/>
                      <a:gd name="T86" fmla="*/ 39 w 1003"/>
                      <a:gd name="T87" fmla="*/ 514 h 685"/>
                      <a:gd name="T88" fmla="*/ 27 w 1003"/>
                      <a:gd name="T89" fmla="*/ 592 h 685"/>
                      <a:gd name="T90" fmla="*/ 21 w 1003"/>
                      <a:gd name="T91" fmla="*/ 685 h 68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003"/>
                      <a:gd name="T139" fmla="*/ 0 h 685"/>
                      <a:gd name="T140" fmla="*/ 1003 w 1003"/>
                      <a:gd name="T141" fmla="*/ 685 h 685"/>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003" h="685">
                        <a:moveTo>
                          <a:pt x="21" y="685"/>
                        </a:moveTo>
                        <a:lnTo>
                          <a:pt x="6" y="604"/>
                        </a:lnTo>
                        <a:lnTo>
                          <a:pt x="0" y="526"/>
                        </a:lnTo>
                        <a:lnTo>
                          <a:pt x="3" y="472"/>
                        </a:lnTo>
                        <a:lnTo>
                          <a:pt x="12" y="423"/>
                        </a:lnTo>
                        <a:lnTo>
                          <a:pt x="27" y="369"/>
                        </a:lnTo>
                        <a:lnTo>
                          <a:pt x="51" y="315"/>
                        </a:lnTo>
                        <a:lnTo>
                          <a:pt x="81" y="258"/>
                        </a:lnTo>
                        <a:lnTo>
                          <a:pt x="111" y="213"/>
                        </a:lnTo>
                        <a:lnTo>
                          <a:pt x="147" y="168"/>
                        </a:lnTo>
                        <a:lnTo>
                          <a:pt x="189" y="129"/>
                        </a:lnTo>
                        <a:lnTo>
                          <a:pt x="231" y="96"/>
                        </a:lnTo>
                        <a:lnTo>
                          <a:pt x="276" y="69"/>
                        </a:lnTo>
                        <a:lnTo>
                          <a:pt x="331" y="45"/>
                        </a:lnTo>
                        <a:lnTo>
                          <a:pt x="394" y="24"/>
                        </a:lnTo>
                        <a:lnTo>
                          <a:pt x="448" y="9"/>
                        </a:lnTo>
                        <a:lnTo>
                          <a:pt x="514" y="0"/>
                        </a:lnTo>
                        <a:lnTo>
                          <a:pt x="598" y="0"/>
                        </a:lnTo>
                        <a:lnTo>
                          <a:pt x="661" y="12"/>
                        </a:lnTo>
                        <a:lnTo>
                          <a:pt x="736" y="30"/>
                        </a:lnTo>
                        <a:lnTo>
                          <a:pt x="811" y="63"/>
                        </a:lnTo>
                        <a:lnTo>
                          <a:pt x="877" y="102"/>
                        </a:lnTo>
                        <a:lnTo>
                          <a:pt x="922" y="141"/>
                        </a:lnTo>
                        <a:lnTo>
                          <a:pt x="967" y="186"/>
                        </a:lnTo>
                        <a:lnTo>
                          <a:pt x="1003" y="231"/>
                        </a:lnTo>
                        <a:lnTo>
                          <a:pt x="907" y="159"/>
                        </a:lnTo>
                        <a:lnTo>
                          <a:pt x="856" y="129"/>
                        </a:lnTo>
                        <a:lnTo>
                          <a:pt x="802" y="108"/>
                        </a:lnTo>
                        <a:lnTo>
                          <a:pt x="733" y="87"/>
                        </a:lnTo>
                        <a:lnTo>
                          <a:pt x="667" y="78"/>
                        </a:lnTo>
                        <a:lnTo>
                          <a:pt x="595" y="75"/>
                        </a:lnTo>
                        <a:lnTo>
                          <a:pt x="541" y="78"/>
                        </a:lnTo>
                        <a:lnTo>
                          <a:pt x="484" y="87"/>
                        </a:lnTo>
                        <a:lnTo>
                          <a:pt x="427" y="102"/>
                        </a:lnTo>
                        <a:lnTo>
                          <a:pt x="373" y="120"/>
                        </a:lnTo>
                        <a:lnTo>
                          <a:pt x="313" y="150"/>
                        </a:lnTo>
                        <a:lnTo>
                          <a:pt x="267" y="177"/>
                        </a:lnTo>
                        <a:lnTo>
                          <a:pt x="228" y="210"/>
                        </a:lnTo>
                        <a:lnTo>
                          <a:pt x="183" y="246"/>
                        </a:lnTo>
                        <a:lnTo>
                          <a:pt x="147" y="285"/>
                        </a:lnTo>
                        <a:lnTo>
                          <a:pt x="111" y="339"/>
                        </a:lnTo>
                        <a:lnTo>
                          <a:pt x="78" y="396"/>
                        </a:lnTo>
                        <a:lnTo>
                          <a:pt x="57" y="450"/>
                        </a:lnTo>
                        <a:lnTo>
                          <a:pt x="39" y="514"/>
                        </a:lnTo>
                        <a:lnTo>
                          <a:pt x="27" y="592"/>
                        </a:lnTo>
                        <a:lnTo>
                          <a:pt x="21" y="68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3847" name="Freeform 109">
                    <a:extLst>
                      <a:ext uri="{FF2B5EF4-FFF2-40B4-BE49-F238E27FC236}">
                        <a16:creationId xmlns:a16="http://schemas.microsoft.com/office/drawing/2014/main" id="{ED436CA0-6708-EA44-A1D7-57FB8A2819F7}"/>
                      </a:ext>
                    </a:extLst>
                  </p:cNvPr>
                  <p:cNvSpPr>
                    <a:spLocks/>
                  </p:cNvSpPr>
                  <p:nvPr/>
                </p:nvSpPr>
                <p:spPr bwMode="auto">
                  <a:xfrm>
                    <a:off x="2278" y="1536"/>
                    <a:ext cx="1106" cy="841"/>
                  </a:xfrm>
                  <a:custGeom>
                    <a:avLst/>
                    <a:gdLst>
                      <a:gd name="T0" fmla="*/ 0 w 1106"/>
                      <a:gd name="T1" fmla="*/ 511 h 841"/>
                      <a:gd name="T2" fmla="*/ 63 w 1106"/>
                      <a:gd name="T3" fmla="*/ 583 h 841"/>
                      <a:gd name="T4" fmla="*/ 132 w 1106"/>
                      <a:gd name="T5" fmla="*/ 646 h 841"/>
                      <a:gd name="T6" fmla="*/ 195 w 1106"/>
                      <a:gd name="T7" fmla="*/ 682 h 841"/>
                      <a:gd name="T8" fmla="*/ 286 w 1106"/>
                      <a:gd name="T9" fmla="*/ 721 h 841"/>
                      <a:gd name="T10" fmla="*/ 358 w 1106"/>
                      <a:gd name="T11" fmla="*/ 742 h 841"/>
                      <a:gd name="T12" fmla="*/ 424 w 1106"/>
                      <a:gd name="T13" fmla="*/ 751 h 841"/>
                      <a:gd name="T14" fmla="*/ 502 w 1106"/>
                      <a:gd name="T15" fmla="*/ 751 h 841"/>
                      <a:gd name="T16" fmla="*/ 559 w 1106"/>
                      <a:gd name="T17" fmla="*/ 745 h 841"/>
                      <a:gd name="T18" fmla="*/ 628 w 1106"/>
                      <a:gd name="T19" fmla="*/ 733 h 841"/>
                      <a:gd name="T20" fmla="*/ 697 w 1106"/>
                      <a:gd name="T21" fmla="*/ 712 h 841"/>
                      <a:gd name="T22" fmla="*/ 754 w 1106"/>
                      <a:gd name="T23" fmla="*/ 682 h 841"/>
                      <a:gd name="T24" fmla="*/ 808 w 1106"/>
                      <a:gd name="T25" fmla="*/ 649 h 841"/>
                      <a:gd name="T26" fmla="*/ 856 w 1106"/>
                      <a:gd name="T27" fmla="*/ 616 h 841"/>
                      <a:gd name="T28" fmla="*/ 904 w 1106"/>
                      <a:gd name="T29" fmla="*/ 568 h 841"/>
                      <a:gd name="T30" fmla="*/ 952 w 1106"/>
                      <a:gd name="T31" fmla="*/ 514 h 841"/>
                      <a:gd name="T32" fmla="*/ 989 w 1106"/>
                      <a:gd name="T33" fmla="*/ 463 h 841"/>
                      <a:gd name="T34" fmla="*/ 1010 w 1106"/>
                      <a:gd name="T35" fmla="*/ 412 h 841"/>
                      <a:gd name="T36" fmla="*/ 1037 w 1106"/>
                      <a:gd name="T37" fmla="*/ 331 h 841"/>
                      <a:gd name="T38" fmla="*/ 1055 w 1106"/>
                      <a:gd name="T39" fmla="*/ 247 h 841"/>
                      <a:gd name="T40" fmla="*/ 1058 w 1106"/>
                      <a:gd name="T41" fmla="*/ 172 h 841"/>
                      <a:gd name="T42" fmla="*/ 1046 w 1106"/>
                      <a:gd name="T43" fmla="*/ 90 h 841"/>
                      <a:gd name="T44" fmla="*/ 1019 w 1106"/>
                      <a:gd name="T45" fmla="*/ 0 h 841"/>
                      <a:gd name="T46" fmla="*/ 1046 w 1106"/>
                      <a:gd name="T47" fmla="*/ 48 h 841"/>
                      <a:gd name="T48" fmla="*/ 1076 w 1106"/>
                      <a:gd name="T49" fmla="*/ 117 h 841"/>
                      <a:gd name="T50" fmla="*/ 1091 w 1106"/>
                      <a:gd name="T51" fmla="*/ 181 h 841"/>
                      <a:gd name="T52" fmla="*/ 1106 w 1106"/>
                      <a:gd name="T53" fmla="*/ 241 h 841"/>
                      <a:gd name="T54" fmla="*/ 1103 w 1106"/>
                      <a:gd name="T55" fmla="*/ 292 h 841"/>
                      <a:gd name="T56" fmla="*/ 1100 w 1106"/>
                      <a:gd name="T57" fmla="*/ 361 h 841"/>
                      <a:gd name="T58" fmla="*/ 1064 w 1106"/>
                      <a:gd name="T59" fmla="*/ 493 h 841"/>
                      <a:gd name="T60" fmla="*/ 1028 w 1106"/>
                      <a:gd name="T61" fmla="*/ 565 h 841"/>
                      <a:gd name="T62" fmla="*/ 983 w 1106"/>
                      <a:gd name="T63" fmla="*/ 628 h 841"/>
                      <a:gd name="T64" fmla="*/ 934 w 1106"/>
                      <a:gd name="T65" fmla="*/ 682 h 841"/>
                      <a:gd name="T66" fmla="*/ 886 w 1106"/>
                      <a:gd name="T67" fmla="*/ 721 h 841"/>
                      <a:gd name="T68" fmla="*/ 820 w 1106"/>
                      <a:gd name="T69" fmla="*/ 766 h 841"/>
                      <a:gd name="T70" fmla="*/ 754 w 1106"/>
                      <a:gd name="T71" fmla="*/ 796 h 841"/>
                      <a:gd name="T72" fmla="*/ 691 w 1106"/>
                      <a:gd name="T73" fmla="*/ 817 h 841"/>
                      <a:gd name="T74" fmla="*/ 610 w 1106"/>
                      <a:gd name="T75" fmla="*/ 838 h 841"/>
                      <a:gd name="T76" fmla="*/ 550 w 1106"/>
                      <a:gd name="T77" fmla="*/ 841 h 841"/>
                      <a:gd name="T78" fmla="*/ 484 w 1106"/>
                      <a:gd name="T79" fmla="*/ 841 h 841"/>
                      <a:gd name="T80" fmla="*/ 418 w 1106"/>
                      <a:gd name="T81" fmla="*/ 829 h 841"/>
                      <a:gd name="T82" fmla="*/ 346 w 1106"/>
                      <a:gd name="T83" fmla="*/ 814 h 841"/>
                      <a:gd name="T84" fmla="*/ 298 w 1106"/>
                      <a:gd name="T85" fmla="*/ 796 h 841"/>
                      <a:gd name="T86" fmla="*/ 234 w 1106"/>
                      <a:gd name="T87" fmla="*/ 763 h 841"/>
                      <a:gd name="T88" fmla="*/ 180 w 1106"/>
                      <a:gd name="T89" fmla="*/ 733 h 841"/>
                      <a:gd name="T90" fmla="*/ 129 w 1106"/>
                      <a:gd name="T91" fmla="*/ 691 h 841"/>
                      <a:gd name="T92" fmla="*/ 75 w 1106"/>
                      <a:gd name="T93" fmla="*/ 634 h 841"/>
                      <a:gd name="T94" fmla="*/ 24 w 1106"/>
                      <a:gd name="T95" fmla="*/ 562 h 841"/>
                      <a:gd name="T96" fmla="*/ 0 w 1106"/>
                      <a:gd name="T97" fmla="*/ 511 h 84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106"/>
                      <a:gd name="T148" fmla="*/ 0 h 841"/>
                      <a:gd name="T149" fmla="*/ 1106 w 1106"/>
                      <a:gd name="T150" fmla="*/ 841 h 841"/>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106" h="841">
                        <a:moveTo>
                          <a:pt x="0" y="511"/>
                        </a:moveTo>
                        <a:lnTo>
                          <a:pt x="63" y="583"/>
                        </a:lnTo>
                        <a:lnTo>
                          <a:pt x="132" y="646"/>
                        </a:lnTo>
                        <a:lnTo>
                          <a:pt x="195" y="682"/>
                        </a:lnTo>
                        <a:lnTo>
                          <a:pt x="286" y="721"/>
                        </a:lnTo>
                        <a:lnTo>
                          <a:pt x="358" y="742"/>
                        </a:lnTo>
                        <a:lnTo>
                          <a:pt x="424" y="751"/>
                        </a:lnTo>
                        <a:lnTo>
                          <a:pt x="502" y="751"/>
                        </a:lnTo>
                        <a:lnTo>
                          <a:pt x="559" y="745"/>
                        </a:lnTo>
                        <a:lnTo>
                          <a:pt x="628" y="733"/>
                        </a:lnTo>
                        <a:lnTo>
                          <a:pt x="697" y="712"/>
                        </a:lnTo>
                        <a:lnTo>
                          <a:pt x="754" y="682"/>
                        </a:lnTo>
                        <a:lnTo>
                          <a:pt x="808" y="649"/>
                        </a:lnTo>
                        <a:lnTo>
                          <a:pt x="856" y="616"/>
                        </a:lnTo>
                        <a:lnTo>
                          <a:pt x="904" y="568"/>
                        </a:lnTo>
                        <a:lnTo>
                          <a:pt x="952" y="514"/>
                        </a:lnTo>
                        <a:lnTo>
                          <a:pt x="989" y="463"/>
                        </a:lnTo>
                        <a:lnTo>
                          <a:pt x="1010" y="412"/>
                        </a:lnTo>
                        <a:lnTo>
                          <a:pt x="1037" y="331"/>
                        </a:lnTo>
                        <a:lnTo>
                          <a:pt x="1055" y="247"/>
                        </a:lnTo>
                        <a:lnTo>
                          <a:pt x="1058" y="172"/>
                        </a:lnTo>
                        <a:lnTo>
                          <a:pt x="1046" y="90"/>
                        </a:lnTo>
                        <a:lnTo>
                          <a:pt x="1019" y="0"/>
                        </a:lnTo>
                        <a:lnTo>
                          <a:pt x="1046" y="48"/>
                        </a:lnTo>
                        <a:lnTo>
                          <a:pt x="1076" y="117"/>
                        </a:lnTo>
                        <a:lnTo>
                          <a:pt x="1091" y="181"/>
                        </a:lnTo>
                        <a:lnTo>
                          <a:pt x="1106" y="241"/>
                        </a:lnTo>
                        <a:lnTo>
                          <a:pt x="1103" y="292"/>
                        </a:lnTo>
                        <a:lnTo>
                          <a:pt x="1100" y="361"/>
                        </a:lnTo>
                        <a:lnTo>
                          <a:pt x="1064" y="493"/>
                        </a:lnTo>
                        <a:lnTo>
                          <a:pt x="1028" y="565"/>
                        </a:lnTo>
                        <a:lnTo>
                          <a:pt x="983" y="628"/>
                        </a:lnTo>
                        <a:lnTo>
                          <a:pt x="934" y="682"/>
                        </a:lnTo>
                        <a:lnTo>
                          <a:pt x="886" y="721"/>
                        </a:lnTo>
                        <a:lnTo>
                          <a:pt x="820" y="766"/>
                        </a:lnTo>
                        <a:lnTo>
                          <a:pt x="754" y="796"/>
                        </a:lnTo>
                        <a:lnTo>
                          <a:pt x="691" y="817"/>
                        </a:lnTo>
                        <a:lnTo>
                          <a:pt x="610" y="838"/>
                        </a:lnTo>
                        <a:lnTo>
                          <a:pt x="550" y="841"/>
                        </a:lnTo>
                        <a:lnTo>
                          <a:pt x="484" y="841"/>
                        </a:lnTo>
                        <a:lnTo>
                          <a:pt x="418" y="829"/>
                        </a:lnTo>
                        <a:lnTo>
                          <a:pt x="346" y="814"/>
                        </a:lnTo>
                        <a:lnTo>
                          <a:pt x="298" y="796"/>
                        </a:lnTo>
                        <a:lnTo>
                          <a:pt x="234" y="763"/>
                        </a:lnTo>
                        <a:lnTo>
                          <a:pt x="180" y="733"/>
                        </a:lnTo>
                        <a:lnTo>
                          <a:pt x="129" y="691"/>
                        </a:lnTo>
                        <a:lnTo>
                          <a:pt x="75" y="634"/>
                        </a:lnTo>
                        <a:lnTo>
                          <a:pt x="24" y="562"/>
                        </a:lnTo>
                        <a:lnTo>
                          <a:pt x="0" y="511"/>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grpSp>
              <p:nvGrpSpPr>
                <p:cNvPr id="33841" name="Group 110">
                  <a:extLst>
                    <a:ext uri="{FF2B5EF4-FFF2-40B4-BE49-F238E27FC236}">
                      <a16:creationId xmlns:a16="http://schemas.microsoft.com/office/drawing/2014/main" id="{CFD96237-0A3E-C347-8861-CB8C95DEA82C}"/>
                    </a:ext>
                  </a:extLst>
                </p:cNvPr>
                <p:cNvGrpSpPr>
                  <a:grpSpLocks/>
                </p:cNvGrpSpPr>
                <p:nvPr/>
              </p:nvGrpSpPr>
              <p:grpSpPr bwMode="auto">
                <a:xfrm>
                  <a:off x="2210" y="1213"/>
                  <a:ext cx="1172" cy="1113"/>
                  <a:chOff x="2210" y="1213"/>
                  <a:chExt cx="1172" cy="1113"/>
                </a:xfrm>
              </p:grpSpPr>
              <p:sp>
                <p:nvSpPr>
                  <p:cNvPr id="33842" name="Freeform 111">
                    <a:extLst>
                      <a:ext uri="{FF2B5EF4-FFF2-40B4-BE49-F238E27FC236}">
                        <a16:creationId xmlns:a16="http://schemas.microsoft.com/office/drawing/2014/main" id="{D77DDE2C-664B-8D42-90BF-F314A19D5A8B}"/>
                      </a:ext>
                    </a:extLst>
                  </p:cNvPr>
                  <p:cNvSpPr>
                    <a:spLocks/>
                  </p:cNvSpPr>
                  <p:nvPr/>
                </p:nvSpPr>
                <p:spPr bwMode="auto">
                  <a:xfrm>
                    <a:off x="2276" y="2048"/>
                    <a:ext cx="287" cy="278"/>
                  </a:xfrm>
                  <a:custGeom>
                    <a:avLst/>
                    <a:gdLst>
                      <a:gd name="T0" fmla="*/ 0 w 287"/>
                      <a:gd name="T1" fmla="*/ 0 h 278"/>
                      <a:gd name="T2" fmla="*/ 30 w 287"/>
                      <a:gd name="T3" fmla="*/ 56 h 278"/>
                      <a:gd name="T4" fmla="*/ 59 w 287"/>
                      <a:gd name="T5" fmla="*/ 99 h 278"/>
                      <a:gd name="T6" fmla="*/ 90 w 287"/>
                      <a:gd name="T7" fmla="*/ 138 h 278"/>
                      <a:gd name="T8" fmla="*/ 138 w 287"/>
                      <a:gd name="T9" fmla="*/ 185 h 278"/>
                      <a:gd name="T10" fmla="*/ 174 w 287"/>
                      <a:gd name="T11" fmla="*/ 215 h 278"/>
                      <a:gd name="T12" fmla="*/ 220 w 287"/>
                      <a:gd name="T13" fmla="*/ 244 h 278"/>
                      <a:gd name="T14" fmla="*/ 287 w 287"/>
                      <a:gd name="T15" fmla="*/ 278 h 278"/>
                      <a:gd name="T16" fmla="*/ 212 w 287"/>
                      <a:gd name="T17" fmla="*/ 176 h 278"/>
                      <a:gd name="T18" fmla="*/ 170 w 287"/>
                      <a:gd name="T19" fmla="*/ 152 h 278"/>
                      <a:gd name="T20" fmla="*/ 140 w 287"/>
                      <a:gd name="T21" fmla="*/ 131 h 278"/>
                      <a:gd name="T22" fmla="*/ 96 w 287"/>
                      <a:gd name="T23" fmla="*/ 101 h 278"/>
                      <a:gd name="T24" fmla="*/ 62 w 287"/>
                      <a:gd name="T25" fmla="*/ 69 h 278"/>
                      <a:gd name="T26" fmla="*/ 35 w 287"/>
                      <a:gd name="T27" fmla="*/ 42 h 278"/>
                      <a:gd name="T28" fmla="*/ 0 w 287"/>
                      <a:gd name="T29" fmla="*/ 0 h 27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87"/>
                      <a:gd name="T46" fmla="*/ 0 h 278"/>
                      <a:gd name="T47" fmla="*/ 287 w 287"/>
                      <a:gd name="T48" fmla="*/ 278 h 27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87" h="278">
                        <a:moveTo>
                          <a:pt x="0" y="0"/>
                        </a:moveTo>
                        <a:lnTo>
                          <a:pt x="30" y="56"/>
                        </a:lnTo>
                        <a:lnTo>
                          <a:pt x="59" y="99"/>
                        </a:lnTo>
                        <a:lnTo>
                          <a:pt x="90" y="138"/>
                        </a:lnTo>
                        <a:lnTo>
                          <a:pt x="138" y="185"/>
                        </a:lnTo>
                        <a:lnTo>
                          <a:pt x="174" y="215"/>
                        </a:lnTo>
                        <a:lnTo>
                          <a:pt x="220" y="244"/>
                        </a:lnTo>
                        <a:lnTo>
                          <a:pt x="287" y="278"/>
                        </a:lnTo>
                        <a:lnTo>
                          <a:pt x="212" y="176"/>
                        </a:lnTo>
                        <a:lnTo>
                          <a:pt x="170" y="152"/>
                        </a:lnTo>
                        <a:lnTo>
                          <a:pt x="140" y="131"/>
                        </a:lnTo>
                        <a:lnTo>
                          <a:pt x="96" y="101"/>
                        </a:lnTo>
                        <a:lnTo>
                          <a:pt x="62" y="69"/>
                        </a:lnTo>
                        <a:lnTo>
                          <a:pt x="35" y="42"/>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3843" name="Freeform 112">
                    <a:extLst>
                      <a:ext uri="{FF2B5EF4-FFF2-40B4-BE49-F238E27FC236}">
                        <a16:creationId xmlns:a16="http://schemas.microsoft.com/office/drawing/2014/main" id="{FF989D84-567B-4642-9D3D-D0EECA01F8F1}"/>
                      </a:ext>
                    </a:extLst>
                  </p:cNvPr>
                  <p:cNvSpPr>
                    <a:spLocks/>
                  </p:cNvSpPr>
                  <p:nvPr/>
                </p:nvSpPr>
                <p:spPr bwMode="auto">
                  <a:xfrm>
                    <a:off x="3279" y="1530"/>
                    <a:ext cx="103" cy="546"/>
                  </a:xfrm>
                  <a:custGeom>
                    <a:avLst/>
                    <a:gdLst>
                      <a:gd name="T0" fmla="*/ 19 w 103"/>
                      <a:gd name="T1" fmla="*/ 0 h 546"/>
                      <a:gd name="T2" fmla="*/ 39 w 103"/>
                      <a:gd name="T3" fmla="*/ 37 h 546"/>
                      <a:gd name="T4" fmla="*/ 52 w 103"/>
                      <a:gd name="T5" fmla="*/ 69 h 546"/>
                      <a:gd name="T6" fmla="*/ 66 w 103"/>
                      <a:gd name="T7" fmla="*/ 102 h 546"/>
                      <a:gd name="T8" fmla="*/ 76 w 103"/>
                      <a:gd name="T9" fmla="*/ 134 h 546"/>
                      <a:gd name="T10" fmla="*/ 84 w 103"/>
                      <a:gd name="T11" fmla="*/ 164 h 546"/>
                      <a:gd name="T12" fmla="*/ 99 w 103"/>
                      <a:gd name="T13" fmla="*/ 217 h 546"/>
                      <a:gd name="T14" fmla="*/ 103 w 103"/>
                      <a:gd name="T15" fmla="*/ 269 h 546"/>
                      <a:gd name="T16" fmla="*/ 100 w 103"/>
                      <a:gd name="T17" fmla="*/ 349 h 546"/>
                      <a:gd name="T18" fmla="*/ 93 w 103"/>
                      <a:gd name="T19" fmla="*/ 403 h 546"/>
                      <a:gd name="T20" fmla="*/ 82 w 103"/>
                      <a:gd name="T21" fmla="*/ 447 h 546"/>
                      <a:gd name="T22" fmla="*/ 65 w 103"/>
                      <a:gd name="T23" fmla="*/ 493 h 546"/>
                      <a:gd name="T24" fmla="*/ 42 w 103"/>
                      <a:gd name="T25" fmla="*/ 546 h 546"/>
                      <a:gd name="T26" fmla="*/ 0 w 103"/>
                      <a:gd name="T27" fmla="*/ 443 h 546"/>
                      <a:gd name="T28" fmla="*/ 19 w 103"/>
                      <a:gd name="T29" fmla="*/ 398 h 546"/>
                      <a:gd name="T30" fmla="*/ 28 w 103"/>
                      <a:gd name="T31" fmla="*/ 374 h 546"/>
                      <a:gd name="T32" fmla="*/ 39 w 103"/>
                      <a:gd name="T33" fmla="*/ 343 h 546"/>
                      <a:gd name="T34" fmla="*/ 46 w 103"/>
                      <a:gd name="T35" fmla="*/ 311 h 546"/>
                      <a:gd name="T36" fmla="*/ 52 w 103"/>
                      <a:gd name="T37" fmla="*/ 262 h 546"/>
                      <a:gd name="T38" fmla="*/ 55 w 103"/>
                      <a:gd name="T39" fmla="*/ 221 h 546"/>
                      <a:gd name="T40" fmla="*/ 55 w 103"/>
                      <a:gd name="T41" fmla="*/ 160 h 546"/>
                      <a:gd name="T42" fmla="*/ 46 w 103"/>
                      <a:gd name="T43" fmla="*/ 105 h 546"/>
                      <a:gd name="T44" fmla="*/ 36 w 103"/>
                      <a:gd name="T45" fmla="*/ 60 h 546"/>
                      <a:gd name="T46" fmla="*/ 30 w 103"/>
                      <a:gd name="T47" fmla="*/ 36 h 546"/>
                      <a:gd name="T48" fmla="*/ 19 w 103"/>
                      <a:gd name="T49" fmla="*/ 0 h 5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3"/>
                      <a:gd name="T76" fmla="*/ 0 h 546"/>
                      <a:gd name="T77" fmla="*/ 103 w 103"/>
                      <a:gd name="T78" fmla="*/ 546 h 5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3" h="546">
                        <a:moveTo>
                          <a:pt x="19" y="0"/>
                        </a:moveTo>
                        <a:lnTo>
                          <a:pt x="39" y="37"/>
                        </a:lnTo>
                        <a:lnTo>
                          <a:pt x="52" y="69"/>
                        </a:lnTo>
                        <a:lnTo>
                          <a:pt x="66" y="102"/>
                        </a:lnTo>
                        <a:lnTo>
                          <a:pt x="76" y="134"/>
                        </a:lnTo>
                        <a:lnTo>
                          <a:pt x="84" y="164"/>
                        </a:lnTo>
                        <a:lnTo>
                          <a:pt x="99" y="217"/>
                        </a:lnTo>
                        <a:lnTo>
                          <a:pt x="103" y="269"/>
                        </a:lnTo>
                        <a:lnTo>
                          <a:pt x="100" y="349"/>
                        </a:lnTo>
                        <a:lnTo>
                          <a:pt x="93" y="403"/>
                        </a:lnTo>
                        <a:lnTo>
                          <a:pt x="82" y="447"/>
                        </a:lnTo>
                        <a:lnTo>
                          <a:pt x="65" y="493"/>
                        </a:lnTo>
                        <a:lnTo>
                          <a:pt x="42" y="546"/>
                        </a:lnTo>
                        <a:lnTo>
                          <a:pt x="0" y="443"/>
                        </a:lnTo>
                        <a:lnTo>
                          <a:pt x="19" y="398"/>
                        </a:lnTo>
                        <a:lnTo>
                          <a:pt x="28" y="374"/>
                        </a:lnTo>
                        <a:lnTo>
                          <a:pt x="39" y="343"/>
                        </a:lnTo>
                        <a:lnTo>
                          <a:pt x="46" y="311"/>
                        </a:lnTo>
                        <a:lnTo>
                          <a:pt x="52" y="262"/>
                        </a:lnTo>
                        <a:lnTo>
                          <a:pt x="55" y="221"/>
                        </a:lnTo>
                        <a:lnTo>
                          <a:pt x="55" y="160"/>
                        </a:lnTo>
                        <a:lnTo>
                          <a:pt x="46" y="105"/>
                        </a:lnTo>
                        <a:lnTo>
                          <a:pt x="36" y="60"/>
                        </a:lnTo>
                        <a:lnTo>
                          <a:pt x="30" y="36"/>
                        </a:lnTo>
                        <a:lnTo>
                          <a:pt x="19"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3844" name="Freeform 113">
                    <a:extLst>
                      <a:ext uri="{FF2B5EF4-FFF2-40B4-BE49-F238E27FC236}">
                        <a16:creationId xmlns:a16="http://schemas.microsoft.com/office/drawing/2014/main" id="{B3934DE8-960E-3A43-B274-53A0282EF5E8}"/>
                      </a:ext>
                    </a:extLst>
                  </p:cNvPr>
                  <p:cNvSpPr>
                    <a:spLocks/>
                  </p:cNvSpPr>
                  <p:nvPr/>
                </p:nvSpPr>
                <p:spPr bwMode="auto">
                  <a:xfrm>
                    <a:off x="2741" y="1213"/>
                    <a:ext cx="408" cy="165"/>
                  </a:xfrm>
                  <a:custGeom>
                    <a:avLst/>
                    <a:gdLst>
                      <a:gd name="T0" fmla="*/ 0 w 408"/>
                      <a:gd name="T1" fmla="*/ 0 h 165"/>
                      <a:gd name="T2" fmla="*/ 31 w 408"/>
                      <a:gd name="T3" fmla="*/ 60 h 165"/>
                      <a:gd name="T4" fmla="*/ 79 w 408"/>
                      <a:gd name="T5" fmla="*/ 57 h 165"/>
                      <a:gd name="T6" fmla="*/ 123 w 408"/>
                      <a:gd name="T7" fmla="*/ 60 h 165"/>
                      <a:gd name="T8" fmla="*/ 164 w 408"/>
                      <a:gd name="T9" fmla="*/ 66 h 165"/>
                      <a:gd name="T10" fmla="*/ 202 w 408"/>
                      <a:gd name="T11" fmla="*/ 73 h 165"/>
                      <a:gd name="T12" fmla="*/ 240 w 408"/>
                      <a:gd name="T13" fmla="*/ 83 h 165"/>
                      <a:gd name="T14" fmla="*/ 266 w 408"/>
                      <a:gd name="T15" fmla="*/ 91 h 165"/>
                      <a:gd name="T16" fmla="*/ 300 w 408"/>
                      <a:gd name="T17" fmla="*/ 105 h 165"/>
                      <a:gd name="T18" fmla="*/ 339 w 408"/>
                      <a:gd name="T19" fmla="*/ 124 h 165"/>
                      <a:gd name="T20" fmla="*/ 408 w 408"/>
                      <a:gd name="T21" fmla="*/ 165 h 165"/>
                      <a:gd name="T22" fmla="*/ 368 w 408"/>
                      <a:gd name="T23" fmla="*/ 123 h 165"/>
                      <a:gd name="T24" fmla="*/ 340 w 408"/>
                      <a:gd name="T25" fmla="*/ 102 h 165"/>
                      <a:gd name="T26" fmla="*/ 303 w 408"/>
                      <a:gd name="T27" fmla="*/ 78 h 165"/>
                      <a:gd name="T28" fmla="*/ 280 w 408"/>
                      <a:gd name="T29" fmla="*/ 64 h 165"/>
                      <a:gd name="T30" fmla="*/ 229 w 408"/>
                      <a:gd name="T31" fmla="*/ 40 h 165"/>
                      <a:gd name="T32" fmla="*/ 196 w 408"/>
                      <a:gd name="T33" fmla="*/ 28 h 165"/>
                      <a:gd name="T34" fmla="*/ 169 w 408"/>
                      <a:gd name="T35" fmla="*/ 19 h 165"/>
                      <a:gd name="T36" fmla="*/ 144 w 408"/>
                      <a:gd name="T37" fmla="*/ 13 h 165"/>
                      <a:gd name="T38" fmla="*/ 105 w 408"/>
                      <a:gd name="T39" fmla="*/ 6 h 165"/>
                      <a:gd name="T40" fmla="*/ 64 w 408"/>
                      <a:gd name="T41" fmla="*/ 1 h 165"/>
                      <a:gd name="T42" fmla="*/ 18 w 408"/>
                      <a:gd name="T43" fmla="*/ 0 h 165"/>
                      <a:gd name="T44" fmla="*/ 0 w 408"/>
                      <a:gd name="T45" fmla="*/ 0 h 16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08"/>
                      <a:gd name="T70" fmla="*/ 0 h 165"/>
                      <a:gd name="T71" fmla="*/ 408 w 408"/>
                      <a:gd name="T72" fmla="*/ 165 h 16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08" h="165">
                        <a:moveTo>
                          <a:pt x="0" y="0"/>
                        </a:moveTo>
                        <a:lnTo>
                          <a:pt x="31" y="60"/>
                        </a:lnTo>
                        <a:lnTo>
                          <a:pt x="79" y="57"/>
                        </a:lnTo>
                        <a:lnTo>
                          <a:pt x="123" y="60"/>
                        </a:lnTo>
                        <a:lnTo>
                          <a:pt x="164" y="66"/>
                        </a:lnTo>
                        <a:lnTo>
                          <a:pt x="202" y="73"/>
                        </a:lnTo>
                        <a:lnTo>
                          <a:pt x="240" y="83"/>
                        </a:lnTo>
                        <a:lnTo>
                          <a:pt x="266" y="91"/>
                        </a:lnTo>
                        <a:lnTo>
                          <a:pt x="300" y="105"/>
                        </a:lnTo>
                        <a:lnTo>
                          <a:pt x="339" y="124"/>
                        </a:lnTo>
                        <a:lnTo>
                          <a:pt x="408" y="165"/>
                        </a:lnTo>
                        <a:lnTo>
                          <a:pt x="368" y="123"/>
                        </a:lnTo>
                        <a:lnTo>
                          <a:pt x="340" y="102"/>
                        </a:lnTo>
                        <a:lnTo>
                          <a:pt x="303" y="78"/>
                        </a:lnTo>
                        <a:lnTo>
                          <a:pt x="280" y="64"/>
                        </a:lnTo>
                        <a:lnTo>
                          <a:pt x="229" y="40"/>
                        </a:lnTo>
                        <a:lnTo>
                          <a:pt x="196" y="28"/>
                        </a:lnTo>
                        <a:lnTo>
                          <a:pt x="169" y="19"/>
                        </a:lnTo>
                        <a:lnTo>
                          <a:pt x="144" y="13"/>
                        </a:lnTo>
                        <a:lnTo>
                          <a:pt x="105" y="6"/>
                        </a:lnTo>
                        <a:lnTo>
                          <a:pt x="64" y="1"/>
                        </a:lnTo>
                        <a:lnTo>
                          <a:pt x="18" y="0"/>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3845" name="Freeform 114">
                    <a:extLst>
                      <a:ext uri="{FF2B5EF4-FFF2-40B4-BE49-F238E27FC236}">
                        <a16:creationId xmlns:a16="http://schemas.microsoft.com/office/drawing/2014/main" id="{D153E63D-C5F9-C643-9D73-F51F133B778B}"/>
                      </a:ext>
                    </a:extLst>
                  </p:cNvPr>
                  <p:cNvSpPr>
                    <a:spLocks/>
                  </p:cNvSpPr>
                  <p:nvPr/>
                </p:nvSpPr>
                <p:spPr bwMode="auto">
                  <a:xfrm>
                    <a:off x="2210" y="1445"/>
                    <a:ext cx="130" cy="387"/>
                  </a:xfrm>
                  <a:custGeom>
                    <a:avLst/>
                    <a:gdLst>
                      <a:gd name="T0" fmla="*/ 0 w 130"/>
                      <a:gd name="T1" fmla="*/ 297 h 387"/>
                      <a:gd name="T2" fmla="*/ 3 w 130"/>
                      <a:gd name="T3" fmla="*/ 267 h 387"/>
                      <a:gd name="T4" fmla="*/ 5 w 130"/>
                      <a:gd name="T5" fmla="*/ 234 h 387"/>
                      <a:gd name="T6" fmla="*/ 14 w 130"/>
                      <a:gd name="T7" fmla="*/ 181 h 387"/>
                      <a:gd name="T8" fmla="*/ 24 w 130"/>
                      <a:gd name="T9" fmla="*/ 139 h 387"/>
                      <a:gd name="T10" fmla="*/ 38 w 130"/>
                      <a:gd name="T11" fmla="*/ 101 h 387"/>
                      <a:gd name="T12" fmla="*/ 56 w 130"/>
                      <a:gd name="T13" fmla="*/ 62 h 387"/>
                      <a:gd name="T14" fmla="*/ 72 w 130"/>
                      <a:gd name="T15" fmla="*/ 32 h 387"/>
                      <a:gd name="T16" fmla="*/ 92 w 130"/>
                      <a:gd name="T17" fmla="*/ 0 h 387"/>
                      <a:gd name="T18" fmla="*/ 130 w 130"/>
                      <a:gd name="T19" fmla="*/ 50 h 387"/>
                      <a:gd name="T20" fmla="*/ 108 w 130"/>
                      <a:gd name="T21" fmla="*/ 80 h 387"/>
                      <a:gd name="T22" fmla="*/ 92 w 130"/>
                      <a:gd name="T23" fmla="*/ 107 h 387"/>
                      <a:gd name="T24" fmla="*/ 79 w 130"/>
                      <a:gd name="T25" fmla="*/ 132 h 387"/>
                      <a:gd name="T26" fmla="*/ 60 w 130"/>
                      <a:gd name="T27" fmla="*/ 167 h 387"/>
                      <a:gd name="T28" fmla="*/ 48 w 130"/>
                      <a:gd name="T29" fmla="*/ 198 h 387"/>
                      <a:gd name="T30" fmla="*/ 41 w 130"/>
                      <a:gd name="T31" fmla="*/ 228 h 387"/>
                      <a:gd name="T32" fmla="*/ 32 w 130"/>
                      <a:gd name="T33" fmla="*/ 258 h 387"/>
                      <a:gd name="T34" fmla="*/ 26 w 130"/>
                      <a:gd name="T35" fmla="*/ 291 h 387"/>
                      <a:gd name="T36" fmla="*/ 21 w 130"/>
                      <a:gd name="T37" fmla="*/ 331 h 387"/>
                      <a:gd name="T38" fmla="*/ 17 w 130"/>
                      <a:gd name="T39" fmla="*/ 371 h 387"/>
                      <a:gd name="T40" fmla="*/ 10 w 130"/>
                      <a:gd name="T41" fmla="*/ 387 h 387"/>
                      <a:gd name="T42" fmla="*/ 0 w 130"/>
                      <a:gd name="T43" fmla="*/ 297 h 38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30"/>
                      <a:gd name="T67" fmla="*/ 0 h 387"/>
                      <a:gd name="T68" fmla="*/ 130 w 130"/>
                      <a:gd name="T69" fmla="*/ 387 h 38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30" h="387">
                        <a:moveTo>
                          <a:pt x="0" y="297"/>
                        </a:moveTo>
                        <a:lnTo>
                          <a:pt x="3" y="267"/>
                        </a:lnTo>
                        <a:lnTo>
                          <a:pt x="5" y="234"/>
                        </a:lnTo>
                        <a:lnTo>
                          <a:pt x="14" y="181"/>
                        </a:lnTo>
                        <a:lnTo>
                          <a:pt x="24" y="139"/>
                        </a:lnTo>
                        <a:lnTo>
                          <a:pt x="38" y="101"/>
                        </a:lnTo>
                        <a:lnTo>
                          <a:pt x="56" y="62"/>
                        </a:lnTo>
                        <a:lnTo>
                          <a:pt x="72" y="32"/>
                        </a:lnTo>
                        <a:lnTo>
                          <a:pt x="92" y="0"/>
                        </a:lnTo>
                        <a:lnTo>
                          <a:pt x="130" y="50"/>
                        </a:lnTo>
                        <a:lnTo>
                          <a:pt x="108" y="80"/>
                        </a:lnTo>
                        <a:lnTo>
                          <a:pt x="92" y="107"/>
                        </a:lnTo>
                        <a:lnTo>
                          <a:pt x="79" y="132"/>
                        </a:lnTo>
                        <a:lnTo>
                          <a:pt x="60" y="167"/>
                        </a:lnTo>
                        <a:lnTo>
                          <a:pt x="48" y="198"/>
                        </a:lnTo>
                        <a:lnTo>
                          <a:pt x="41" y="228"/>
                        </a:lnTo>
                        <a:lnTo>
                          <a:pt x="32" y="258"/>
                        </a:lnTo>
                        <a:lnTo>
                          <a:pt x="26" y="291"/>
                        </a:lnTo>
                        <a:lnTo>
                          <a:pt x="21" y="331"/>
                        </a:lnTo>
                        <a:lnTo>
                          <a:pt x="17" y="371"/>
                        </a:lnTo>
                        <a:lnTo>
                          <a:pt x="10" y="387"/>
                        </a:lnTo>
                        <a:lnTo>
                          <a:pt x="0" y="297"/>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grpSp>
          <p:sp>
            <p:nvSpPr>
              <p:cNvPr id="33835" name="Oval 115">
                <a:extLst>
                  <a:ext uri="{FF2B5EF4-FFF2-40B4-BE49-F238E27FC236}">
                    <a16:creationId xmlns:a16="http://schemas.microsoft.com/office/drawing/2014/main" id="{D90F6595-C783-7247-AEDB-C1EBF77727DB}"/>
                  </a:ext>
                </a:extLst>
              </p:cNvPr>
              <p:cNvSpPr>
                <a:spLocks noChangeArrowheads="1"/>
              </p:cNvSpPr>
              <p:nvPr/>
            </p:nvSpPr>
            <p:spPr bwMode="auto">
              <a:xfrm>
                <a:off x="2229" y="1273"/>
                <a:ext cx="1154" cy="1105"/>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nvGrpSpPr>
              <p:cNvPr id="33836" name="Group 116">
                <a:extLst>
                  <a:ext uri="{FF2B5EF4-FFF2-40B4-BE49-F238E27FC236}">
                    <a16:creationId xmlns:a16="http://schemas.microsoft.com/office/drawing/2014/main" id="{8E93462A-20A6-F740-A7F9-8D42C9A0179E}"/>
                  </a:ext>
                </a:extLst>
              </p:cNvPr>
              <p:cNvGrpSpPr>
                <a:grpSpLocks/>
              </p:cNvGrpSpPr>
              <p:nvPr/>
            </p:nvGrpSpPr>
            <p:grpSpPr bwMode="auto">
              <a:xfrm>
                <a:off x="2181" y="1183"/>
                <a:ext cx="1154" cy="1105"/>
                <a:chOff x="2181" y="1183"/>
                <a:chExt cx="1154" cy="1105"/>
              </a:xfrm>
            </p:grpSpPr>
            <p:sp>
              <p:nvSpPr>
                <p:cNvPr id="33837" name="Oval 117">
                  <a:extLst>
                    <a:ext uri="{FF2B5EF4-FFF2-40B4-BE49-F238E27FC236}">
                      <a16:creationId xmlns:a16="http://schemas.microsoft.com/office/drawing/2014/main" id="{C1A9C34D-2751-0749-BEE7-0613CD2F97A4}"/>
                    </a:ext>
                  </a:extLst>
                </p:cNvPr>
                <p:cNvSpPr>
                  <a:spLocks noChangeArrowheads="1"/>
                </p:cNvSpPr>
                <p:nvPr/>
              </p:nvSpPr>
              <p:spPr bwMode="auto">
                <a:xfrm>
                  <a:off x="2194" y="1198"/>
                  <a:ext cx="1127" cy="1078"/>
                </a:xfrm>
                <a:prstGeom prst="ellipse">
                  <a:avLst/>
                </a:prstGeom>
                <a:noFill/>
                <a:ln w="63500">
                  <a:solidFill>
                    <a:srgbClr val="9F9F9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33838" name="Oval 118">
                  <a:extLst>
                    <a:ext uri="{FF2B5EF4-FFF2-40B4-BE49-F238E27FC236}">
                      <a16:creationId xmlns:a16="http://schemas.microsoft.com/office/drawing/2014/main" id="{9A92A820-78DF-E84D-8A58-1C6F899FB52E}"/>
                    </a:ext>
                  </a:extLst>
                </p:cNvPr>
                <p:cNvSpPr>
                  <a:spLocks noChangeArrowheads="1"/>
                </p:cNvSpPr>
                <p:nvPr/>
              </p:nvSpPr>
              <p:spPr bwMode="auto">
                <a:xfrm>
                  <a:off x="2181" y="1183"/>
                  <a:ext cx="1154" cy="1105"/>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33839" name="Oval 119">
                  <a:extLst>
                    <a:ext uri="{FF2B5EF4-FFF2-40B4-BE49-F238E27FC236}">
                      <a16:creationId xmlns:a16="http://schemas.microsoft.com/office/drawing/2014/main" id="{763EBE70-CAB2-2B48-ABFD-588A85CC6D65}"/>
                    </a:ext>
                  </a:extLst>
                </p:cNvPr>
                <p:cNvSpPr>
                  <a:spLocks noChangeArrowheads="1"/>
                </p:cNvSpPr>
                <p:nvPr/>
              </p:nvSpPr>
              <p:spPr bwMode="auto">
                <a:xfrm>
                  <a:off x="2213" y="1213"/>
                  <a:ext cx="1090" cy="1046"/>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grpSp>
        <p:grpSp>
          <p:nvGrpSpPr>
            <p:cNvPr id="33798" name="Group 120">
              <a:extLst>
                <a:ext uri="{FF2B5EF4-FFF2-40B4-BE49-F238E27FC236}">
                  <a16:creationId xmlns:a16="http://schemas.microsoft.com/office/drawing/2014/main" id="{68AB0083-5F83-B44C-938D-B43414198929}"/>
                </a:ext>
              </a:extLst>
            </p:cNvPr>
            <p:cNvGrpSpPr>
              <a:grpSpLocks/>
            </p:cNvGrpSpPr>
            <p:nvPr/>
          </p:nvGrpSpPr>
          <p:grpSpPr bwMode="auto">
            <a:xfrm>
              <a:off x="3008" y="2225"/>
              <a:ext cx="592" cy="924"/>
              <a:chOff x="3008" y="2225"/>
              <a:chExt cx="592" cy="924"/>
            </a:xfrm>
          </p:grpSpPr>
          <p:sp>
            <p:nvSpPr>
              <p:cNvPr id="33799" name="Freeform 121">
                <a:extLst>
                  <a:ext uri="{FF2B5EF4-FFF2-40B4-BE49-F238E27FC236}">
                    <a16:creationId xmlns:a16="http://schemas.microsoft.com/office/drawing/2014/main" id="{C635AFF3-71F6-5044-AE66-D439586D0441}"/>
                  </a:ext>
                </a:extLst>
              </p:cNvPr>
              <p:cNvSpPr>
                <a:spLocks/>
              </p:cNvSpPr>
              <p:nvPr/>
            </p:nvSpPr>
            <p:spPr bwMode="auto">
              <a:xfrm>
                <a:off x="3013" y="2272"/>
                <a:ext cx="564" cy="808"/>
              </a:xfrm>
              <a:custGeom>
                <a:avLst/>
                <a:gdLst>
                  <a:gd name="T0" fmla="*/ 0 w 564"/>
                  <a:gd name="T1" fmla="*/ 60 h 808"/>
                  <a:gd name="T2" fmla="*/ 400 w 564"/>
                  <a:gd name="T3" fmla="*/ 808 h 808"/>
                  <a:gd name="T4" fmla="*/ 564 w 564"/>
                  <a:gd name="T5" fmla="*/ 725 h 808"/>
                  <a:gd name="T6" fmla="*/ 162 w 564"/>
                  <a:gd name="T7" fmla="*/ 0 h 808"/>
                  <a:gd name="T8" fmla="*/ 0 w 564"/>
                  <a:gd name="T9" fmla="*/ 60 h 808"/>
                  <a:gd name="T10" fmla="*/ 0 60000 65536"/>
                  <a:gd name="T11" fmla="*/ 0 60000 65536"/>
                  <a:gd name="T12" fmla="*/ 0 60000 65536"/>
                  <a:gd name="T13" fmla="*/ 0 60000 65536"/>
                  <a:gd name="T14" fmla="*/ 0 60000 65536"/>
                  <a:gd name="T15" fmla="*/ 0 w 564"/>
                  <a:gd name="T16" fmla="*/ 0 h 808"/>
                  <a:gd name="T17" fmla="*/ 564 w 564"/>
                  <a:gd name="T18" fmla="*/ 808 h 808"/>
                </a:gdLst>
                <a:ahLst/>
                <a:cxnLst>
                  <a:cxn ang="T10">
                    <a:pos x="T0" y="T1"/>
                  </a:cxn>
                  <a:cxn ang="T11">
                    <a:pos x="T2" y="T3"/>
                  </a:cxn>
                  <a:cxn ang="T12">
                    <a:pos x="T4" y="T5"/>
                  </a:cxn>
                  <a:cxn ang="T13">
                    <a:pos x="T6" y="T7"/>
                  </a:cxn>
                  <a:cxn ang="T14">
                    <a:pos x="T8" y="T9"/>
                  </a:cxn>
                </a:cxnLst>
                <a:rect l="T15" t="T16" r="T17" b="T18"/>
                <a:pathLst>
                  <a:path w="564" h="808">
                    <a:moveTo>
                      <a:pt x="0" y="60"/>
                    </a:moveTo>
                    <a:lnTo>
                      <a:pt x="400" y="808"/>
                    </a:lnTo>
                    <a:lnTo>
                      <a:pt x="564" y="725"/>
                    </a:lnTo>
                    <a:lnTo>
                      <a:pt x="162" y="0"/>
                    </a:lnTo>
                    <a:lnTo>
                      <a:pt x="0" y="60"/>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3800" name="Arc 122">
                <a:extLst>
                  <a:ext uri="{FF2B5EF4-FFF2-40B4-BE49-F238E27FC236}">
                    <a16:creationId xmlns:a16="http://schemas.microsoft.com/office/drawing/2014/main" id="{F470281B-DA1E-3D45-8E2C-64D22BFE8AE7}"/>
                  </a:ext>
                </a:extLst>
              </p:cNvPr>
              <p:cNvSpPr>
                <a:spLocks/>
              </p:cNvSpPr>
              <p:nvPr/>
            </p:nvSpPr>
            <p:spPr bwMode="auto">
              <a:xfrm>
                <a:off x="3010" y="2225"/>
                <a:ext cx="170" cy="105"/>
              </a:xfrm>
              <a:custGeom>
                <a:avLst/>
                <a:gdLst>
                  <a:gd name="T0" fmla="*/ 0 w 42152"/>
                  <a:gd name="T1" fmla="*/ 0 h 27693"/>
                  <a:gd name="T2" fmla="*/ 0 w 42152"/>
                  <a:gd name="T3" fmla="*/ 0 h 27693"/>
                  <a:gd name="T4" fmla="*/ 0 w 42152"/>
                  <a:gd name="T5" fmla="*/ 0 h 27693"/>
                  <a:gd name="T6" fmla="*/ 0 60000 65536"/>
                  <a:gd name="T7" fmla="*/ 0 60000 65536"/>
                  <a:gd name="T8" fmla="*/ 0 60000 65536"/>
                  <a:gd name="T9" fmla="*/ 0 w 42152"/>
                  <a:gd name="T10" fmla="*/ 0 h 27693"/>
                  <a:gd name="T11" fmla="*/ 42152 w 42152"/>
                  <a:gd name="T12" fmla="*/ 27693 h 27693"/>
                </a:gdLst>
                <a:ahLst/>
                <a:cxnLst>
                  <a:cxn ang="T6">
                    <a:pos x="T0" y="T1"/>
                  </a:cxn>
                  <a:cxn ang="T7">
                    <a:pos x="T2" y="T3"/>
                  </a:cxn>
                  <a:cxn ang="T8">
                    <a:pos x="T4" y="T5"/>
                  </a:cxn>
                </a:cxnLst>
                <a:rect l="T9" t="T10" r="T11" b="T12"/>
                <a:pathLst>
                  <a:path w="42152" h="27693" fill="none" extrusionOk="0">
                    <a:moveTo>
                      <a:pt x="877" y="27692"/>
                    </a:moveTo>
                    <a:cubicBezTo>
                      <a:pt x="295" y="25714"/>
                      <a:pt x="0" y="23662"/>
                      <a:pt x="0" y="21600"/>
                    </a:cubicBezTo>
                    <a:cubicBezTo>
                      <a:pt x="0" y="9670"/>
                      <a:pt x="9670" y="0"/>
                      <a:pt x="21600" y="0"/>
                    </a:cubicBezTo>
                    <a:cubicBezTo>
                      <a:pt x="30968" y="-1"/>
                      <a:pt x="39268" y="6038"/>
                      <a:pt x="42151" y="14952"/>
                    </a:cubicBezTo>
                  </a:path>
                  <a:path w="42152" h="27693" stroke="0" extrusionOk="0">
                    <a:moveTo>
                      <a:pt x="877" y="27692"/>
                    </a:moveTo>
                    <a:cubicBezTo>
                      <a:pt x="295" y="25714"/>
                      <a:pt x="0" y="23662"/>
                      <a:pt x="0" y="21600"/>
                    </a:cubicBezTo>
                    <a:cubicBezTo>
                      <a:pt x="0" y="9670"/>
                      <a:pt x="9670" y="0"/>
                      <a:pt x="21600" y="0"/>
                    </a:cubicBezTo>
                    <a:cubicBezTo>
                      <a:pt x="30968" y="-1"/>
                      <a:pt x="39268" y="6038"/>
                      <a:pt x="42151" y="14952"/>
                    </a:cubicBezTo>
                    <a:lnTo>
                      <a:pt x="21600" y="21600"/>
                    </a:lnTo>
                    <a:lnTo>
                      <a:pt x="877" y="27692"/>
                    </a:lnTo>
                    <a:close/>
                  </a:path>
                </a:pathLst>
              </a:custGeom>
              <a:solidFill>
                <a:srgbClr val="5F3F1F"/>
              </a:solidFill>
              <a:ln w="12700">
                <a:solidFill>
                  <a:srgbClr val="000000"/>
                </a:solidFill>
                <a:round/>
                <a:headEnd/>
                <a:tailEnd/>
              </a:ln>
            </p:spPr>
            <p:txBody>
              <a:bodyPr/>
              <a:lstStyle/>
              <a:p>
                <a:endParaRPr lang="pt-BR"/>
              </a:p>
            </p:txBody>
          </p:sp>
          <p:sp>
            <p:nvSpPr>
              <p:cNvPr id="33801" name="Arc 123">
                <a:extLst>
                  <a:ext uri="{FF2B5EF4-FFF2-40B4-BE49-F238E27FC236}">
                    <a16:creationId xmlns:a16="http://schemas.microsoft.com/office/drawing/2014/main" id="{E7C8E967-3625-2448-AA40-959B86A6D59C}"/>
                  </a:ext>
                </a:extLst>
              </p:cNvPr>
              <p:cNvSpPr>
                <a:spLocks/>
              </p:cNvSpPr>
              <p:nvPr/>
            </p:nvSpPr>
            <p:spPr bwMode="auto">
              <a:xfrm>
                <a:off x="3014" y="2236"/>
                <a:ext cx="172" cy="100"/>
              </a:xfrm>
              <a:custGeom>
                <a:avLst/>
                <a:gdLst>
                  <a:gd name="T0" fmla="*/ 0 w 42065"/>
                  <a:gd name="T1" fmla="*/ 0 h 24039"/>
                  <a:gd name="T2" fmla="*/ 0 w 42065"/>
                  <a:gd name="T3" fmla="*/ 0 h 24039"/>
                  <a:gd name="T4" fmla="*/ 0 w 42065"/>
                  <a:gd name="T5" fmla="*/ 0 h 24039"/>
                  <a:gd name="T6" fmla="*/ 0 60000 65536"/>
                  <a:gd name="T7" fmla="*/ 0 60000 65536"/>
                  <a:gd name="T8" fmla="*/ 0 60000 65536"/>
                  <a:gd name="T9" fmla="*/ 0 w 42065"/>
                  <a:gd name="T10" fmla="*/ 0 h 24039"/>
                  <a:gd name="T11" fmla="*/ 42065 w 42065"/>
                  <a:gd name="T12" fmla="*/ 24039 h 24039"/>
                </a:gdLst>
                <a:ahLst/>
                <a:cxnLst>
                  <a:cxn ang="T6">
                    <a:pos x="T0" y="T1"/>
                  </a:cxn>
                  <a:cxn ang="T7">
                    <a:pos x="T2" y="T3"/>
                  </a:cxn>
                  <a:cxn ang="T8">
                    <a:pos x="T4" y="T5"/>
                  </a:cxn>
                </a:cxnLst>
                <a:rect l="T9" t="T10" r="T11" b="T12"/>
                <a:pathLst>
                  <a:path w="42065" h="24039" fill="none" extrusionOk="0">
                    <a:moveTo>
                      <a:pt x="138" y="24038"/>
                    </a:moveTo>
                    <a:cubicBezTo>
                      <a:pt x="46" y="23229"/>
                      <a:pt x="0" y="22414"/>
                      <a:pt x="0" y="21600"/>
                    </a:cubicBezTo>
                    <a:cubicBezTo>
                      <a:pt x="0" y="9670"/>
                      <a:pt x="9670" y="0"/>
                      <a:pt x="21600" y="0"/>
                    </a:cubicBezTo>
                    <a:cubicBezTo>
                      <a:pt x="30866" y="-1"/>
                      <a:pt x="39100" y="5910"/>
                      <a:pt x="42064" y="14690"/>
                    </a:cubicBezTo>
                  </a:path>
                  <a:path w="42065" h="24039" stroke="0" extrusionOk="0">
                    <a:moveTo>
                      <a:pt x="138" y="24038"/>
                    </a:moveTo>
                    <a:cubicBezTo>
                      <a:pt x="46" y="23229"/>
                      <a:pt x="0" y="22414"/>
                      <a:pt x="0" y="21600"/>
                    </a:cubicBezTo>
                    <a:cubicBezTo>
                      <a:pt x="0" y="9670"/>
                      <a:pt x="9670" y="0"/>
                      <a:pt x="21600" y="0"/>
                    </a:cubicBezTo>
                    <a:cubicBezTo>
                      <a:pt x="30866" y="-1"/>
                      <a:pt x="39100" y="5910"/>
                      <a:pt x="42064" y="14690"/>
                    </a:cubicBezTo>
                    <a:lnTo>
                      <a:pt x="21600" y="21600"/>
                    </a:lnTo>
                    <a:lnTo>
                      <a:pt x="138" y="24038"/>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3802" name="Freeform 124">
                <a:extLst>
                  <a:ext uri="{FF2B5EF4-FFF2-40B4-BE49-F238E27FC236}">
                    <a16:creationId xmlns:a16="http://schemas.microsoft.com/office/drawing/2014/main" id="{9CF08C6C-0CC2-E543-AE25-84C3FF6BC722}"/>
                  </a:ext>
                </a:extLst>
              </p:cNvPr>
              <p:cNvSpPr>
                <a:spLocks/>
              </p:cNvSpPr>
              <p:nvPr/>
            </p:nvSpPr>
            <p:spPr bwMode="auto">
              <a:xfrm>
                <a:off x="3008" y="2237"/>
                <a:ext cx="107" cy="207"/>
              </a:xfrm>
              <a:custGeom>
                <a:avLst/>
                <a:gdLst>
                  <a:gd name="T0" fmla="*/ 3 w 107"/>
                  <a:gd name="T1" fmla="*/ 96 h 207"/>
                  <a:gd name="T2" fmla="*/ 0 w 107"/>
                  <a:gd name="T3" fmla="*/ 82 h 207"/>
                  <a:gd name="T4" fmla="*/ 0 w 107"/>
                  <a:gd name="T5" fmla="*/ 69 h 207"/>
                  <a:gd name="T6" fmla="*/ 2 w 107"/>
                  <a:gd name="T7" fmla="*/ 58 h 207"/>
                  <a:gd name="T8" fmla="*/ 6 w 107"/>
                  <a:gd name="T9" fmla="*/ 42 h 207"/>
                  <a:gd name="T10" fmla="*/ 12 w 107"/>
                  <a:gd name="T11" fmla="*/ 29 h 207"/>
                  <a:gd name="T12" fmla="*/ 21 w 107"/>
                  <a:gd name="T13" fmla="*/ 17 h 207"/>
                  <a:gd name="T14" fmla="*/ 31 w 107"/>
                  <a:gd name="T15" fmla="*/ 7 h 207"/>
                  <a:gd name="T16" fmla="*/ 41 w 107"/>
                  <a:gd name="T17" fmla="*/ 0 h 207"/>
                  <a:gd name="T18" fmla="*/ 107 w 107"/>
                  <a:gd name="T19" fmla="*/ 112 h 207"/>
                  <a:gd name="T20" fmla="*/ 95 w 107"/>
                  <a:gd name="T21" fmla="*/ 119 h 207"/>
                  <a:gd name="T22" fmla="*/ 87 w 107"/>
                  <a:gd name="T23" fmla="*/ 127 h 207"/>
                  <a:gd name="T24" fmla="*/ 79 w 107"/>
                  <a:gd name="T25" fmla="*/ 135 h 207"/>
                  <a:gd name="T26" fmla="*/ 73 w 107"/>
                  <a:gd name="T27" fmla="*/ 145 h 207"/>
                  <a:gd name="T28" fmla="*/ 66 w 107"/>
                  <a:gd name="T29" fmla="*/ 163 h 207"/>
                  <a:gd name="T30" fmla="*/ 62 w 107"/>
                  <a:gd name="T31" fmla="*/ 187 h 207"/>
                  <a:gd name="T32" fmla="*/ 62 w 107"/>
                  <a:gd name="T33" fmla="*/ 207 h 207"/>
                  <a:gd name="T34" fmla="*/ 3 w 107"/>
                  <a:gd name="T35" fmla="*/ 96 h 20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7"/>
                  <a:gd name="T55" fmla="*/ 0 h 207"/>
                  <a:gd name="T56" fmla="*/ 107 w 107"/>
                  <a:gd name="T57" fmla="*/ 207 h 20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7" h="207">
                    <a:moveTo>
                      <a:pt x="3" y="96"/>
                    </a:moveTo>
                    <a:lnTo>
                      <a:pt x="0" y="82"/>
                    </a:lnTo>
                    <a:lnTo>
                      <a:pt x="0" y="69"/>
                    </a:lnTo>
                    <a:lnTo>
                      <a:pt x="2" y="58"/>
                    </a:lnTo>
                    <a:lnTo>
                      <a:pt x="6" y="42"/>
                    </a:lnTo>
                    <a:lnTo>
                      <a:pt x="12" y="29"/>
                    </a:lnTo>
                    <a:lnTo>
                      <a:pt x="21" y="17"/>
                    </a:lnTo>
                    <a:lnTo>
                      <a:pt x="31" y="7"/>
                    </a:lnTo>
                    <a:lnTo>
                      <a:pt x="41" y="0"/>
                    </a:lnTo>
                    <a:lnTo>
                      <a:pt x="107" y="112"/>
                    </a:lnTo>
                    <a:lnTo>
                      <a:pt x="95" y="119"/>
                    </a:lnTo>
                    <a:lnTo>
                      <a:pt x="87" y="127"/>
                    </a:lnTo>
                    <a:lnTo>
                      <a:pt x="79" y="135"/>
                    </a:lnTo>
                    <a:lnTo>
                      <a:pt x="73" y="145"/>
                    </a:lnTo>
                    <a:lnTo>
                      <a:pt x="66" y="163"/>
                    </a:lnTo>
                    <a:lnTo>
                      <a:pt x="62" y="187"/>
                    </a:lnTo>
                    <a:lnTo>
                      <a:pt x="62" y="207"/>
                    </a:lnTo>
                    <a:lnTo>
                      <a:pt x="3" y="96"/>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3803" name="Arc 125">
                <a:extLst>
                  <a:ext uri="{FF2B5EF4-FFF2-40B4-BE49-F238E27FC236}">
                    <a16:creationId xmlns:a16="http://schemas.microsoft.com/office/drawing/2014/main" id="{20444A4A-B748-3D44-93E3-632E06D4212B}"/>
                  </a:ext>
                </a:extLst>
              </p:cNvPr>
              <p:cNvSpPr>
                <a:spLocks/>
              </p:cNvSpPr>
              <p:nvPr/>
            </p:nvSpPr>
            <p:spPr bwMode="auto">
              <a:xfrm>
                <a:off x="3009" y="2229"/>
                <a:ext cx="87" cy="99"/>
              </a:xfrm>
              <a:custGeom>
                <a:avLst/>
                <a:gdLst>
                  <a:gd name="T0" fmla="*/ 0 w 21600"/>
                  <a:gd name="T1" fmla="*/ 0 h 26092"/>
                  <a:gd name="T2" fmla="*/ 0 w 21600"/>
                  <a:gd name="T3" fmla="*/ 0 h 26092"/>
                  <a:gd name="T4" fmla="*/ 0 w 21600"/>
                  <a:gd name="T5" fmla="*/ 0 h 26092"/>
                  <a:gd name="T6" fmla="*/ 0 60000 65536"/>
                  <a:gd name="T7" fmla="*/ 0 60000 65536"/>
                  <a:gd name="T8" fmla="*/ 0 60000 65536"/>
                  <a:gd name="T9" fmla="*/ 0 w 21600"/>
                  <a:gd name="T10" fmla="*/ 0 h 26092"/>
                  <a:gd name="T11" fmla="*/ 21600 w 21600"/>
                  <a:gd name="T12" fmla="*/ 26092 h 26092"/>
                </a:gdLst>
                <a:ahLst/>
                <a:cxnLst>
                  <a:cxn ang="T6">
                    <a:pos x="T0" y="T1"/>
                  </a:cxn>
                  <a:cxn ang="T7">
                    <a:pos x="T2" y="T3"/>
                  </a:cxn>
                  <a:cxn ang="T8">
                    <a:pos x="T4" y="T5"/>
                  </a:cxn>
                </a:cxnLst>
                <a:rect l="T9" t="T10" r="T11" b="T12"/>
                <a:pathLst>
                  <a:path w="21600" h="26092" fill="none" extrusionOk="0">
                    <a:moveTo>
                      <a:pt x="806" y="26092"/>
                    </a:moveTo>
                    <a:cubicBezTo>
                      <a:pt x="271" y="24188"/>
                      <a:pt x="0" y="22221"/>
                      <a:pt x="0" y="20244"/>
                    </a:cubicBezTo>
                    <a:cubicBezTo>
                      <a:pt x="-1" y="11219"/>
                      <a:pt x="5610" y="3146"/>
                      <a:pt x="14067" y="-1"/>
                    </a:cubicBezTo>
                  </a:path>
                  <a:path w="21600" h="26092" stroke="0" extrusionOk="0">
                    <a:moveTo>
                      <a:pt x="806" y="26092"/>
                    </a:moveTo>
                    <a:cubicBezTo>
                      <a:pt x="271" y="24188"/>
                      <a:pt x="0" y="22221"/>
                      <a:pt x="0" y="20244"/>
                    </a:cubicBezTo>
                    <a:cubicBezTo>
                      <a:pt x="-1" y="11219"/>
                      <a:pt x="5610" y="3146"/>
                      <a:pt x="14067" y="-1"/>
                    </a:cubicBezTo>
                    <a:lnTo>
                      <a:pt x="21600" y="20244"/>
                    </a:lnTo>
                    <a:lnTo>
                      <a:pt x="806" y="26092"/>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33804" name="Arc 126">
                <a:extLst>
                  <a:ext uri="{FF2B5EF4-FFF2-40B4-BE49-F238E27FC236}">
                    <a16:creationId xmlns:a16="http://schemas.microsoft.com/office/drawing/2014/main" id="{83E66297-DE47-6346-99DA-15B203C4CA70}"/>
                  </a:ext>
                </a:extLst>
              </p:cNvPr>
              <p:cNvSpPr>
                <a:spLocks/>
              </p:cNvSpPr>
              <p:nvPr/>
            </p:nvSpPr>
            <p:spPr bwMode="auto">
              <a:xfrm>
                <a:off x="3072" y="2338"/>
                <a:ext cx="171" cy="103"/>
              </a:xfrm>
              <a:custGeom>
                <a:avLst/>
                <a:gdLst>
                  <a:gd name="T0" fmla="*/ 0 w 42293"/>
                  <a:gd name="T1" fmla="*/ 0 h 27167"/>
                  <a:gd name="T2" fmla="*/ 0 w 42293"/>
                  <a:gd name="T3" fmla="*/ 0 h 27167"/>
                  <a:gd name="T4" fmla="*/ 0 w 42293"/>
                  <a:gd name="T5" fmla="*/ 0 h 27167"/>
                  <a:gd name="T6" fmla="*/ 0 60000 65536"/>
                  <a:gd name="T7" fmla="*/ 0 60000 65536"/>
                  <a:gd name="T8" fmla="*/ 0 60000 65536"/>
                  <a:gd name="T9" fmla="*/ 0 w 42293"/>
                  <a:gd name="T10" fmla="*/ 0 h 27167"/>
                  <a:gd name="T11" fmla="*/ 42293 w 42293"/>
                  <a:gd name="T12" fmla="*/ 27167 h 27167"/>
                </a:gdLst>
                <a:ahLst/>
                <a:cxnLst>
                  <a:cxn ang="T6">
                    <a:pos x="T0" y="T1"/>
                  </a:cxn>
                  <a:cxn ang="T7">
                    <a:pos x="T2" y="T3"/>
                  </a:cxn>
                  <a:cxn ang="T8">
                    <a:pos x="T4" y="T5"/>
                  </a:cxn>
                </a:cxnLst>
                <a:rect l="T9" t="T10" r="T11" b="T12"/>
                <a:pathLst>
                  <a:path w="42293" h="27167" fill="none" extrusionOk="0">
                    <a:moveTo>
                      <a:pt x="729" y="27167"/>
                    </a:moveTo>
                    <a:cubicBezTo>
                      <a:pt x="245" y="25351"/>
                      <a:pt x="0" y="23479"/>
                      <a:pt x="0" y="21600"/>
                    </a:cubicBezTo>
                    <a:cubicBezTo>
                      <a:pt x="0" y="9670"/>
                      <a:pt x="9670" y="0"/>
                      <a:pt x="21600" y="0"/>
                    </a:cubicBezTo>
                    <a:cubicBezTo>
                      <a:pt x="31144" y="-1"/>
                      <a:pt x="39556" y="6263"/>
                      <a:pt x="42293" y="15406"/>
                    </a:cubicBezTo>
                  </a:path>
                  <a:path w="42293" h="27167" stroke="0" extrusionOk="0">
                    <a:moveTo>
                      <a:pt x="729" y="27167"/>
                    </a:moveTo>
                    <a:cubicBezTo>
                      <a:pt x="245" y="25351"/>
                      <a:pt x="0" y="23479"/>
                      <a:pt x="0" y="21600"/>
                    </a:cubicBezTo>
                    <a:cubicBezTo>
                      <a:pt x="0" y="9670"/>
                      <a:pt x="9670" y="0"/>
                      <a:pt x="21600" y="0"/>
                    </a:cubicBezTo>
                    <a:cubicBezTo>
                      <a:pt x="31144" y="-1"/>
                      <a:pt x="39556" y="6263"/>
                      <a:pt x="42293" y="15406"/>
                    </a:cubicBezTo>
                    <a:lnTo>
                      <a:pt x="21600" y="21600"/>
                    </a:lnTo>
                    <a:lnTo>
                      <a:pt x="729" y="27167"/>
                    </a:lnTo>
                    <a:close/>
                  </a:path>
                </a:pathLst>
              </a:custGeom>
              <a:solidFill>
                <a:srgbClr val="7F3F00"/>
              </a:solidFill>
              <a:ln w="12700">
                <a:solidFill>
                  <a:srgbClr val="000000"/>
                </a:solidFill>
                <a:round/>
                <a:headEnd/>
                <a:tailEnd/>
              </a:ln>
            </p:spPr>
            <p:txBody>
              <a:bodyPr/>
              <a:lstStyle/>
              <a:p>
                <a:endParaRPr lang="pt-BR"/>
              </a:p>
            </p:txBody>
          </p:sp>
          <p:grpSp>
            <p:nvGrpSpPr>
              <p:cNvPr id="33805" name="Group 127">
                <a:extLst>
                  <a:ext uri="{FF2B5EF4-FFF2-40B4-BE49-F238E27FC236}">
                    <a16:creationId xmlns:a16="http://schemas.microsoft.com/office/drawing/2014/main" id="{F3FD4548-5F4A-9A4A-83D1-E77CF2D81DF4}"/>
                  </a:ext>
                </a:extLst>
              </p:cNvPr>
              <p:cNvGrpSpPr>
                <a:grpSpLocks/>
              </p:cNvGrpSpPr>
              <p:nvPr/>
            </p:nvGrpSpPr>
            <p:grpSpPr bwMode="auto">
              <a:xfrm>
                <a:off x="3078" y="2354"/>
                <a:ext cx="182" cy="119"/>
                <a:chOff x="3078" y="2354"/>
                <a:chExt cx="182" cy="119"/>
              </a:xfrm>
            </p:grpSpPr>
            <p:grpSp>
              <p:nvGrpSpPr>
                <p:cNvPr id="33829" name="Group 128">
                  <a:extLst>
                    <a:ext uri="{FF2B5EF4-FFF2-40B4-BE49-F238E27FC236}">
                      <a16:creationId xmlns:a16="http://schemas.microsoft.com/office/drawing/2014/main" id="{FEC5FD0D-E484-4D4B-815A-564DC81167D9}"/>
                    </a:ext>
                  </a:extLst>
                </p:cNvPr>
                <p:cNvGrpSpPr>
                  <a:grpSpLocks/>
                </p:cNvGrpSpPr>
                <p:nvPr/>
              </p:nvGrpSpPr>
              <p:grpSpPr bwMode="auto">
                <a:xfrm>
                  <a:off x="3078" y="2354"/>
                  <a:ext cx="173" cy="101"/>
                  <a:chOff x="3078" y="2354"/>
                  <a:chExt cx="173" cy="101"/>
                </a:xfrm>
              </p:grpSpPr>
              <p:sp>
                <p:nvSpPr>
                  <p:cNvPr id="33831" name="Arc 129">
                    <a:extLst>
                      <a:ext uri="{FF2B5EF4-FFF2-40B4-BE49-F238E27FC236}">
                        <a16:creationId xmlns:a16="http://schemas.microsoft.com/office/drawing/2014/main" id="{309F5C30-ED3C-2E45-89E4-82AF9F95AEBE}"/>
                      </a:ext>
                    </a:extLst>
                  </p:cNvPr>
                  <p:cNvSpPr>
                    <a:spLocks/>
                  </p:cNvSpPr>
                  <p:nvPr/>
                </p:nvSpPr>
                <p:spPr bwMode="auto">
                  <a:xfrm>
                    <a:off x="3078" y="2354"/>
                    <a:ext cx="172" cy="100"/>
                  </a:xfrm>
                  <a:custGeom>
                    <a:avLst/>
                    <a:gdLst>
                      <a:gd name="T0" fmla="*/ 0 w 42520"/>
                      <a:gd name="T1" fmla="*/ 0 h 26361"/>
                      <a:gd name="T2" fmla="*/ 0 w 42520"/>
                      <a:gd name="T3" fmla="*/ 0 h 26361"/>
                      <a:gd name="T4" fmla="*/ 0 w 42520"/>
                      <a:gd name="T5" fmla="*/ 0 h 26361"/>
                      <a:gd name="T6" fmla="*/ 0 60000 65536"/>
                      <a:gd name="T7" fmla="*/ 0 60000 65536"/>
                      <a:gd name="T8" fmla="*/ 0 60000 65536"/>
                      <a:gd name="T9" fmla="*/ 0 w 42520"/>
                      <a:gd name="T10" fmla="*/ 0 h 26361"/>
                      <a:gd name="T11" fmla="*/ 42520 w 42520"/>
                      <a:gd name="T12" fmla="*/ 26361 h 26361"/>
                    </a:gdLst>
                    <a:ahLst/>
                    <a:cxnLst>
                      <a:cxn ang="T6">
                        <a:pos x="T0" y="T1"/>
                      </a:cxn>
                      <a:cxn ang="T7">
                        <a:pos x="T2" y="T3"/>
                      </a:cxn>
                      <a:cxn ang="T8">
                        <a:pos x="T4" y="T5"/>
                      </a:cxn>
                    </a:cxnLst>
                    <a:rect l="T9" t="T10" r="T11" b="T12"/>
                    <a:pathLst>
                      <a:path w="42520" h="26361" fill="none" extrusionOk="0">
                        <a:moveTo>
                          <a:pt x="531" y="26360"/>
                        </a:moveTo>
                        <a:cubicBezTo>
                          <a:pt x="178" y="24798"/>
                          <a:pt x="0" y="23201"/>
                          <a:pt x="0" y="21600"/>
                        </a:cubicBezTo>
                        <a:cubicBezTo>
                          <a:pt x="0" y="9670"/>
                          <a:pt x="9670" y="0"/>
                          <a:pt x="21600" y="0"/>
                        </a:cubicBezTo>
                        <a:cubicBezTo>
                          <a:pt x="31457" y="-1"/>
                          <a:pt x="40064" y="6673"/>
                          <a:pt x="42519" y="16221"/>
                        </a:cubicBezTo>
                      </a:path>
                      <a:path w="42520" h="26361" stroke="0" extrusionOk="0">
                        <a:moveTo>
                          <a:pt x="531" y="26360"/>
                        </a:moveTo>
                        <a:cubicBezTo>
                          <a:pt x="178" y="24798"/>
                          <a:pt x="0" y="23201"/>
                          <a:pt x="0" y="21600"/>
                        </a:cubicBezTo>
                        <a:cubicBezTo>
                          <a:pt x="0" y="9670"/>
                          <a:pt x="9670" y="0"/>
                          <a:pt x="21600" y="0"/>
                        </a:cubicBezTo>
                        <a:cubicBezTo>
                          <a:pt x="31457" y="-1"/>
                          <a:pt x="40064" y="6673"/>
                          <a:pt x="42519" y="16221"/>
                        </a:cubicBezTo>
                        <a:lnTo>
                          <a:pt x="21600" y="21600"/>
                        </a:lnTo>
                        <a:lnTo>
                          <a:pt x="531" y="26360"/>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3832" name="Arc 130">
                    <a:extLst>
                      <a:ext uri="{FF2B5EF4-FFF2-40B4-BE49-F238E27FC236}">
                        <a16:creationId xmlns:a16="http://schemas.microsoft.com/office/drawing/2014/main" id="{F4A85B52-2CC3-5341-81F5-C0EA2A8F8A5B}"/>
                      </a:ext>
                    </a:extLst>
                  </p:cNvPr>
                  <p:cNvSpPr>
                    <a:spLocks/>
                  </p:cNvSpPr>
                  <p:nvPr/>
                </p:nvSpPr>
                <p:spPr bwMode="auto">
                  <a:xfrm>
                    <a:off x="3078" y="2364"/>
                    <a:ext cx="88" cy="90"/>
                  </a:xfrm>
                  <a:custGeom>
                    <a:avLst/>
                    <a:gdLst>
                      <a:gd name="T0" fmla="*/ 0 w 21600"/>
                      <a:gd name="T1" fmla="*/ 0 h 23652"/>
                      <a:gd name="T2" fmla="*/ 0 w 21600"/>
                      <a:gd name="T3" fmla="*/ 0 h 23652"/>
                      <a:gd name="T4" fmla="*/ 0 w 21600"/>
                      <a:gd name="T5" fmla="*/ 0 h 23652"/>
                      <a:gd name="T6" fmla="*/ 0 60000 65536"/>
                      <a:gd name="T7" fmla="*/ 0 60000 65536"/>
                      <a:gd name="T8" fmla="*/ 0 60000 65536"/>
                      <a:gd name="T9" fmla="*/ 0 w 21600"/>
                      <a:gd name="T10" fmla="*/ 0 h 23652"/>
                      <a:gd name="T11" fmla="*/ 21600 w 21600"/>
                      <a:gd name="T12" fmla="*/ 23652 h 23652"/>
                    </a:gdLst>
                    <a:ahLst/>
                    <a:cxnLst>
                      <a:cxn ang="T6">
                        <a:pos x="T0" y="T1"/>
                      </a:cxn>
                      <a:cxn ang="T7">
                        <a:pos x="T2" y="T3"/>
                      </a:cxn>
                      <a:cxn ang="T8">
                        <a:pos x="T4" y="T5"/>
                      </a:cxn>
                    </a:cxnLst>
                    <a:rect l="T9" t="T10" r="T11" b="T12"/>
                    <a:pathLst>
                      <a:path w="21600" h="23652" fill="none" extrusionOk="0">
                        <a:moveTo>
                          <a:pt x="531" y="23651"/>
                        </a:moveTo>
                        <a:cubicBezTo>
                          <a:pt x="178" y="22089"/>
                          <a:pt x="0" y="20492"/>
                          <a:pt x="0" y="18891"/>
                        </a:cubicBezTo>
                        <a:cubicBezTo>
                          <a:pt x="-1" y="11039"/>
                          <a:pt x="4260" y="3806"/>
                          <a:pt x="11126" y="-1"/>
                        </a:cubicBezTo>
                      </a:path>
                      <a:path w="21600" h="23652" stroke="0" extrusionOk="0">
                        <a:moveTo>
                          <a:pt x="531" y="23651"/>
                        </a:moveTo>
                        <a:cubicBezTo>
                          <a:pt x="178" y="22089"/>
                          <a:pt x="0" y="20492"/>
                          <a:pt x="0" y="18891"/>
                        </a:cubicBezTo>
                        <a:cubicBezTo>
                          <a:pt x="-1" y="11039"/>
                          <a:pt x="4260" y="3806"/>
                          <a:pt x="11126" y="-1"/>
                        </a:cubicBezTo>
                        <a:lnTo>
                          <a:pt x="21600" y="18891"/>
                        </a:lnTo>
                        <a:lnTo>
                          <a:pt x="531" y="23651"/>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3833" name="Arc 131">
                    <a:extLst>
                      <a:ext uri="{FF2B5EF4-FFF2-40B4-BE49-F238E27FC236}">
                        <a16:creationId xmlns:a16="http://schemas.microsoft.com/office/drawing/2014/main" id="{A4E01C8A-B0A9-7749-911A-B4928F356DC6}"/>
                      </a:ext>
                    </a:extLst>
                  </p:cNvPr>
                  <p:cNvSpPr>
                    <a:spLocks/>
                  </p:cNvSpPr>
                  <p:nvPr/>
                </p:nvSpPr>
                <p:spPr bwMode="auto">
                  <a:xfrm>
                    <a:off x="3079" y="2354"/>
                    <a:ext cx="172" cy="101"/>
                  </a:xfrm>
                  <a:custGeom>
                    <a:avLst/>
                    <a:gdLst>
                      <a:gd name="T0" fmla="*/ 0 w 42453"/>
                      <a:gd name="T1" fmla="*/ 0 h 26668"/>
                      <a:gd name="T2" fmla="*/ 0 w 42453"/>
                      <a:gd name="T3" fmla="*/ 0 h 26668"/>
                      <a:gd name="T4" fmla="*/ 0 w 42453"/>
                      <a:gd name="T5" fmla="*/ 0 h 26668"/>
                      <a:gd name="T6" fmla="*/ 0 60000 65536"/>
                      <a:gd name="T7" fmla="*/ 0 60000 65536"/>
                      <a:gd name="T8" fmla="*/ 0 60000 65536"/>
                      <a:gd name="T9" fmla="*/ 0 w 42453"/>
                      <a:gd name="T10" fmla="*/ 0 h 26668"/>
                      <a:gd name="T11" fmla="*/ 42453 w 42453"/>
                      <a:gd name="T12" fmla="*/ 26668 h 26668"/>
                    </a:gdLst>
                    <a:ahLst/>
                    <a:cxnLst>
                      <a:cxn ang="T6">
                        <a:pos x="T0" y="T1"/>
                      </a:cxn>
                      <a:cxn ang="T7">
                        <a:pos x="T2" y="T3"/>
                      </a:cxn>
                      <a:cxn ang="T8">
                        <a:pos x="T4" y="T5"/>
                      </a:cxn>
                    </a:cxnLst>
                    <a:rect l="T9" t="T10" r="T11" b="T12"/>
                    <a:pathLst>
                      <a:path w="42453" h="26668" fill="none" extrusionOk="0">
                        <a:moveTo>
                          <a:pt x="602" y="26668"/>
                        </a:moveTo>
                        <a:cubicBezTo>
                          <a:pt x="202" y="25008"/>
                          <a:pt x="0" y="23307"/>
                          <a:pt x="0" y="21600"/>
                        </a:cubicBezTo>
                        <a:cubicBezTo>
                          <a:pt x="0" y="9670"/>
                          <a:pt x="9670" y="0"/>
                          <a:pt x="21600" y="0"/>
                        </a:cubicBezTo>
                        <a:cubicBezTo>
                          <a:pt x="31361" y="-1"/>
                          <a:pt x="39909" y="6546"/>
                          <a:pt x="42453" y="15969"/>
                        </a:cubicBezTo>
                      </a:path>
                      <a:path w="42453" h="26668" stroke="0" extrusionOk="0">
                        <a:moveTo>
                          <a:pt x="602" y="26668"/>
                        </a:moveTo>
                        <a:cubicBezTo>
                          <a:pt x="202" y="25008"/>
                          <a:pt x="0" y="23307"/>
                          <a:pt x="0" y="21600"/>
                        </a:cubicBezTo>
                        <a:cubicBezTo>
                          <a:pt x="0" y="9670"/>
                          <a:pt x="9670" y="0"/>
                          <a:pt x="21600" y="0"/>
                        </a:cubicBezTo>
                        <a:cubicBezTo>
                          <a:pt x="31361" y="-1"/>
                          <a:pt x="39909" y="6546"/>
                          <a:pt x="42453" y="15969"/>
                        </a:cubicBezTo>
                        <a:lnTo>
                          <a:pt x="21600" y="21600"/>
                        </a:lnTo>
                        <a:lnTo>
                          <a:pt x="602" y="26668"/>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grpSp>
            <p:sp>
              <p:nvSpPr>
                <p:cNvPr id="33830" name="Arc 132">
                  <a:extLst>
                    <a:ext uri="{FF2B5EF4-FFF2-40B4-BE49-F238E27FC236}">
                      <a16:creationId xmlns:a16="http://schemas.microsoft.com/office/drawing/2014/main" id="{EDC009BA-D4A5-E940-A43E-1548C5CC8EDE}"/>
                    </a:ext>
                  </a:extLst>
                </p:cNvPr>
                <p:cNvSpPr>
                  <a:spLocks/>
                </p:cNvSpPr>
                <p:nvPr/>
              </p:nvSpPr>
              <p:spPr bwMode="auto">
                <a:xfrm>
                  <a:off x="3088" y="2372"/>
                  <a:ext cx="172" cy="101"/>
                </a:xfrm>
                <a:custGeom>
                  <a:avLst/>
                  <a:gdLst>
                    <a:gd name="T0" fmla="*/ 0 w 42453"/>
                    <a:gd name="T1" fmla="*/ 0 h 26668"/>
                    <a:gd name="T2" fmla="*/ 0 w 42453"/>
                    <a:gd name="T3" fmla="*/ 0 h 26668"/>
                    <a:gd name="T4" fmla="*/ 0 w 42453"/>
                    <a:gd name="T5" fmla="*/ 0 h 26668"/>
                    <a:gd name="T6" fmla="*/ 0 60000 65536"/>
                    <a:gd name="T7" fmla="*/ 0 60000 65536"/>
                    <a:gd name="T8" fmla="*/ 0 60000 65536"/>
                    <a:gd name="T9" fmla="*/ 0 w 42453"/>
                    <a:gd name="T10" fmla="*/ 0 h 26668"/>
                    <a:gd name="T11" fmla="*/ 42453 w 42453"/>
                    <a:gd name="T12" fmla="*/ 26668 h 26668"/>
                  </a:gdLst>
                  <a:ahLst/>
                  <a:cxnLst>
                    <a:cxn ang="T6">
                      <a:pos x="T0" y="T1"/>
                    </a:cxn>
                    <a:cxn ang="T7">
                      <a:pos x="T2" y="T3"/>
                    </a:cxn>
                    <a:cxn ang="T8">
                      <a:pos x="T4" y="T5"/>
                    </a:cxn>
                  </a:cxnLst>
                  <a:rect l="T9" t="T10" r="T11" b="T12"/>
                  <a:pathLst>
                    <a:path w="42453" h="26668" fill="none" extrusionOk="0">
                      <a:moveTo>
                        <a:pt x="602" y="26668"/>
                      </a:moveTo>
                      <a:cubicBezTo>
                        <a:pt x="202" y="25008"/>
                        <a:pt x="0" y="23307"/>
                        <a:pt x="0" y="21600"/>
                      </a:cubicBezTo>
                      <a:cubicBezTo>
                        <a:pt x="0" y="9670"/>
                        <a:pt x="9670" y="0"/>
                        <a:pt x="21600" y="0"/>
                      </a:cubicBezTo>
                      <a:cubicBezTo>
                        <a:pt x="31361" y="-1"/>
                        <a:pt x="39909" y="6546"/>
                        <a:pt x="42453" y="15969"/>
                      </a:cubicBezTo>
                    </a:path>
                    <a:path w="42453" h="26668" stroke="0" extrusionOk="0">
                      <a:moveTo>
                        <a:pt x="602" y="26668"/>
                      </a:moveTo>
                      <a:cubicBezTo>
                        <a:pt x="202" y="25008"/>
                        <a:pt x="0" y="23307"/>
                        <a:pt x="0" y="21600"/>
                      </a:cubicBezTo>
                      <a:cubicBezTo>
                        <a:pt x="0" y="9670"/>
                        <a:pt x="9670" y="0"/>
                        <a:pt x="21600" y="0"/>
                      </a:cubicBezTo>
                      <a:cubicBezTo>
                        <a:pt x="31361" y="-1"/>
                        <a:pt x="39909" y="6546"/>
                        <a:pt x="42453" y="15969"/>
                      </a:cubicBezTo>
                      <a:lnTo>
                        <a:pt x="21600" y="21600"/>
                      </a:lnTo>
                      <a:lnTo>
                        <a:pt x="602" y="26668"/>
                      </a:lnTo>
                      <a:close/>
                    </a:path>
                  </a:pathLst>
                </a:custGeom>
                <a:solidFill>
                  <a:srgbClr val="7F3F00"/>
                </a:solidFill>
                <a:ln w="12700">
                  <a:solidFill>
                    <a:srgbClr val="000000"/>
                  </a:solidFill>
                  <a:round/>
                  <a:headEnd/>
                  <a:tailEnd/>
                </a:ln>
              </p:spPr>
              <p:txBody>
                <a:bodyPr/>
                <a:lstStyle/>
                <a:p>
                  <a:endParaRPr lang="pt-BR"/>
                </a:p>
              </p:txBody>
            </p:sp>
          </p:grpSp>
          <p:grpSp>
            <p:nvGrpSpPr>
              <p:cNvPr id="33806" name="Group 133">
                <a:extLst>
                  <a:ext uri="{FF2B5EF4-FFF2-40B4-BE49-F238E27FC236}">
                    <a16:creationId xmlns:a16="http://schemas.microsoft.com/office/drawing/2014/main" id="{2BEBEB8C-1030-994D-80E0-8A05CFBADF9D}"/>
                  </a:ext>
                </a:extLst>
              </p:cNvPr>
              <p:cNvGrpSpPr>
                <a:grpSpLocks/>
              </p:cNvGrpSpPr>
              <p:nvPr/>
            </p:nvGrpSpPr>
            <p:grpSpPr bwMode="auto">
              <a:xfrm>
                <a:off x="3095" y="2388"/>
                <a:ext cx="182" cy="118"/>
                <a:chOff x="3095" y="2388"/>
                <a:chExt cx="182" cy="118"/>
              </a:xfrm>
            </p:grpSpPr>
            <p:grpSp>
              <p:nvGrpSpPr>
                <p:cNvPr id="33824" name="Group 134">
                  <a:extLst>
                    <a:ext uri="{FF2B5EF4-FFF2-40B4-BE49-F238E27FC236}">
                      <a16:creationId xmlns:a16="http://schemas.microsoft.com/office/drawing/2014/main" id="{9D59075E-CF7D-924C-AD9E-EE73342FF9D9}"/>
                    </a:ext>
                  </a:extLst>
                </p:cNvPr>
                <p:cNvGrpSpPr>
                  <a:grpSpLocks/>
                </p:cNvGrpSpPr>
                <p:nvPr/>
              </p:nvGrpSpPr>
              <p:grpSpPr bwMode="auto">
                <a:xfrm>
                  <a:off x="3095" y="2388"/>
                  <a:ext cx="173" cy="100"/>
                  <a:chOff x="3095" y="2388"/>
                  <a:chExt cx="173" cy="100"/>
                </a:xfrm>
              </p:grpSpPr>
              <p:sp>
                <p:nvSpPr>
                  <p:cNvPr id="33826" name="Arc 135">
                    <a:extLst>
                      <a:ext uri="{FF2B5EF4-FFF2-40B4-BE49-F238E27FC236}">
                        <a16:creationId xmlns:a16="http://schemas.microsoft.com/office/drawing/2014/main" id="{BF753B1C-DC0E-4749-90CA-DF7B7F283FB3}"/>
                      </a:ext>
                    </a:extLst>
                  </p:cNvPr>
                  <p:cNvSpPr>
                    <a:spLocks/>
                  </p:cNvSpPr>
                  <p:nvPr/>
                </p:nvSpPr>
                <p:spPr bwMode="auto">
                  <a:xfrm>
                    <a:off x="3095" y="2388"/>
                    <a:ext cx="173" cy="99"/>
                  </a:xfrm>
                  <a:custGeom>
                    <a:avLst/>
                    <a:gdLst>
                      <a:gd name="T0" fmla="*/ 0 w 42583"/>
                      <a:gd name="T1" fmla="*/ 0 h 26108"/>
                      <a:gd name="T2" fmla="*/ 0 w 42583"/>
                      <a:gd name="T3" fmla="*/ 0 h 26108"/>
                      <a:gd name="T4" fmla="*/ 0 w 42583"/>
                      <a:gd name="T5" fmla="*/ 0 h 26108"/>
                      <a:gd name="T6" fmla="*/ 0 60000 65536"/>
                      <a:gd name="T7" fmla="*/ 0 60000 65536"/>
                      <a:gd name="T8" fmla="*/ 0 60000 65536"/>
                      <a:gd name="T9" fmla="*/ 0 w 42583"/>
                      <a:gd name="T10" fmla="*/ 0 h 26108"/>
                      <a:gd name="T11" fmla="*/ 42583 w 42583"/>
                      <a:gd name="T12" fmla="*/ 26108 h 26108"/>
                    </a:gdLst>
                    <a:ahLst/>
                    <a:cxnLst>
                      <a:cxn ang="T6">
                        <a:pos x="T0" y="T1"/>
                      </a:cxn>
                      <a:cxn ang="T7">
                        <a:pos x="T2" y="T3"/>
                      </a:cxn>
                      <a:cxn ang="T8">
                        <a:pos x="T4" y="T5"/>
                      </a:cxn>
                    </a:cxnLst>
                    <a:rect l="T9" t="T10" r="T11" b="T12"/>
                    <a:pathLst>
                      <a:path w="42583" h="26108" fill="none" extrusionOk="0">
                        <a:moveTo>
                          <a:pt x="475" y="26108"/>
                        </a:moveTo>
                        <a:cubicBezTo>
                          <a:pt x="159" y="24626"/>
                          <a:pt x="0" y="23115"/>
                          <a:pt x="0" y="21600"/>
                        </a:cubicBezTo>
                        <a:cubicBezTo>
                          <a:pt x="0" y="9670"/>
                          <a:pt x="9670" y="0"/>
                          <a:pt x="21600" y="0"/>
                        </a:cubicBezTo>
                        <a:cubicBezTo>
                          <a:pt x="31554" y="-1"/>
                          <a:pt x="40220" y="6803"/>
                          <a:pt x="42582" y="16474"/>
                        </a:cubicBezTo>
                      </a:path>
                      <a:path w="42583" h="26108" stroke="0" extrusionOk="0">
                        <a:moveTo>
                          <a:pt x="475" y="26108"/>
                        </a:moveTo>
                        <a:cubicBezTo>
                          <a:pt x="159" y="24626"/>
                          <a:pt x="0" y="23115"/>
                          <a:pt x="0" y="21600"/>
                        </a:cubicBezTo>
                        <a:cubicBezTo>
                          <a:pt x="0" y="9670"/>
                          <a:pt x="9670" y="0"/>
                          <a:pt x="21600" y="0"/>
                        </a:cubicBezTo>
                        <a:cubicBezTo>
                          <a:pt x="31554" y="-1"/>
                          <a:pt x="40220" y="6803"/>
                          <a:pt x="42582" y="16474"/>
                        </a:cubicBezTo>
                        <a:lnTo>
                          <a:pt x="21600" y="21600"/>
                        </a:lnTo>
                        <a:lnTo>
                          <a:pt x="475" y="26108"/>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3827" name="Arc 136">
                    <a:extLst>
                      <a:ext uri="{FF2B5EF4-FFF2-40B4-BE49-F238E27FC236}">
                        <a16:creationId xmlns:a16="http://schemas.microsoft.com/office/drawing/2014/main" id="{A814D2C3-D1E9-3D4A-8EFC-140462DFABC4}"/>
                      </a:ext>
                    </a:extLst>
                  </p:cNvPr>
                  <p:cNvSpPr>
                    <a:spLocks/>
                  </p:cNvSpPr>
                  <p:nvPr/>
                </p:nvSpPr>
                <p:spPr bwMode="auto">
                  <a:xfrm>
                    <a:off x="3095" y="2398"/>
                    <a:ext cx="88" cy="89"/>
                  </a:xfrm>
                  <a:custGeom>
                    <a:avLst/>
                    <a:gdLst>
                      <a:gd name="T0" fmla="*/ 0 w 21600"/>
                      <a:gd name="T1" fmla="*/ 0 h 23399"/>
                      <a:gd name="T2" fmla="*/ 0 w 21600"/>
                      <a:gd name="T3" fmla="*/ 0 h 23399"/>
                      <a:gd name="T4" fmla="*/ 0 w 21600"/>
                      <a:gd name="T5" fmla="*/ 0 h 23399"/>
                      <a:gd name="T6" fmla="*/ 0 60000 65536"/>
                      <a:gd name="T7" fmla="*/ 0 60000 65536"/>
                      <a:gd name="T8" fmla="*/ 0 60000 65536"/>
                      <a:gd name="T9" fmla="*/ 0 w 21600"/>
                      <a:gd name="T10" fmla="*/ 0 h 23399"/>
                      <a:gd name="T11" fmla="*/ 21600 w 21600"/>
                      <a:gd name="T12" fmla="*/ 23399 h 23399"/>
                    </a:gdLst>
                    <a:ahLst/>
                    <a:cxnLst>
                      <a:cxn ang="T6">
                        <a:pos x="T0" y="T1"/>
                      </a:cxn>
                      <a:cxn ang="T7">
                        <a:pos x="T2" y="T3"/>
                      </a:cxn>
                      <a:cxn ang="T8">
                        <a:pos x="T4" y="T5"/>
                      </a:cxn>
                    </a:cxnLst>
                    <a:rect l="T9" t="T10" r="T11" b="T12"/>
                    <a:pathLst>
                      <a:path w="21600" h="23399" fill="none" extrusionOk="0">
                        <a:moveTo>
                          <a:pt x="475" y="23399"/>
                        </a:moveTo>
                        <a:cubicBezTo>
                          <a:pt x="159" y="21917"/>
                          <a:pt x="0" y="20406"/>
                          <a:pt x="0" y="18891"/>
                        </a:cubicBezTo>
                        <a:cubicBezTo>
                          <a:pt x="-1" y="11039"/>
                          <a:pt x="4260" y="3806"/>
                          <a:pt x="11126" y="-1"/>
                        </a:cubicBezTo>
                      </a:path>
                      <a:path w="21600" h="23399" stroke="0" extrusionOk="0">
                        <a:moveTo>
                          <a:pt x="475" y="23399"/>
                        </a:moveTo>
                        <a:cubicBezTo>
                          <a:pt x="159" y="21917"/>
                          <a:pt x="0" y="20406"/>
                          <a:pt x="0" y="18891"/>
                        </a:cubicBezTo>
                        <a:cubicBezTo>
                          <a:pt x="-1" y="11039"/>
                          <a:pt x="4260" y="3806"/>
                          <a:pt x="11126" y="-1"/>
                        </a:cubicBezTo>
                        <a:lnTo>
                          <a:pt x="21600" y="18891"/>
                        </a:lnTo>
                        <a:lnTo>
                          <a:pt x="475" y="23399"/>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3828" name="Arc 137">
                    <a:extLst>
                      <a:ext uri="{FF2B5EF4-FFF2-40B4-BE49-F238E27FC236}">
                        <a16:creationId xmlns:a16="http://schemas.microsoft.com/office/drawing/2014/main" id="{ACA17CE1-EB1D-7042-A833-B3A0DDE2ECFF}"/>
                      </a:ext>
                    </a:extLst>
                  </p:cNvPr>
                  <p:cNvSpPr>
                    <a:spLocks/>
                  </p:cNvSpPr>
                  <p:nvPr/>
                </p:nvSpPr>
                <p:spPr bwMode="auto">
                  <a:xfrm>
                    <a:off x="3096" y="2388"/>
                    <a:ext cx="172" cy="100"/>
                  </a:xfrm>
                  <a:custGeom>
                    <a:avLst/>
                    <a:gdLst>
                      <a:gd name="T0" fmla="*/ 0 w 42520"/>
                      <a:gd name="T1" fmla="*/ 0 h 26361"/>
                      <a:gd name="T2" fmla="*/ 0 w 42520"/>
                      <a:gd name="T3" fmla="*/ 0 h 26361"/>
                      <a:gd name="T4" fmla="*/ 0 w 42520"/>
                      <a:gd name="T5" fmla="*/ 0 h 26361"/>
                      <a:gd name="T6" fmla="*/ 0 60000 65536"/>
                      <a:gd name="T7" fmla="*/ 0 60000 65536"/>
                      <a:gd name="T8" fmla="*/ 0 60000 65536"/>
                      <a:gd name="T9" fmla="*/ 0 w 42520"/>
                      <a:gd name="T10" fmla="*/ 0 h 26361"/>
                      <a:gd name="T11" fmla="*/ 42520 w 42520"/>
                      <a:gd name="T12" fmla="*/ 26361 h 26361"/>
                    </a:gdLst>
                    <a:ahLst/>
                    <a:cxnLst>
                      <a:cxn ang="T6">
                        <a:pos x="T0" y="T1"/>
                      </a:cxn>
                      <a:cxn ang="T7">
                        <a:pos x="T2" y="T3"/>
                      </a:cxn>
                      <a:cxn ang="T8">
                        <a:pos x="T4" y="T5"/>
                      </a:cxn>
                    </a:cxnLst>
                    <a:rect l="T9" t="T10" r="T11" b="T12"/>
                    <a:pathLst>
                      <a:path w="42520" h="26361" fill="none" extrusionOk="0">
                        <a:moveTo>
                          <a:pt x="531" y="26360"/>
                        </a:moveTo>
                        <a:cubicBezTo>
                          <a:pt x="178" y="24798"/>
                          <a:pt x="0" y="23201"/>
                          <a:pt x="0" y="21600"/>
                        </a:cubicBezTo>
                        <a:cubicBezTo>
                          <a:pt x="0" y="9670"/>
                          <a:pt x="9670" y="0"/>
                          <a:pt x="21600" y="0"/>
                        </a:cubicBezTo>
                        <a:cubicBezTo>
                          <a:pt x="31457" y="-1"/>
                          <a:pt x="40064" y="6673"/>
                          <a:pt x="42519" y="16221"/>
                        </a:cubicBezTo>
                      </a:path>
                      <a:path w="42520" h="26361" stroke="0" extrusionOk="0">
                        <a:moveTo>
                          <a:pt x="531" y="26360"/>
                        </a:moveTo>
                        <a:cubicBezTo>
                          <a:pt x="178" y="24798"/>
                          <a:pt x="0" y="23201"/>
                          <a:pt x="0" y="21600"/>
                        </a:cubicBezTo>
                        <a:cubicBezTo>
                          <a:pt x="0" y="9670"/>
                          <a:pt x="9670" y="0"/>
                          <a:pt x="21600" y="0"/>
                        </a:cubicBezTo>
                        <a:cubicBezTo>
                          <a:pt x="31457" y="-1"/>
                          <a:pt x="40064" y="6673"/>
                          <a:pt x="42519" y="16221"/>
                        </a:cubicBezTo>
                        <a:lnTo>
                          <a:pt x="21600" y="21600"/>
                        </a:lnTo>
                        <a:lnTo>
                          <a:pt x="531" y="2636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grpSp>
            <p:sp>
              <p:nvSpPr>
                <p:cNvPr id="33825" name="Arc 138">
                  <a:extLst>
                    <a:ext uri="{FF2B5EF4-FFF2-40B4-BE49-F238E27FC236}">
                      <a16:creationId xmlns:a16="http://schemas.microsoft.com/office/drawing/2014/main" id="{FAC9322B-5C81-CE4C-A7E5-6B594957250F}"/>
                    </a:ext>
                  </a:extLst>
                </p:cNvPr>
                <p:cNvSpPr>
                  <a:spLocks/>
                </p:cNvSpPr>
                <p:nvPr/>
              </p:nvSpPr>
              <p:spPr bwMode="auto">
                <a:xfrm>
                  <a:off x="3105" y="2406"/>
                  <a:ext cx="172" cy="100"/>
                </a:xfrm>
                <a:custGeom>
                  <a:avLst/>
                  <a:gdLst>
                    <a:gd name="T0" fmla="*/ 0 w 42520"/>
                    <a:gd name="T1" fmla="*/ 0 h 26361"/>
                    <a:gd name="T2" fmla="*/ 0 w 42520"/>
                    <a:gd name="T3" fmla="*/ 0 h 26361"/>
                    <a:gd name="T4" fmla="*/ 0 w 42520"/>
                    <a:gd name="T5" fmla="*/ 0 h 26361"/>
                    <a:gd name="T6" fmla="*/ 0 60000 65536"/>
                    <a:gd name="T7" fmla="*/ 0 60000 65536"/>
                    <a:gd name="T8" fmla="*/ 0 60000 65536"/>
                    <a:gd name="T9" fmla="*/ 0 w 42520"/>
                    <a:gd name="T10" fmla="*/ 0 h 26361"/>
                    <a:gd name="T11" fmla="*/ 42520 w 42520"/>
                    <a:gd name="T12" fmla="*/ 26361 h 26361"/>
                  </a:gdLst>
                  <a:ahLst/>
                  <a:cxnLst>
                    <a:cxn ang="T6">
                      <a:pos x="T0" y="T1"/>
                    </a:cxn>
                    <a:cxn ang="T7">
                      <a:pos x="T2" y="T3"/>
                    </a:cxn>
                    <a:cxn ang="T8">
                      <a:pos x="T4" y="T5"/>
                    </a:cxn>
                  </a:cxnLst>
                  <a:rect l="T9" t="T10" r="T11" b="T12"/>
                  <a:pathLst>
                    <a:path w="42520" h="26361" fill="none" extrusionOk="0">
                      <a:moveTo>
                        <a:pt x="531" y="26360"/>
                      </a:moveTo>
                      <a:cubicBezTo>
                        <a:pt x="178" y="24798"/>
                        <a:pt x="0" y="23201"/>
                        <a:pt x="0" y="21600"/>
                      </a:cubicBezTo>
                      <a:cubicBezTo>
                        <a:pt x="0" y="9670"/>
                        <a:pt x="9670" y="0"/>
                        <a:pt x="21600" y="0"/>
                      </a:cubicBezTo>
                      <a:cubicBezTo>
                        <a:pt x="31457" y="-1"/>
                        <a:pt x="40064" y="6673"/>
                        <a:pt x="42519" y="16221"/>
                      </a:cubicBezTo>
                    </a:path>
                    <a:path w="42520" h="26361" stroke="0" extrusionOk="0">
                      <a:moveTo>
                        <a:pt x="531" y="26360"/>
                      </a:moveTo>
                      <a:cubicBezTo>
                        <a:pt x="178" y="24798"/>
                        <a:pt x="0" y="23201"/>
                        <a:pt x="0" y="21600"/>
                      </a:cubicBezTo>
                      <a:cubicBezTo>
                        <a:pt x="0" y="9670"/>
                        <a:pt x="9670" y="0"/>
                        <a:pt x="21600" y="0"/>
                      </a:cubicBezTo>
                      <a:cubicBezTo>
                        <a:pt x="31457" y="-1"/>
                        <a:pt x="40064" y="6673"/>
                        <a:pt x="42519" y="16221"/>
                      </a:cubicBezTo>
                      <a:lnTo>
                        <a:pt x="21600" y="21600"/>
                      </a:lnTo>
                      <a:lnTo>
                        <a:pt x="531" y="26360"/>
                      </a:lnTo>
                      <a:close/>
                    </a:path>
                  </a:pathLst>
                </a:custGeom>
                <a:solidFill>
                  <a:srgbClr val="7F3F00"/>
                </a:solidFill>
                <a:ln w="12700">
                  <a:solidFill>
                    <a:srgbClr val="000000"/>
                  </a:solidFill>
                  <a:round/>
                  <a:headEnd/>
                  <a:tailEnd/>
                </a:ln>
              </p:spPr>
              <p:txBody>
                <a:bodyPr/>
                <a:lstStyle/>
                <a:p>
                  <a:endParaRPr lang="pt-BR"/>
                </a:p>
              </p:txBody>
            </p:sp>
          </p:grpSp>
          <p:grpSp>
            <p:nvGrpSpPr>
              <p:cNvPr id="33807" name="Group 139">
                <a:extLst>
                  <a:ext uri="{FF2B5EF4-FFF2-40B4-BE49-F238E27FC236}">
                    <a16:creationId xmlns:a16="http://schemas.microsoft.com/office/drawing/2014/main" id="{B6698B26-F036-254B-A9E2-079A8242283A}"/>
                  </a:ext>
                </a:extLst>
              </p:cNvPr>
              <p:cNvGrpSpPr>
                <a:grpSpLocks/>
              </p:cNvGrpSpPr>
              <p:nvPr/>
            </p:nvGrpSpPr>
            <p:grpSpPr bwMode="auto">
              <a:xfrm>
                <a:off x="3113" y="2420"/>
                <a:ext cx="173" cy="98"/>
                <a:chOff x="3113" y="2420"/>
                <a:chExt cx="173" cy="98"/>
              </a:xfrm>
            </p:grpSpPr>
            <p:sp>
              <p:nvSpPr>
                <p:cNvPr id="33822" name="Arc 140">
                  <a:extLst>
                    <a:ext uri="{FF2B5EF4-FFF2-40B4-BE49-F238E27FC236}">
                      <a16:creationId xmlns:a16="http://schemas.microsoft.com/office/drawing/2014/main" id="{DAD08657-CAA5-3A4B-AA28-8278583C0EA3}"/>
                    </a:ext>
                  </a:extLst>
                </p:cNvPr>
                <p:cNvSpPr>
                  <a:spLocks/>
                </p:cNvSpPr>
                <p:nvPr/>
              </p:nvSpPr>
              <p:spPr bwMode="auto">
                <a:xfrm>
                  <a:off x="3113" y="2420"/>
                  <a:ext cx="173" cy="98"/>
                </a:xfrm>
                <a:custGeom>
                  <a:avLst/>
                  <a:gdLst>
                    <a:gd name="T0" fmla="*/ 0 w 42657"/>
                    <a:gd name="T1" fmla="*/ 0 h 25854"/>
                    <a:gd name="T2" fmla="*/ 0 w 42657"/>
                    <a:gd name="T3" fmla="*/ 0 h 25854"/>
                    <a:gd name="T4" fmla="*/ 0 w 42657"/>
                    <a:gd name="T5" fmla="*/ 0 h 25854"/>
                    <a:gd name="T6" fmla="*/ 0 60000 65536"/>
                    <a:gd name="T7" fmla="*/ 0 60000 65536"/>
                    <a:gd name="T8" fmla="*/ 0 60000 65536"/>
                    <a:gd name="T9" fmla="*/ 0 w 42657"/>
                    <a:gd name="T10" fmla="*/ 0 h 25854"/>
                    <a:gd name="T11" fmla="*/ 42657 w 42657"/>
                    <a:gd name="T12" fmla="*/ 25854 h 25854"/>
                  </a:gdLst>
                  <a:ahLst/>
                  <a:cxnLst>
                    <a:cxn ang="T6">
                      <a:pos x="T0" y="T1"/>
                    </a:cxn>
                    <a:cxn ang="T7">
                      <a:pos x="T2" y="T3"/>
                    </a:cxn>
                    <a:cxn ang="T8">
                      <a:pos x="T4" y="T5"/>
                    </a:cxn>
                  </a:cxnLst>
                  <a:rect l="T9" t="T10" r="T11" b="T12"/>
                  <a:pathLst>
                    <a:path w="42657" h="25854" fill="none" extrusionOk="0">
                      <a:moveTo>
                        <a:pt x="423" y="25853"/>
                      </a:moveTo>
                      <a:cubicBezTo>
                        <a:pt x="141" y="24453"/>
                        <a:pt x="0" y="23028"/>
                        <a:pt x="0" y="21600"/>
                      </a:cubicBezTo>
                      <a:cubicBezTo>
                        <a:pt x="0" y="9670"/>
                        <a:pt x="9670" y="0"/>
                        <a:pt x="21600" y="0"/>
                      </a:cubicBezTo>
                      <a:cubicBezTo>
                        <a:pt x="31674" y="-1"/>
                        <a:pt x="40410" y="6964"/>
                        <a:pt x="42656" y="16785"/>
                      </a:cubicBezTo>
                    </a:path>
                    <a:path w="42657" h="25854" stroke="0" extrusionOk="0">
                      <a:moveTo>
                        <a:pt x="423" y="25853"/>
                      </a:moveTo>
                      <a:cubicBezTo>
                        <a:pt x="141" y="24453"/>
                        <a:pt x="0" y="23028"/>
                        <a:pt x="0" y="21600"/>
                      </a:cubicBezTo>
                      <a:cubicBezTo>
                        <a:pt x="0" y="9670"/>
                        <a:pt x="9670" y="0"/>
                        <a:pt x="21600" y="0"/>
                      </a:cubicBezTo>
                      <a:cubicBezTo>
                        <a:pt x="31674" y="-1"/>
                        <a:pt x="40410" y="6964"/>
                        <a:pt x="42656" y="16785"/>
                      </a:cubicBezTo>
                      <a:lnTo>
                        <a:pt x="21600" y="21600"/>
                      </a:lnTo>
                      <a:lnTo>
                        <a:pt x="423" y="25853"/>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3823" name="Arc 141">
                  <a:extLst>
                    <a:ext uri="{FF2B5EF4-FFF2-40B4-BE49-F238E27FC236}">
                      <a16:creationId xmlns:a16="http://schemas.microsoft.com/office/drawing/2014/main" id="{B19BF23B-6F0B-C944-B40C-973842496FDA}"/>
                    </a:ext>
                  </a:extLst>
                </p:cNvPr>
                <p:cNvSpPr>
                  <a:spLocks/>
                </p:cNvSpPr>
                <p:nvPr/>
              </p:nvSpPr>
              <p:spPr bwMode="auto">
                <a:xfrm>
                  <a:off x="3113" y="2430"/>
                  <a:ext cx="88" cy="88"/>
                </a:xfrm>
                <a:custGeom>
                  <a:avLst/>
                  <a:gdLst>
                    <a:gd name="T0" fmla="*/ 0 w 21600"/>
                    <a:gd name="T1" fmla="*/ 0 h 23145"/>
                    <a:gd name="T2" fmla="*/ 0 w 21600"/>
                    <a:gd name="T3" fmla="*/ 0 h 23145"/>
                    <a:gd name="T4" fmla="*/ 0 w 21600"/>
                    <a:gd name="T5" fmla="*/ 0 h 23145"/>
                    <a:gd name="T6" fmla="*/ 0 60000 65536"/>
                    <a:gd name="T7" fmla="*/ 0 60000 65536"/>
                    <a:gd name="T8" fmla="*/ 0 60000 65536"/>
                    <a:gd name="T9" fmla="*/ 0 w 21600"/>
                    <a:gd name="T10" fmla="*/ 0 h 23145"/>
                    <a:gd name="T11" fmla="*/ 21600 w 21600"/>
                    <a:gd name="T12" fmla="*/ 23145 h 23145"/>
                  </a:gdLst>
                  <a:ahLst/>
                  <a:cxnLst>
                    <a:cxn ang="T6">
                      <a:pos x="T0" y="T1"/>
                    </a:cxn>
                    <a:cxn ang="T7">
                      <a:pos x="T2" y="T3"/>
                    </a:cxn>
                    <a:cxn ang="T8">
                      <a:pos x="T4" y="T5"/>
                    </a:cxn>
                  </a:cxnLst>
                  <a:rect l="T9" t="T10" r="T11" b="T12"/>
                  <a:pathLst>
                    <a:path w="21600" h="23145" fill="none" extrusionOk="0">
                      <a:moveTo>
                        <a:pt x="423" y="23144"/>
                      </a:moveTo>
                      <a:cubicBezTo>
                        <a:pt x="141" y="21744"/>
                        <a:pt x="0" y="20319"/>
                        <a:pt x="0" y="18891"/>
                      </a:cubicBezTo>
                      <a:cubicBezTo>
                        <a:pt x="-1" y="11039"/>
                        <a:pt x="4260" y="3806"/>
                        <a:pt x="11126" y="-1"/>
                      </a:cubicBezTo>
                    </a:path>
                    <a:path w="21600" h="23145" stroke="0" extrusionOk="0">
                      <a:moveTo>
                        <a:pt x="423" y="23144"/>
                      </a:moveTo>
                      <a:cubicBezTo>
                        <a:pt x="141" y="21744"/>
                        <a:pt x="0" y="20319"/>
                        <a:pt x="0" y="18891"/>
                      </a:cubicBezTo>
                      <a:cubicBezTo>
                        <a:pt x="-1" y="11039"/>
                        <a:pt x="4260" y="3806"/>
                        <a:pt x="11126" y="-1"/>
                      </a:cubicBezTo>
                      <a:lnTo>
                        <a:pt x="21600" y="18891"/>
                      </a:lnTo>
                      <a:lnTo>
                        <a:pt x="423" y="23144"/>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grpSp>
            <p:nvGrpSpPr>
              <p:cNvPr id="33808" name="Group 142">
                <a:extLst>
                  <a:ext uri="{FF2B5EF4-FFF2-40B4-BE49-F238E27FC236}">
                    <a16:creationId xmlns:a16="http://schemas.microsoft.com/office/drawing/2014/main" id="{39682E7B-2FC8-3F49-8959-886F66E5D239}"/>
                  </a:ext>
                </a:extLst>
              </p:cNvPr>
              <p:cNvGrpSpPr>
                <a:grpSpLocks/>
              </p:cNvGrpSpPr>
              <p:nvPr/>
            </p:nvGrpSpPr>
            <p:grpSpPr bwMode="auto">
              <a:xfrm>
                <a:off x="3114" y="2420"/>
                <a:ext cx="182" cy="117"/>
                <a:chOff x="3114" y="2420"/>
                <a:chExt cx="182" cy="117"/>
              </a:xfrm>
            </p:grpSpPr>
            <p:sp>
              <p:nvSpPr>
                <p:cNvPr id="33820" name="Arc 143">
                  <a:extLst>
                    <a:ext uri="{FF2B5EF4-FFF2-40B4-BE49-F238E27FC236}">
                      <a16:creationId xmlns:a16="http://schemas.microsoft.com/office/drawing/2014/main" id="{2670F781-9C81-0D4F-8F2D-661EDA5A5F7D}"/>
                    </a:ext>
                  </a:extLst>
                </p:cNvPr>
                <p:cNvSpPr>
                  <a:spLocks/>
                </p:cNvSpPr>
                <p:nvPr/>
              </p:nvSpPr>
              <p:spPr bwMode="auto">
                <a:xfrm>
                  <a:off x="3114" y="2420"/>
                  <a:ext cx="173" cy="99"/>
                </a:xfrm>
                <a:custGeom>
                  <a:avLst/>
                  <a:gdLst>
                    <a:gd name="T0" fmla="*/ 0 w 42583"/>
                    <a:gd name="T1" fmla="*/ 0 h 26108"/>
                    <a:gd name="T2" fmla="*/ 0 w 42583"/>
                    <a:gd name="T3" fmla="*/ 0 h 26108"/>
                    <a:gd name="T4" fmla="*/ 0 w 42583"/>
                    <a:gd name="T5" fmla="*/ 0 h 26108"/>
                    <a:gd name="T6" fmla="*/ 0 60000 65536"/>
                    <a:gd name="T7" fmla="*/ 0 60000 65536"/>
                    <a:gd name="T8" fmla="*/ 0 60000 65536"/>
                    <a:gd name="T9" fmla="*/ 0 w 42583"/>
                    <a:gd name="T10" fmla="*/ 0 h 26108"/>
                    <a:gd name="T11" fmla="*/ 42583 w 42583"/>
                    <a:gd name="T12" fmla="*/ 26108 h 26108"/>
                  </a:gdLst>
                  <a:ahLst/>
                  <a:cxnLst>
                    <a:cxn ang="T6">
                      <a:pos x="T0" y="T1"/>
                    </a:cxn>
                    <a:cxn ang="T7">
                      <a:pos x="T2" y="T3"/>
                    </a:cxn>
                    <a:cxn ang="T8">
                      <a:pos x="T4" y="T5"/>
                    </a:cxn>
                  </a:cxnLst>
                  <a:rect l="T9" t="T10" r="T11" b="T12"/>
                  <a:pathLst>
                    <a:path w="42583" h="26108" fill="none" extrusionOk="0">
                      <a:moveTo>
                        <a:pt x="475" y="26108"/>
                      </a:moveTo>
                      <a:cubicBezTo>
                        <a:pt x="159" y="24626"/>
                        <a:pt x="0" y="23115"/>
                        <a:pt x="0" y="21600"/>
                      </a:cubicBezTo>
                      <a:cubicBezTo>
                        <a:pt x="0" y="9670"/>
                        <a:pt x="9670" y="0"/>
                        <a:pt x="21600" y="0"/>
                      </a:cubicBezTo>
                      <a:cubicBezTo>
                        <a:pt x="31554" y="-1"/>
                        <a:pt x="40220" y="6803"/>
                        <a:pt x="42582" y="16474"/>
                      </a:cubicBezTo>
                    </a:path>
                    <a:path w="42583" h="26108" stroke="0" extrusionOk="0">
                      <a:moveTo>
                        <a:pt x="475" y="26108"/>
                      </a:moveTo>
                      <a:cubicBezTo>
                        <a:pt x="159" y="24626"/>
                        <a:pt x="0" y="23115"/>
                        <a:pt x="0" y="21600"/>
                      </a:cubicBezTo>
                      <a:cubicBezTo>
                        <a:pt x="0" y="9670"/>
                        <a:pt x="9670" y="0"/>
                        <a:pt x="21600" y="0"/>
                      </a:cubicBezTo>
                      <a:cubicBezTo>
                        <a:pt x="31554" y="-1"/>
                        <a:pt x="40220" y="6803"/>
                        <a:pt x="42582" y="16474"/>
                      </a:cubicBezTo>
                      <a:lnTo>
                        <a:pt x="21600" y="21600"/>
                      </a:lnTo>
                      <a:lnTo>
                        <a:pt x="475" y="26108"/>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33821" name="Arc 144">
                  <a:extLst>
                    <a:ext uri="{FF2B5EF4-FFF2-40B4-BE49-F238E27FC236}">
                      <a16:creationId xmlns:a16="http://schemas.microsoft.com/office/drawing/2014/main" id="{D9658386-D6C7-8B41-A0FF-7B053C351617}"/>
                    </a:ext>
                  </a:extLst>
                </p:cNvPr>
                <p:cNvSpPr>
                  <a:spLocks/>
                </p:cNvSpPr>
                <p:nvPr/>
              </p:nvSpPr>
              <p:spPr bwMode="auto">
                <a:xfrm>
                  <a:off x="3123" y="2438"/>
                  <a:ext cx="173" cy="99"/>
                </a:xfrm>
                <a:custGeom>
                  <a:avLst/>
                  <a:gdLst>
                    <a:gd name="T0" fmla="*/ 0 w 42583"/>
                    <a:gd name="T1" fmla="*/ 0 h 26108"/>
                    <a:gd name="T2" fmla="*/ 0 w 42583"/>
                    <a:gd name="T3" fmla="*/ 0 h 26108"/>
                    <a:gd name="T4" fmla="*/ 0 w 42583"/>
                    <a:gd name="T5" fmla="*/ 0 h 26108"/>
                    <a:gd name="T6" fmla="*/ 0 60000 65536"/>
                    <a:gd name="T7" fmla="*/ 0 60000 65536"/>
                    <a:gd name="T8" fmla="*/ 0 60000 65536"/>
                    <a:gd name="T9" fmla="*/ 0 w 42583"/>
                    <a:gd name="T10" fmla="*/ 0 h 26108"/>
                    <a:gd name="T11" fmla="*/ 42583 w 42583"/>
                    <a:gd name="T12" fmla="*/ 26108 h 26108"/>
                  </a:gdLst>
                  <a:ahLst/>
                  <a:cxnLst>
                    <a:cxn ang="T6">
                      <a:pos x="T0" y="T1"/>
                    </a:cxn>
                    <a:cxn ang="T7">
                      <a:pos x="T2" y="T3"/>
                    </a:cxn>
                    <a:cxn ang="T8">
                      <a:pos x="T4" y="T5"/>
                    </a:cxn>
                  </a:cxnLst>
                  <a:rect l="T9" t="T10" r="T11" b="T12"/>
                  <a:pathLst>
                    <a:path w="42583" h="26108" fill="none" extrusionOk="0">
                      <a:moveTo>
                        <a:pt x="475" y="26108"/>
                      </a:moveTo>
                      <a:cubicBezTo>
                        <a:pt x="159" y="24626"/>
                        <a:pt x="0" y="23115"/>
                        <a:pt x="0" y="21600"/>
                      </a:cubicBezTo>
                      <a:cubicBezTo>
                        <a:pt x="0" y="9670"/>
                        <a:pt x="9670" y="0"/>
                        <a:pt x="21600" y="0"/>
                      </a:cubicBezTo>
                      <a:cubicBezTo>
                        <a:pt x="31554" y="-1"/>
                        <a:pt x="40220" y="6803"/>
                        <a:pt x="42582" y="16474"/>
                      </a:cubicBezTo>
                    </a:path>
                    <a:path w="42583" h="26108" stroke="0" extrusionOk="0">
                      <a:moveTo>
                        <a:pt x="475" y="26108"/>
                      </a:moveTo>
                      <a:cubicBezTo>
                        <a:pt x="159" y="24626"/>
                        <a:pt x="0" y="23115"/>
                        <a:pt x="0" y="21600"/>
                      </a:cubicBezTo>
                      <a:cubicBezTo>
                        <a:pt x="0" y="9670"/>
                        <a:pt x="9670" y="0"/>
                        <a:pt x="21600" y="0"/>
                      </a:cubicBezTo>
                      <a:cubicBezTo>
                        <a:pt x="31554" y="-1"/>
                        <a:pt x="40220" y="6803"/>
                        <a:pt x="42582" y="16474"/>
                      </a:cubicBezTo>
                      <a:lnTo>
                        <a:pt x="21600" y="21600"/>
                      </a:lnTo>
                      <a:lnTo>
                        <a:pt x="475" y="26108"/>
                      </a:lnTo>
                      <a:close/>
                    </a:path>
                  </a:pathLst>
                </a:custGeom>
                <a:solidFill>
                  <a:srgbClr val="7F3F00"/>
                </a:solidFill>
                <a:ln w="12700">
                  <a:solidFill>
                    <a:srgbClr val="000000"/>
                  </a:solidFill>
                  <a:round/>
                  <a:headEnd/>
                  <a:tailEnd/>
                </a:ln>
              </p:spPr>
              <p:txBody>
                <a:bodyPr/>
                <a:lstStyle/>
                <a:p>
                  <a:endParaRPr lang="pt-BR"/>
                </a:p>
              </p:txBody>
            </p:sp>
          </p:grpSp>
          <p:grpSp>
            <p:nvGrpSpPr>
              <p:cNvPr id="33809" name="Group 145">
                <a:extLst>
                  <a:ext uri="{FF2B5EF4-FFF2-40B4-BE49-F238E27FC236}">
                    <a16:creationId xmlns:a16="http://schemas.microsoft.com/office/drawing/2014/main" id="{25787DFF-902A-D445-81EA-78F6DDFFFA47}"/>
                  </a:ext>
                </a:extLst>
              </p:cNvPr>
              <p:cNvGrpSpPr>
                <a:grpSpLocks/>
              </p:cNvGrpSpPr>
              <p:nvPr/>
            </p:nvGrpSpPr>
            <p:grpSpPr bwMode="auto">
              <a:xfrm>
                <a:off x="3014" y="2275"/>
                <a:ext cx="565" cy="811"/>
                <a:chOff x="3014" y="2275"/>
                <a:chExt cx="565" cy="811"/>
              </a:xfrm>
            </p:grpSpPr>
            <p:sp>
              <p:nvSpPr>
                <p:cNvPr id="33818" name="Line 146">
                  <a:extLst>
                    <a:ext uri="{FF2B5EF4-FFF2-40B4-BE49-F238E27FC236}">
                      <a16:creationId xmlns:a16="http://schemas.microsoft.com/office/drawing/2014/main" id="{CB0F8218-82CE-BB49-B14D-63B3C0DF6521}"/>
                    </a:ext>
                  </a:extLst>
                </p:cNvPr>
                <p:cNvSpPr>
                  <a:spLocks noChangeShapeType="1"/>
                </p:cNvSpPr>
                <p:nvPr/>
              </p:nvSpPr>
              <p:spPr bwMode="auto">
                <a:xfrm>
                  <a:off x="3178" y="2275"/>
                  <a:ext cx="401" cy="72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3819" name="Line 147">
                  <a:extLst>
                    <a:ext uri="{FF2B5EF4-FFF2-40B4-BE49-F238E27FC236}">
                      <a16:creationId xmlns:a16="http://schemas.microsoft.com/office/drawing/2014/main" id="{86F40CF4-F071-CD48-AA86-19E8013A7120}"/>
                    </a:ext>
                  </a:extLst>
                </p:cNvPr>
                <p:cNvSpPr>
                  <a:spLocks noChangeShapeType="1"/>
                </p:cNvSpPr>
                <p:nvPr/>
              </p:nvSpPr>
              <p:spPr bwMode="auto">
                <a:xfrm>
                  <a:off x="3014" y="2333"/>
                  <a:ext cx="402" cy="75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grpSp>
          <p:grpSp>
            <p:nvGrpSpPr>
              <p:cNvPr id="33810" name="Group 148">
                <a:extLst>
                  <a:ext uri="{FF2B5EF4-FFF2-40B4-BE49-F238E27FC236}">
                    <a16:creationId xmlns:a16="http://schemas.microsoft.com/office/drawing/2014/main" id="{F11293DF-58DF-6F4A-A580-48D063EDDBB9}"/>
                  </a:ext>
                </a:extLst>
              </p:cNvPr>
              <p:cNvGrpSpPr>
                <a:grpSpLocks/>
              </p:cNvGrpSpPr>
              <p:nvPr/>
            </p:nvGrpSpPr>
            <p:grpSpPr bwMode="auto">
              <a:xfrm>
                <a:off x="3131" y="2452"/>
                <a:ext cx="181" cy="116"/>
                <a:chOff x="3131" y="2452"/>
                <a:chExt cx="181" cy="116"/>
              </a:xfrm>
            </p:grpSpPr>
            <p:grpSp>
              <p:nvGrpSpPr>
                <p:cNvPr id="33813" name="Group 149">
                  <a:extLst>
                    <a:ext uri="{FF2B5EF4-FFF2-40B4-BE49-F238E27FC236}">
                      <a16:creationId xmlns:a16="http://schemas.microsoft.com/office/drawing/2014/main" id="{262E7E14-5103-0049-B5C9-5A82FE9E572D}"/>
                    </a:ext>
                  </a:extLst>
                </p:cNvPr>
                <p:cNvGrpSpPr>
                  <a:grpSpLocks/>
                </p:cNvGrpSpPr>
                <p:nvPr/>
              </p:nvGrpSpPr>
              <p:grpSpPr bwMode="auto">
                <a:xfrm>
                  <a:off x="3131" y="2452"/>
                  <a:ext cx="173" cy="97"/>
                  <a:chOff x="3131" y="2452"/>
                  <a:chExt cx="173" cy="97"/>
                </a:xfrm>
              </p:grpSpPr>
              <p:sp>
                <p:nvSpPr>
                  <p:cNvPr id="33816" name="Arc 150">
                    <a:extLst>
                      <a:ext uri="{FF2B5EF4-FFF2-40B4-BE49-F238E27FC236}">
                        <a16:creationId xmlns:a16="http://schemas.microsoft.com/office/drawing/2014/main" id="{55D10056-00F5-3247-875D-8166B909FB73}"/>
                      </a:ext>
                    </a:extLst>
                  </p:cNvPr>
                  <p:cNvSpPr>
                    <a:spLocks/>
                  </p:cNvSpPr>
                  <p:nvPr/>
                </p:nvSpPr>
                <p:spPr bwMode="auto">
                  <a:xfrm>
                    <a:off x="3131" y="2452"/>
                    <a:ext cx="173" cy="97"/>
                  </a:xfrm>
                  <a:custGeom>
                    <a:avLst/>
                    <a:gdLst>
                      <a:gd name="T0" fmla="*/ 0 w 42713"/>
                      <a:gd name="T1" fmla="*/ 0 h 25597"/>
                      <a:gd name="T2" fmla="*/ 0 w 42713"/>
                      <a:gd name="T3" fmla="*/ 0 h 25597"/>
                      <a:gd name="T4" fmla="*/ 0 w 42713"/>
                      <a:gd name="T5" fmla="*/ 0 h 25597"/>
                      <a:gd name="T6" fmla="*/ 0 60000 65536"/>
                      <a:gd name="T7" fmla="*/ 0 60000 65536"/>
                      <a:gd name="T8" fmla="*/ 0 60000 65536"/>
                      <a:gd name="T9" fmla="*/ 0 w 42713"/>
                      <a:gd name="T10" fmla="*/ 0 h 25597"/>
                      <a:gd name="T11" fmla="*/ 42713 w 42713"/>
                      <a:gd name="T12" fmla="*/ 25597 h 25597"/>
                    </a:gdLst>
                    <a:ahLst/>
                    <a:cxnLst>
                      <a:cxn ang="T6">
                        <a:pos x="T0" y="T1"/>
                      </a:cxn>
                      <a:cxn ang="T7">
                        <a:pos x="T2" y="T3"/>
                      </a:cxn>
                      <a:cxn ang="T8">
                        <a:pos x="T4" y="T5"/>
                      </a:cxn>
                    </a:cxnLst>
                    <a:rect l="T9" t="T10" r="T11" b="T12"/>
                    <a:pathLst>
                      <a:path w="42713" h="25597" fill="none" extrusionOk="0">
                        <a:moveTo>
                          <a:pt x="373" y="25596"/>
                        </a:moveTo>
                        <a:cubicBezTo>
                          <a:pt x="124" y="24279"/>
                          <a:pt x="0" y="22941"/>
                          <a:pt x="0" y="21600"/>
                        </a:cubicBezTo>
                        <a:cubicBezTo>
                          <a:pt x="0" y="9670"/>
                          <a:pt x="9670" y="0"/>
                          <a:pt x="21600" y="0"/>
                        </a:cubicBezTo>
                        <a:cubicBezTo>
                          <a:pt x="31772" y="-1"/>
                          <a:pt x="40565" y="7097"/>
                          <a:pt x="42713" y="17039"/>
                        </a:cubicBezTo>
                      </a:path>
                      <a:path w="42713" h="25597" stroke="0" extrusionOk="0">
                        <a:moveTo>
                          <a:pt x="373" y="25596"/>
                        </a:moveTo>
                        <a:cubicBezTo>
                          <a:pt x="124" y="24279"/>
                          <a:pt x="0" y="22941"/>
                          <a:pt x="0" y="21600"/>
                        </a:cubicBezTo>
                        <a:cubicBezTo>
                          <a:pt x="0" y="9670"/>
                          <a:pt x="9670" y="0"/>
                          <a:pt x="21600" y="0"/>
                        </a:cubicBezTo>
                        <a:cubicBezTo>
                          <a:pt x="31772" y="-1"/>
                          <a:pt x="40565" y="7097"/>
                          <a:pt x="42713" y="17039"/>
                        </a:cubicBezTo>
                        <a:lnTo>
                          <a:pt x="21600" y="21600"/>
                        </a:lnTo>
                        <a:lnTo>
                          <a:pt x="373" y="25596"/>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3817" name="Arc 151">
                    <a:extLst>
                      <a:ext uri="{FF2B5EF4-FFF2-40B4-BE49-F238E27FC236}">
                        <a16:creationId xmlns:a16="http://schemas.microsoft.com/office/drawing/2014/main" id="{37026017-CED1-C845-AB96-4BEB063132B9}"/>
                      </a:ext>
                    </a:extLst>
                  </p:cNvPr>
                  <p:cNvSpPr>
                    <a:spLocks/>
                  </p:cNvSpPr>
                  <p:nvPr/>
                </p:nvSpPr>
                <p:spPr bwMode="auto">
                  <a:xfrm>
                    <a:off x="3131" y="2462"/>
                    <a:ext cx="88" cy="87"/>
                  </a:xfrm>
                  <a:custGeom>
                    <a:avLst/>
                    <a:gdLst>
                      <a:gd name="T0" fmla="*/ 0 w 21600"/>
                      <a:gd name="T1" fmla="*/ 0 h 22888"/>
                      <a:gd name="T2" fmla="*/ 0 w 21600"/>
                      <a:gd name="T3" fmla="*/ 0 h 22888"/>
                      <a:gd name="T4" fmla="*/ 0 w 21600"/>
                      <a:gd name="T5" fmla="*/ 0 h 22888"/>
                      <a:gd name="T6" fmla="*/ 0 60000 65536"/>
                      <a:gd name="T7" fmla="*/ 0 60000 65536"/>
                      <a:gd name="T8" fmla="*/ 0 60000 65536"/>
                      <a:gd name="T9" fmla="*/ 0 w 21600"/>
                      <a:gd name="T10" fmla="*/ 0 h 22888"/>
                      <a:gd name="T11" fmla="*/ 21600 w 21600"/>
                      <a:gd name="T12" fmla="*/ 22888 h 22888"/>
                    </a:gdLst>
                    <a:ahLst/>
                    <a:cxnLst>
                      <a:cxn ang="T6">
                        <a:pos x="T0" y="T1"/>
                      </a:cxn>
                      <a:cxn ang="T7">
                        <a:pos x="T2" y="T3"/>
                      </a:cxn>
                      <a:cxn ang="T8">
                        <a:pos x="T4" y="T5"/>
                      </a:cxn>
                    </a:cxnLst>
                    <a:rect l="T9" t="T10" r="T11" b="T12"/>
                    <a:pathLst>
                      <a:path w="21600" h="22888" fill="none" extrusionOk="0">
                        <a:moveTo>
                          <a:pt x="373" y="22887"/>
                        </a:moveTo>
                        <a:cubicBezTo>
                          <a:pt x="124" y="21570"/>
                          <a:pt x="0" y="20232"/>
                          <a:pt x="0" y="18891"/>
                        </a:cubicBezTo>
                        <a:cubicBezTo>
                          <a:pt x="-1" y="11039"/>
                          <a:pt x="4260" y="3806"/>
                          <a:pt x="11126" y="-1"/>
                        </a:cubicBezTo>
                      </a:path>
                      <a:path w="21600" h="22888" stroke="0" extrusionOk="0">
                        <a:moveTo>
                          <a:pt x="373" y="22887"/>
                        </a:moveTo>
                        <a:cubicBezTo>
                          <a:pt x="124" y="21570"/>
                          <a:pt x="0" y="20232"/>
                          <a:pt x="0" y="18891"/>
                        </a:cubicBezTo>
                        <a:cubicBezTo>
                          <a:pt x="-1" y="11039"/>
                          <a:pt x="4260" y="3806"/>
                          <a:pt x="11126" y="-1"/>
                        </a:cubicBezTo>
                        <a:lnTo>
                          <a:pt x="21600" y="18891"/>
                        </a:lnTo>
                        <a:lnTo>
                          <a:pt x="373" y="22887"/>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sp>
              <p:nvSpPr>
                <p:cNvPr id="33814" name="Arc 152">
                  <a:extLst>
                    <a:ext uri="{FF2B5EF4-FFF2-40B4-BE49-F238E27FC236}">
                      <a16:creationId xmlns:a16="http://schemas.microsoft.com/office/drawing/2014/main" id="{3EE4B272-73AA-F242-8301-C8C96A077A50}"/>
                    </a:ext>
                  </a:extLst>
                </p:cNvPr>
                <p:cNvSpPr>
                  <a:spLocks/>
                </p:cNvSpPr>
                <p:nvPr/>
              </p:nvSpPr>
              <p:spPr bwMode="auto">
                <a:xfrm>
                  <a:off x="3132" y="2452"/>
                  <a:ext cx="173" cy="98"/>
                </a:xfrm>
                <a:custGeom>
                  <a:avLst/>
                  <a:gdLst>
                    <a:gd name="T0" fmla="*/ 0 w 42657"/>
                    <a:gd name="T1" fmla="*/ 0 h 25854"/>
                    <a:gd name="T2" fmla="*/ 0 w 42657"/>
                    <a:gd name="T3" fmla="*/ 0 h 25854"/>
                    <a:gd name="T4" fmla="*/ 0 w 42657"/>
                    <a:gd name="T5" fmla="*/ 0 h 25854"/>
                    <a:gd name="T6" fmla="*/ 0 60000 65536"/>
                    <a:gd name="T7" fmla="*/ 0 60000 65536"/>
                    <a:gd name="T8" fmla="*/ 0 60000 65536"/>
                    <a:gd name="T9" fmla="*/ 0 w 42657"/>
                    <a:gd name="T10" fmla="*/ 0 h 25854"/>
                    <a:gd name="T11" fmla="*/ 42657 w 42657"/>
                    <a:gd name="T12" fmla="*/ 25854 h 25854"/>
                  </a:gdLst>
                  <a:ahLst/>
                  <a:cxnLst>
                    <a:cxn ang="T6">
                      <a:pos x="T0" y="T1"/>
                    </a:cxn>
                    <a:cxn ang="T7">
                      <a:pos x="T2" y="T3"/>
                    </a:cxn>
                    <a:cxn ang="T8">
                      <a:pos x="T4" y="T5"/>
                    </a:cxn>
                  </a:cxnLst>
                  <a:rect l="T9" t="T10" r="T11" b="T12"/>
                  <a:pathLst>
                    <a:path w="42657" h="25854" fill="none" extrusionOk="0">
                      <a:moveTo>
                        <a:pt x="423" y="25853"/>
                      </a:moveTo>
                      <a:cubicBezTo>
                        <a:pt x="141" y="24453"/>
                        <a:pt x="0" y="23028"/>
                        <a:pt x="0" y="21600"/>
                      </a:cubicBezTo>
                      <a:cubicBezTo>
                        <a:pt x="0" y="9670"/>
                        <a:pt x="9670" y="0"/>
                        <a:pt x="21600" y="0"/>
                      </a:cubicBezTo>
                      <a:cubicBezTo>
                        <a:pt x="31674" y="-1"/>
                        <a:pt x="40410" y="6964"/>
                        <a:pt x="42656" y="16785"/>
                      </a:cubicBezTo>
                    </a:path>
                    <a:path w="42657" h="25854" stroke="0" extrusionOk="0">
                      <a:moveTo>
                        <a:pt x="423" y="25853"/>
                      </a:moveTo>
                      <a:cubicBezTo>
                        <a:pt x="141" y="24453"/>
                        <a:pt x="0" y="23028"/>
                        <a:pt x="0" y="21600"/>
                      </a:cubicBezTo>
                      <a:cubicBezTo>
                        <a:pt x="0" y="9670"/>
                        <a:pt x="9670" y="0"/>
                        <a:pt x="21600" y="0"/>
                      </a:cubicBezTo>
                      <a:cubicBezTo>
                        <a:pt x="31674" y="-1"/>
                        <a:pt x="40410" y="6964"/>
                        <a:pt x="42656" y="16785"/>
                      </a:cubicBezTo>
                      <a:lnTo>
                        <a:pt x="21600" y="21600"/>
                      </a:lnTo>
                      <a:lnTo>
                        <a:pt x="423" y="25853"/>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33815" name="Arc 153">
                  <a:extLst>
                    <a:ext uri="{FF2B5EF4-FFF2-40B4-BE49-F238E27FC236}">
                      <a16:creationId xmlns:a16="http://schemas.microsoft.com/office/drawing/2014/main" id="{82949C68-B7E1-2A49-BBE8-B984A0417BD7}"/>
                    </a:ext>
                  </a:extLst>
                </p:cNvPr>
                <p:cNvSpPr>
                  <a:spLocks/>
                </p:cNvSpPr>
                <p:nvPr/>
              </p:nvSpPr>
              <p:spPr bwMode="auto">
                <a:xfrm>
                  <a:off x="3140" y="2467"/>
                  <a:ext cx="172" cy="101"/>
                </a:xfrm>
                <a:custGeom>
                  <a:avLst/>
                  <a:gdLst>
                    <a:gd name="T0" fmla="*/ 0 w 42453"/>
                    <a:gd name="T1" fmla="*/ 0 h 26668"/>
                    <a:gd name="T2" fmla="*/ 0 w 42453"/>
                    <a:gd name="T3" fmla="*/ 0 h 26668"/>
                    <a:gd name="T4" fmla="*/ 0 w 42453"/>
                    <a:gd name="T5" fmla="*/ 0 h 26668"/>
                    <a:gd name="T6" fmla="*/ 0 60000 65536"/>
                    <a:gd name="T7" fmla="*/ 0 60000 65536"/>
                    <a:gd name="T8" fmla="*/ 0 60000 65536"/>
                    <a:gd name="T9" fmla="*/ 0 w 42453"/>
                    <a:gd name="T10" fmla="*/ 0 h 26668"/>
                    <a:gd name="T11" fmla="*/ 42453 w 42453"/>
                    <a:gd name="T12" fmla="*/ 26668 h 26668"/>
                  </a:gdLst>
                  <a:ahLst/>
                  <a:cxnLst>
                    <a:cxn ang="T6">
                      <a:pos x="T0" y="T1"/>
                    </a:cxn>
                    <a:cxn ang="T7">
                      <a:pos x="T2" y="T3"/>
                    </a:cxn>
                    <a:cxn ang="T8">
                      <a:pos x="T4" y="T5"/>
                    </a:cxn>
                  </a:cxnLst>
                  <a:rect l="T9" t="T10" r="T11" b="T12"/>
                  <a:pathLst>
                    <a:path w="42453" h="26668" fill="none" extrusionOk="0">
                      <a:moveTo>
                        <a:pt x="602" y="26668"/>
                      </a:moveTo>
                      <a:cubicBezTo>
                        <a:pt x="202" y="25008"/>
                        <a:pt x="0" y="23307"/>
                        <a:pt x="0" y="21600"/>
                      </a:cubicBezTo>
                      <a:cubicBezTo>
                        <a:pt x="0" y="9670"/>
                        <a:pt x="9670" y="0"/>
                        <a:pt x="21600" y="0"/>
                      </a:cubicBezTo>
                      <a:cubicBezTo>
                        <a:pt x="31361" y="-1"/>
                        <a:pt x="39909" y="6546"/>
                        <a:pt x="42453" y="15969"/>
                      </a:cubicBezTo>
                    </a:path>
                    <a:path w="42453" h="26668" stroke="0" extrusionOk="0">
                      <a:moveTo>
                        <a:pt x="602" y="26668"/>
                      </a:moveTo>
                      <a:cubicBezTo>
                        <a:pt x="202" y="25008"/>
                        <a:pt x="0" y="23307"/>
                        <a:pt x="0" y="21600"/>
                      </a:cubicBezTo>
                      <a:cubicBezTo>
                        <a:pt x="0" y="9670"/>
                        <a:pt x="9670" y="0"/>
                        <a:pt x="21600" y="0"/>
                      </a:cubicBezTo>
                      <a:cubicBezTo>
                        <a:pt x="31361" y="-1"/>
                        <a:pt x="39909" y="6546"/>
                        <a:pt x="42453" y="15969"/>
                      </a:cubicBezTo>
                      <a:lnTo>
                        <a:pt x="21600" y="21600"/>
                      </a:lnTo>
                      <a:lnTo>
                        <a:pt x="602" y="26668"/>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sp>
            <p:nvSpPr>
              <p:cNvPr id="33811" name="Freeform 154">
                <a:extLst>
                  <a:ext uri="{FF2B5EF4-FFF2-40B4-BE49-F238E27FC236}">
                    <a16:creationId xmlns:a16="http://schemas.microsoft.com/office/drawing/2014/main" id="{C45371A8-61FA-714E-9C80-E8DF3A0E3600}"/>
                  </a:ext>
                </a:extLst>
              </p:cNvPr>
              <p:cNvSpPr>
                <a:spLocks/>
              </p:cNvSpPr>
              <p:nvPr/>
            </p:nvSpPr>
            <p:spPr bwMode="auto">
              <a:xfrm>
                <a:off x="3136" y="2471"/>
                <a:ext cx="348" cy="597"/>
              </a:xfrm>
              <a:custGeom>
                <a:avLst/>
                <a:gdLst>
                  <a:gd name="T0" fmla="*/ 44 w 348"/>
                  <a:gd name="T1" fmla="*/ 0 h 597"/>
                  <a:gd name="T2" fmla="*/ 31 w 348"/>
                  <a:gd name="T3" fmla="*/ 8 h 597"/>
                  <a:gd name="T4" fmla="*/ 21 w 348"/>
                  <a:gd name="T5" fmla="*/ 16 h 597"/>
                  <a:gd name="T6" fmla="*/ 12 w 348"/>
                  <a:gd name="T7" fmla="*/ 26 h 597"/>
                  <a:gd name="T8" fmla="*/ 8 w 348"/>
                  <a:gd name="T9" fmla="*/ 36 h 597"/>
                  <a:gd name="T10" fmla="*/ 4 w 348"/>
                  <a:gd name="T11" fmla="*/ 47 h 597"/>
                  <a:gd name="T12" fmla="*/ 1 w 348"/>
                  <a:gd name="T13" fmla="*/ 58 h 597"/>
                  <a:gd name="T14" fmla="*/ 0 w 348"/>
                  <a:gd name="T15" fmla="*/ 71 h 597"/>
                  <a:gd name="T16" fmla="*/ 0 w 348"/>
                  <a:gd name="T17" fmla="*/ 86 h 597"/>
                  <a:gd name="T18" fmla="*/ 270 w 348"/>
                  <a:gd name="T19" fmla="*/ 597 h 597"/>
                  <a:gd name="T20" fmla="*/ 348 w 348"/>
                  <a:gd name="T21" fmla="*/ 543 h 597"/>
                  <a:gd name="T22" fmla="*/ 44 w 348"/>
                  <a:gd name="T23" fmla="*/ 0 h 59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8"/>
                  <a:gd name="T37" fmla="*/ 0 h 597"/>
                  <a:gd name="T38" fmla="*/ 348 w 348"/>
                  <a:gd name="T39" fmla="*/ 597 h 59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8" h="597">
                    <a:moveTo>
                      <a:pt x="44" y="0"/>
                    </a:moveTo>
                    <a:lnTo>
                      <a:pt x="31" y="8"/>
                    </a:lnTo>
                    <a:lnTo>
                      <a:pt x="21" y="16"/>
                    </a:lnTo>
                    <a:lnTo>
                      <a:pt x="12" y="26"/>
                    </a:lnTo>
                    <a:lnTo>
                      <a:pt x="8" y="36"/>
                    </a:lnTo>
                    <a:lnTo>
                      <a:pt x="4" y="47"/>
                    </a:lnTo>
                    <a:lnTo>
                      <a:pt x="1" y="58"/>
                    </a:lnTo>
                    <a:lnTo>
                      <a:pt x="0" y="71"/>
                    </a:lnTo>
                    <a:lnTo>
                      <a:pt x="0" y="86"/>
                    </a:lnTo>
                    <a:lnTo>
                      <a:pt x="270" y="597"/>
                    </a:lnTo>
                    <a:lnTo>
                      <a:pt x="348" y="543"/>
                    </a:lnTo>
                    <a:lnTo>
                      <a:pt x="44" y="0"/>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3812" name="Oval 155">
                <a:extLst>
                  <a:ext uri="{FF2B5EF4-FFF2-40B4-BE49-F238E27FC236}">
                    <a16:creationId xmlns:a16="http://schemas.microsoft.com/office/drawing/2014/main" id="{314B47FC-5EBB-EF48-9ED1-6B6A42507BC2}"/>
                  </a:ext>
                </a:extLst>
              </p:cNvPr>
              <p:cNvSpPr>
                <a:spLocks noChangeArrowheads="1"/>
              </p:cNvSpPr>
              <p:nvPr/>
            </p:nvSpPr>
            <p:spPr bwMode="auto">
              <a:xfrm>
                <a:off x="3410" y="2966"/>
                <a:ext cx="190" cy="183"/>
              </a:xfrm>
              <a:prstGeom prst="ellipse">
                <a:avLst/>
              </a:prstGeom>
              <a:solidFill>
                <a:srgbClr val="7F5F3F"/>
              </a:solidFill>
              <a:ln w="12700">
                <a:solidFill>
                  <a:srgbClr val="000000"/>
                </a:solidFill>
                <a:round/>
                <a:headEnd/>
                <a:tailEnd/>
              </a:ln>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grpSp>
      <p:sp>
        <p:nvSpPr>
          <p:cNvPr id="203932" name="Text Box 156">
            <a:extLst>
              <a:ext uri="{FF2B5EF4-FFF2-40B4-BE49-F238E27FC236}">
                <a16:creationId xmlns:a16="http://schemas.microsoft.com/office/drawing/2014/main" id="{1A8142A3-5C46-A94F-AF19-BF365E40BD8A}"/>
              </a:ext>
            </a:extLst>
          </p:cNvPr>
          <p:cNvSpPr txBox="1">
            <a:spLocks noChangeArrowheads="1"/>
          </p:cNvSpPr>
          <p:nvPr/>
        </p:nvSpPr>
        <p:spPr bwMode="auto">
          <a:xfrm>
            <a:off x="898525" y="6035675"/>
            <a:ext cx="705485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2000" dirty="0"/>
              <a:t>Algumas atividades de fases </a:t>
            </a:r>
            <a:r>
              <a:rPr lang="pt-BR" altLang="pt-BR" sz="2000" dirty="0" err="1"/>
              <a:t>subseqüentes</a:t>
            </a:r>
            <a:r>
              <a:rPr lang="pt-BR" altLang="pt-BR" sz="2000" dirty="0"/>
              <a:t> podem ocorrer em paralelo</a:t>
            </a:r>
          </a:p>
        </p:txBody>
      </p:sp>
      <p:sp>
        <p:nvSpPr>
          <p:cNvPr id="2" name="CaixaDeTexto 1">
            <a:extLst>
              <a:ext uri="{FF2B5EF4-FFF2-40B4-BE49-F238E27FC236}">
                <a16:creationId xmlns:a16="http://schemas.microsoft.com/office/drawing/2014/main" id="{9EFE7096-7E87-034B-928A-B4D22E66C59E}"/>
              </a:ext>
            </a:extLst>
          </p:cNvPr>
          <p:cNvSpPr txBox="1"/>
          <p:nvPr/>
        </p:nvSpPr>
        <p:spPr>
          <a:xfrm>
            <a:off x="4144283" y="3927480"/>
            <a:ext cx="922512" cy="646331"/>
          </a:xfrm>
          <a:prstGeom prst="rect">
            <a:avLst/>
          </a:prstGeom>
          <a:noFill/>
          <a:ln>
            <a:solidFill>
              <a:schemeClr val="accent1">
                <a:lumMod val="75000"/>
              </a:schemeClr>
            </a:solidFill>
          </a:ln>
        </p:spPr>
        <p:txBody>
          <a:bodyPr wrap="square" rtlCol="0">
            <a:spAutoFit/>
          </a:bodyPr>
          <a:lstStyle/>
          <a:p>
            <a:pPr algn="ctr"/>
            <a:r>
              <a:rPr lang="pt-BR" sz="3600" dirty="0">
                <a:solidFill>
                  <a:srgbClr val="C00000"/>
                </a:solidFill>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nodeType="after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p:cTn id="7" dur="1000" fill="hold"/>
                                        <p:tgtEl>
                                          <p:spTgt spid="28"/>
                                        </p:tgtEl>
                                        <p:attrNameLst>
                                          <p:attrName>ppt_w</p:attrName>
                                        </p:attrNameLst>
                                      </p:cBhvr>
                                      <p:tavLst>
                                        <p:tav tm="0">
                                          <p:val>
                                            <p:fltVal val="0"/>
                                          </p:val>
                                        </p:tav>
                                        <p:tav tm="100000">
                                          <p:val>
                                            <p:strVal val="#ppt_w"/>
                                          </p:val>
                                        </p:tav>
                                      </p:tavLst>
                                    </p:anim>
                                    <p:anim calcmode="lin" valueType="num">
                                      <p:cBhvr>
                                        <p:cTn id="8" dur="1000" fill="hold"/>
                                        <p:tgtEl>
                                          <p:spTgt spid="28"/>
                                        </p:tgtEl>
                                        <p:attrNameLst>
                                          <p:attrName>ppt_h</p:attrName>
                                        </p:attrNameLst>
                                      </p:cBhvr>
                                      <p:tavLst>
                                        <p:tav tm="0">
                                          <p:val>
                                            <p:fltVal val="0"/>
                                          </p:val>
                                        </p:tav>
                                        <p:tav tm="100000">
                                          <p:val>
                                            <p:strVal val="#ppt_h"/>
                                          </p:val>
                                        </p:tav>
                                      </p:tavLst>
                                    </p:anim>
                                    <p:anim calcmode="lin" valueType="num">
                                      <p:cBhvr>
                                        <p:cTn id="9" dur="1000" fill="hold"/>
                                        <p:tgtEl>
                                          <p:spTgt spid="28"/>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8"/>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203932"/>
                                        </p:tgtEl>
                                        <p:attrNameLst>
                                          <p:attrName>style.visibility</p:attrName>
                                        </p:attrNameLst>
                                      </p:cBhvr>
                                      <p:to>
                                        <p:strVal val="visible"/>
                                      </p:to>
                                    </p:set>
                                    <p:anim calcmode="lin" valueType="num">
                                      <p:cBhvr additive="base">
                                        <p:cTn id="15" dur="500" fill="hold"/>
                                        <p:tgtEl>
                                          <p:spTgt spid="203932"/>
                                        </p:tgtEl>
                                        <p:attrNameLst>
                                          <p:attrName>ppt_x</p:attrName>
                                        </p:attrNameLst>
                                      </p:cBhvr>
                                      <p:tavLst>
                                        <p:tav tm="0">
                                          <p:val>
                                            <p:strVal val="#ppt_x"/>
                                          </p:val>
                                        </p:tav>
                                        <p:tav tm="100000">
                                          <p:val>
                                            <p:strVal val="#ppt_x"/>
                                          </p:val>
                                        </p:tav>
                                      </p:tavLst>
                                    </p:anim>
                                    <p:anim calcmode="lin" valueType="num">
                                      <p:cBhvr additive="base">
                                        <p:cTn id="16" dur="500" fill="hold"/>
                                        <p:tgtEl>
                                          <p:spTgt spid="2039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93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E458F9C4-78F4-5646-B8E5-D3A6310AED50}"/>
              </a:ext>
            </a:extLst>
          </p:cNvPr>
          <p:cNvSpPr>
            <a:spLocks noGrp="1" noChangeArrowheads="1"/>
          </p:cNvSpPr>
          <p:nvPr>
            <p:ph type="title"/>
          </p:nvPr>
        </p:nvSpPr>
        <p:spPr>
          <a:xfrm>
            <a:off x="76200" y="76200"/>
            <a:ext cx="7796213" cy="509588"/>
          </a:xfrm>
        </p:spPr>
        <p:txBody>
          <a:bodyPr/>
          <a:lstStyle/>
          <a:p>
            <a:pPr eaLnBrk="1" hangingPunct="1"/>
            <a:r>
              <a:rPr lang="pt-BR" altLang="pt-BR">
                <a:ea typeface="ＭＳ Ｐゴシック" panose="020B0600070205080204" pitchFamily="34" charset="-128"/>
              </a:rPr>
              <a:t>Relação entre o projeto conceitual e detalhado</a:t>
            </a:r>
          </a:p>
        </p:txBody>
      </p:sp>
      <p:grpSp>
        <p:nvGrpSpPr>
          <p:cNvPr id="35842" name="Group 3">
            <a:extLst>
              <a:ext uri="{FF2B5EF4-FFF2-40B4-BE49-F238E27FC236}">
                <a16:creationId xmlns:a16="http://schemas.microsoft.com/office/drawing/2014/main" id="{462DBDDB-D6F6-EA46-8AC4-560BCBDF895F}"/>
              </a:ext>
            </a:extLst>
          </p:cNvPr>
          <p:cNvGrpSpPr>
            <a:grpSpLocks/>
          </p:cNvGrpSpPr>
          <p:nvPr/>
        </p:nvGrpSpPr>
        <p:grpSpPr bwMode="auto">
          <a:xfrm>
            <a:off x="261938" y="1122363"/>
            <a:ext cx="3813175" cy="4589462"/>
            <a:chOff x="165" y="1072"/>
            <a:chExt cx="2402" cy="2891"/>
          </a:xfrm>
        </p:grpSpPr>
        <p:sp>
          <p:nvSpPr>
            <p:cNvPr id="35916" name="Rectangle 4">
              <a:extLst>
                <a:ext uri="{FF2B5EF4-FFF2-40B4-BE49-F238E27FC236}">
                  <a16:creationId xmlns:a16="http://schemas.microsoft.com/office/drawing/2014/main" id="{871E050E-3917-744E-9008-540C39A65A1E}"/>
                </a:ext>
              </a:extLst>
            </p:cNvPr>
            <p:cNvSpPr>
              <a:spLocks noChangeArrowheads="1"/>
            </p:cNvSpPr>
            <p:nvPr/>
          </p:nvSpPr>
          <p:spPr bwMode="auto">
            <a:xfrm>
              <a:off x="939" y="1072"/>
              <a:ext cx="546" cy="162"/>
            </a:xfrm>
            <a:prstGeom prst="rect">
              <a:avLst/>
            </a:prstGeom>
            <a:solidFill>
              <a:schemeClr val="bg1"/>
            </a:solidFill>
            <a:ln w="12700">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Produto</a:t>
              </a:r>
            </a:p>
          </p:txBody>
        </p:sp>
        <p:grpSp>
          <p:nvGrpSpPr>
            <p:cNvPr id="35917" name="Group 5">
              <a:extLst>
                <a:ext uri="{FF2B5EF4-FFF2-40B4-BE49-F238E27FC236}">
                  <a16:creationId xmlns:a16="http://schemas.microsoft.com/office/drawing/2014/main" id="{776E5075-3340-6240-BF1B-EF229AAD06BB}"/>
                </a:ext>
              </a:extLst>
            </p:cNvPr>
            <p:cNvGrpSpPr>
              <a:grpSpLocks/>
            </p:cNvGrpSpPr>
            <p:nvPr/>
          </p:nvGrpSpPr>
          <p:grpSpPr bwMode="auto">
            <a:xfrm>
              <a:off x="289" y="1564"/>
              <a:ext cx="1846" cy="162"/>
              <a:chOff x="380" y="1364"/>
              <a:chExt cx="1846" cy="162"/>
            </a:xfrm>
          </p:grpSpPr>
          <p:sp>
            <p:nvSpPr>
              <p:cNvPr id="35970" name="Rectangle 6">
                <a:extLst>
                  <a:ext uri="{FF2B5EF4-FFF2-40B4-BE49-F238E27FC236}">
                    <a16:creationId xmlns:a16="http://schemas.microsoft.com/office/drawing/2014/main" id="{1CEFC432-D674-3346-A0D4-0293DCE00FC9}"/>
                  </a:ext>
                </a:extLst>
              </p:cNvPr>
              <p:cNvSpPr>
                <a:spLocks noChangeArrowheads="1"/>
              </p:cNvSpPr>
              <p:nvPr/>
            </p:nvSpPr>
            <p:spPr bwMode="auto">
              <a:xfrm>
                <a:off x="1023" y="1364"/>
                <a:ext cx="560" cy="162"/>
              </a:xfrm>
              <a:prstGeom prst="rect">
                <a:avLst/>
              </a:prstGeom>
              <a:solidFill>
                <a:schemeClr val="bg1"/>
              </a:solidFill>
              <a:ln w="12700">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Sistema</a:t>
                </a:r>
              </a:p>
            </p:txBody>
          </p:sp>
          <p:sp>
            <p:nvSpPr>
              <p:cNvPr id="35971" name="Rectangle 7">
                <a:extLst>
                  <a:ext uri="{FF2B5EF4-FFF2-40B4-BE49-F238E27FC236}">
                    <a16:creationId xmlns:a16="http://schemas.microsoft.com/office/drawing/2014/main" id="{9D8BD472-DB11-4F40-9E80-6D09FB5EF480}"/>
                  </a:ext>
                </a:extLst>
              </p:cNvPr>
              <p:cNvSpPr>
                <a:spLocks noChangeArrowheads="1"/>
              </p:cNvSpPr>
              <p:nvPr/>
            </p:nvSpPr>
            <p:spPr bwMode="auto">
              <a:xfrm>
                <a:off x="380" y="1364"/>
                <a:ext cx="560" cy="162"/>
              </a:xfrm>
              <a:prstGeom prst="rect">
                <a:avLst/>
              </a:prstGeom>
              <a:solidFill>
                <a:schemeClr val="bg1"/>
              </a:solidFill>
              <a:ln w="12700">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Sistema</a:t>
                </a:r>
              </a:p>
            </p:txBody>
          </p:sp>
          <p:sp>
            <p:nvSpPr>
              <p:cNvPr id="35972" name="Rectangle 8">
                <a:extLst>
                  <a:ext uri="{FF2B5EF4-FFF2-40B4-BE49-F238E27FC236}">
                    <a16:creationId xmlns:a16="http://schemas.microsoft.com/office/drawing/2014/main" id="{95F60B6E-244B-E34B-BD34-D26FBF4CC565}"/>
                  </a:ext>
                </a:extLst>
              </p:cNvPr>
              <p:cNvSpPr>
                <a:spLocks noChangeArrowheads="1"/>
              </p:cNvSpPr>
              <p:nvPr/>
            </p:nvSpPr>
            <p:spPr bwMode="auto">
              <a:xfrm>
                <a:off x="1666" y="1364"/>
                <a:ext cx="560" cy="162"/>
              </a:xfrm>
              <a:prstGeom prst="rect">
                <a:avLst/>
              </a:prstGeom>
              <a:solidFill>
                <a:schemeClr val="bg1"/>
              </a:solidFill>
              <a:ln w="12700">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Sistema</a:t>
                </a:r>
              </a:p>
            </p:txBody>
          </p:sp>
        </p:grpSp>
        <p:sp>
          <p:nvSpPr>
            <p:cNvPr id="35918" name="Rectangle 9">
              <a:extLst>
                <a:ext uri="{FF2B5EF4-FFF2-40B4-BE49-F238E27FC236}">
                  <a16:creationId xmlns:a16="http://schemas.microsoft.com/office/drawing/2014/main" id="{6B94B9B2-E69D-D245-9BEB-83F5906E3398}"/>
                </a:ext>
              </a:extLst>
            </p:cNvPr>
            <p:cNvSpPr>
              <a:spLocks noChangeArrowheads="1"/>
            </p:cNvSpPr>
            <p:nvPr/>
          </p:nvSpPr>
          <p:spPr bwMode="auto">
            <a:xfrm>
              <a:off x="302" y="2079"/>
              <a:ext cx="766" cy="162"/>
            </a:xfrm>
            <a:prstGeom prst="rect">
              <a:avLst/>
            </a:prstGeom>
            <a:solidFill>
              <a:schemeClr val="bg1"/>
            </a:solidFill>
            <a:ln w="12700">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Subsistema</a:t>
              </a:r>
            </a:p>
          </p:txBody>
        </p:sp>
        <p:grpSp>
          <p:nvGrpSpPr>
            <p:cNvPr id="35919" name="Group 10">
              <a:extLst>
                <a:ext uri="{FF2B5EF4-FFF2-40B4-BE49-F238E27FC236}">
                  <a16:creationId xmlns:a16="http://schemas.microsoft.com/office/drawing/2014/main" id="{4901B2B0-6E47-274E-BEEF-07E627FE3829}"/>
                </a:ext>
              </a:extLst>
            </p:cNvPr>
            <p:cNvGrpSpPr>
              <a:grpSpLocks/>
            </p:cNvGrpSpPr>
            <p:nvPr/>
          </p:nvGrpSpPr>
          <p:grpSpPr bwMode="auto">
            <a:xfrm>
              <a:off x="451" y="2376"/>
              <a:ext cx="830" cy="929"/>
              <a:chOff x="486" y="2550"/>
              <a:chExt cx="830" cy="929"/>
            </a:xfrm>
          </p:grpSpPr>
          <p:sp>
            <p:nvSpPr>
              <p:cNvPr id="35966" name="Rectangle 11">
                <a:extLst>
                  <a:ext uri="{FF2B5EF4-FFF2-40B4-BE49-F238E27FC236}">
                    <a16:creationId xmlns:a16="http://schemas.microsoft.com/office/drawing/2014/main" id="{3B0C8684-CC79-BE49-B569-1C36AF396713}"/>
                  </a:ext>
                </a:extLst>
              </p:cNvPr>
              <p:cNvSpPr>
                <a:spLocks noChangeArrowheads="1"/>
              </p:cNvSpPr>
              <p:nvPr/>
            </p:nvSpPr>
            <p:spPr bwMode="auto">
              <a:xfrm>
                <a:off x="486" y="2550"/>
                <a:ext cx="830" cy="162"/>
              </a:xfrm>
              <a:prstGeom prst="rect">
                <a:avLst/>
              </a:prstGeom>
              <a:solidFill>
                <a:schemeClr val="bg1"/>
              </a:solidFill>
              <a:ln w="12700">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Componente</a:t>
                </a:r>
              </a:p>
            </p:txBody>
          </p:sp>
          <p:sp>
            <p:nvSpPr>
              <p:cNvPr id="35967" name="Rectangle 12">
                <a:extLst>
                  <a:ext uri="{FF2B5EF4-FFF2-40B4-BE49-F238E27FC236}">
                    <a16:creationId xmlns:a16="http://schemas.microsoft.com/office/drawing/2014/main" id="{3D022EA4-52D5-4A4A-BDA2-57C82C98B6E3}"/>
                  </a:ext>
                </a:extLst>
              </p:cNvPr>
              <p:cNvSpPr>
                <a:spLocks noChangeArrowheads="1"/>
              </p:cNvSpPr>
              <p:nvPr/>
            </p:nvSpPr>
            <p:spPr bwMode="auto">
              <a:xfrm>
                <a:off x="486" y="2805"/>
                <a:ext cx="830" cy="162"/>
              </a:xfrm>
              <a:prstGeom prst="rect">
                <a:avLst/>
              </a:prstGeom>
              <a:solidFill>
                <a:schemeClr val="bg1"/>
              </a:solidFill>
              <a:ln w="12700">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Componente</a:t>
                </a:r>
              </a:p>
            </p:txBody>
          </p:sp>
          <p:sp>
            <p:nvSpPr>
              <p:cNvPr id="35968" name="Rectangle 13">
                <a:extLst>
                  <a:ext uri="{FF2B5EF4-FFF2-40B4-BE49-F238E27FC236}">
                    <a16:creationId xmlns:a16="http://schemas.microsoft.com/office/drawing/2014/main" id="{A818FD81-532D-6741-8503-BD41BF65ABFA}"/>
                  </a:ext>
                </a:extLst>
              </p:cNvPr>
              <p:cNvSpPr>
                <a:spLocks noChangeArrowheads="1"/>
              </p:cNvSpPr>
              <p:nvPr/>
            </p:nvSpPr>
            <p:spPr bwMode="auto">
              <a:xfrm>
                <a:off x="486" y="3061"/>
                <a:ext cx="830" cy="162"/>
              </a:xfrm>
              <a:prstGeom prst="rect">
                <a:avLst/>
              </a:prstGeom>
              <a:solidFill>
                <a:schemeClr val="bg1"/>
              </a:solidFill>
              <a:ln w="12700">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Componente</a:t>
                </a:r>
              </a:p>
            </p:txBody>
          </p:sp>
          <p:sp>
            <p:nvSpPr>
              <p:cNvPr id="35969" name="Rectangle 14">
                <a:extLst>
                  <a:ext uri="{FF2B5EF4-FFF2-40B4-BE49-F238E27FC236}">
                    <a16:creationId xmlns:a16="http://schemas.microsoft.com/office/drawing/2014/main" id="{21D364EF-C53B-EF4C-B8CA-17EA7E714C4E}"/>
                  </a:ext>
                </a:extLst>
              </p:cNvPr>
              <p:cNvSpPr>
                <a:spLocks noChangeArrowheads="1"/>
              </p:cNvSpPr>
              <p:nvPr/>
            </p:nvSpPr>
            <p:spPr bwMode="auto">
              <a:xfrm>
                <a:off x="486" y="3317"/>
                <a:ext cx="830" cy="162"/>
              </a:xfrm>
              <a:prstGeom prst="rect">
                <a:avLst/>
              </a:prstGeom>
              <a:solidFill>
                <a:schemeClr val="bg1"/>
              </a:solidFill>
              <a:ln w="12700">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Componente</a:t>
                </a:r>
              </a:p>
            </p:txBody>
          </p:sp>
        </p:grpSp>
        <p:sp>
          <p:nvSpPr>
            <p:cNvPr id="35920" name="Rectangle 15">
              <a:extLst>
                <a:ext uri="{FF2B5EF4-FFF2-40B4-BE49-F238E27FC236}">
                  <a16:creationId xmlns:a16="http://schemas.microsoft.com/office/drawing/2014/main" id="{5C10A433-1A0C-4A44-A50A-E3899FCF8DB2}"/>
                </a:ext>
              </a:extLst>
            </p:cNvPr>
            <p:cNvSpPr>
              <a:spLocks noChangeArrowheads="1"/>
            </p:cNvSpPr>
            <p:nvPr/>
          </p:nvSpPr>
          <p:spPr bwMode="auto">
            <a:xfrm>
              <a:off x="1737" y="3418"/>
              <a:ext cx="830" cy="162"/>
            </a:xfrm>
            <a:prstGeom prst="rect">
              <a:avLst/>
            </a:prstGeom>
            <a:solidFill>
              <a:schemeClr val="bg1"/>
            </a:solidFill>
            <a:ln w="12700">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Componente</a:t>
              </a:r>
            </a:p>
          </p:txBody>
        </p:sp>
        <p:sp>
          <p:nvSpPr>
            <p:cNvPr id="35921" name="Rectangle 16">
              <a:extLst>
                <a:ext uri="{FF2B5EF4-FFF2-40B4-BE49-F238E27FC236}">
                  <a16:creationId xmlns:a16="http://schemas.microsoft.com/office/drawing/2014/main" id="{1EB7FB5C-0E21-A84A-AA6C-EB260318AF2D}"/>
                </a:ext>
              </a:extLst>
            </p:cNvPr>
            <p:cNvSpPr>
              <a:spLocks noChangeArrowheads="1"/>
            </p:cNvSpPr>
            <p:nvPr/>
          </p:nvSpPr>
          <p:spPr bwMode="auto">
            <a:xfrm>
              <a:off x="1737" y="3672"/>
              <a:ext cx="830" cy="162"/>
            </a:xfrm>
            <a:prstGeom prst="rect">
              <a:avLst/>
            </a:prstGeom>
            <a:solidFill>
              <a:schemeClr val="bg1"/>
            </a:solidFill>
            <a:ln w="12700">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Componente</a:t>
              </a:r>
            </a:p>
          </p:txBody>
        </p:sp>
        <p:cxnSp>
          <p:nvCxnSpPr>
            <p:cNvPr id="35922" name="AutoShape 17">
              <a:extLst>
                <a:ext uri="{FF2B5EF4-FFF2-40B4-BE49-F238E27FC236}">
                  <a16:creationId xmlns:a16="http://schemas.microsoft.com/office/drawing/2014/main" id="{4E11D7A3-8E56-984E-B599-008F65A78FE6}"/>
                </a:ext>
              </a:extLst>
            </p:cNvPr>
            <p:cNvCxnSpPr>
              <a:cxnSpLocks noChangeShapeType="1"/>
              <a:stCxn id="35918" idx="1"/>
              <a:endCxn id="35966" idx="1"/>
            </p:cNvCxnSpPr>
            <p:nvPr/>
          </p:nvCxnSpPr>
          <p:spPr bwMode="auto">
            <a:xfrm rot="10800000" flipH="1" flipV="1">
              <a:off x="302" y="2160"/>
              <a:ext cx="149" cy="297"/>
            </a:xfrm>
            <a:prstGeom prst="bentConnector3">
              <a:avLst>
                <a:gd name="adj1" fmla="val -96644"/>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35923" name="AutoShape 18">
              <a:extLst>
                <a:ext uri="{FF2B5EF4-FFF2-40B4-BE49-F238E27FC236}">
                  <a16:creationId xmlns:a16="http://schemas.microsoft.com/office/drawing/2014/main" id="{5731111E-DFB6-0341-9797-D23CC758023E}"/>
                </a:ext>
              </a:extLst>
            </p:cNvPr>
            <p:cNvCxnSpPr>
              <a:cxnSpLocks noChangeShapeType="1"/>
              <a:stCxn id="35918" idx="1"/>
              <a:endCxn id="35967" idx="1"/>
            </p:cNvCxnSpPr>
            <p:nvPr/>
          </p:nvCxnSpPr>
          <p:spPr bwMode="auto">
            <a:xfrm rot="10800000" flipH="1" flipV="1">
              <a:off x="302" y="2160"/>
              <a:ext cx="149" cy="552"/>
            </a:xfrm>
            <a:prstGeom prst="bentConnector3">
              <a:avLst>
                <a:gd name="adj1" fmla="val -96644"/>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35924" name="AutoShape 19">
              <a:extLst>
                <a:ext uri="{FF2B5EF4-FFF2-40B4-BE49-F238E27FC236}">
                  <a16:creationId xmlns:a16="http://schemas.microsoft.com/office/drawing/2014/main" id="{12026BF8-8F62-6041-9FB6-60979AFB55EE}"/>
                </a:ext>
              </a:extLst>
            </p:cNvPr>
            <p:cNvCxnSpPr>
              <a:cxnSpLocks noChangeShapeType="1"/>
              <a:stCxn id="35918" idx="1"/>
              <a:endCxn id="35969" idx="1"/>
            </p:cNvCxnSpPr>
            <p:nvPr/>
          </p:nvCxnSpPr>
          <p:spPr bwMode="auto">
            <a:xfrm rot="10800000" flipH="1" flipV="1">
              <a:off x="302" y="2160"/>
              <a:ext cx="149" cy="1064"/>
            </a:xfrm>
            <a:prstGeom prst="bentConnector3">
              <a:avLst>
                <a:gd name="adj1" fmla="val -96644"/>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35925" name="AutoShape 20">
              <a:extLst>
                <a:ext uri="{FF2B5EF4-FFF2-40B4-BE49-F238E27FC236}">
                  <a16:creationId xmlns:a16="http://schemas.microsoft.com/office/drawing/2014/main" id="{BA01520E-2153-8D4B-AA16-85DD9865B0DC}"/>
                </a:ext>
              </a:extLst>
            </p:cNvPr>
            <p:cNvCxnSpPr>
              <a:cxnSpLocks noChangeShapeType="1"/>
              <a:stCxn id="35918" idx="1"/>
              <a:endCxn id="35968" idx="1"/>
            </p:cNvCxnSpPr>
            <p:nvPr/>
          </p:nvCxnSpPr>
          <p:spPr bwMode="auto">
            <a:xfrm rot="10800000" flipH="1" flipV="1">
              <a:off x="302" y="2160"/>
              <a:ext cx="149" cy="808"/>
            </a:xfrm>
            <a:prstGeom prst="bentConnector3">
              <a:avLst>
                <a:gd name="adj1" fmla="val -96644"/>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35926" name="Rectangle 21">
              <a:extLst>
                <a:ext uri="{FF2B5EF4-FFF2-40B4-BE49-F238E27FC236}">
                  <a16:creationId xmlns:a16="http://schemas.microsoft.com/office/drawing/2014/main" id="{074BD3D2-1D2D-9148-A28A-2469720DFFA4}"/>
                </a:ext>
              </a:extLst>
            </p:cNvPr>
            <p:cNvSpPr>
              <a:spLocks noChangeArrowheads="1"/>
            </p:cNvSpPr>
            <p:nvPr/>
          </p:nvSpPr>
          <p:spPr bwMode="auto">
            <a:xfrm>
              <a:off x="1588" y="2079"/>
              <a:ext cx="766" cy="162"/>
            </a:xfrm>
            <a:prstGeom prst="rect">
              <a:avLst/>
            </a:prstGeom>
            <a:solidFill>
              <a:schemeClr val="bg1"/>
            </a:solidFill>
            <a:ln w="12700">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Subsistema</a:t>
              </a:r>
            </a:p>
          </p:txBody>
        </p:sp>
        <p:grpSp>
          <p:nvGrpSpPr>
            <p:cNvPr id="35927" name="Group 22">
              <a:extLst>
                <a:ext uri="{FF2B5EF4-FFF2-40B4-BE49-F238E27FC236}">
                  <a16:creationId xmlns:a16="http://schemas.microsoft.com/office/drawing/2014/main" id="{FF2D76AB-E8B7-544B-9FF3-73EC1D773DD1}"/>
                </a:ext>
              </a:extLst>
            </p:cNvPr>
            <p:cNvGrpSpPr>
              <a:grpSpLocks/>
            </p:cNvGrpSpPr>
            <p:nvPr/>
          </p:nvGrpSpPr>
          <p:grpSpPr bwMode="auto">
            <a:xfrm>
              <a:off x="1737" y="2382"/>
              <a:ext cx="830" cy="929"/>
              <a:chOff x="486" y="2550"/>
              <a:chExt cx="830" cy="929"/>
            </a:xfrm>
          </p:grpSpPr>
          <p:sp>
            <p:nvSpPr>
              <p:cNvPr id="35962" name="Rectangle 23">
                <a:extLst>
                  <a:ext uri="{FF2B5EF4-FFF2-40B4-BE49-F238E27FC236}">
                    <a16:creationId xmlns:a16="http://schemas.microsoft.com/office/drawing/2014/main" id="{F0006EB7-C887-6547-9547-34B780CBD26B}"/>
                  </a:ext>
                </a:extLst>
              </p:cNvPr>
              <p:cNvSpPr>
                <a:spLocks noChangeArrowheads="1"/>
              </p:cNvSpPr>
              <p:nvPr/>
            </p:nvSpPr>
            <p:spPr bwMode="auto">
              <a:xfrm>
                <a:off x="486" y="2550"/>
                <a:ext cx="830" cy="162"/>
              </a:xfrm>
              <a:prstGeom prst="rect">
                <a:avLst/>
              </a:prstGeom>
              <a:solidFill>
                <a:schemeClr val="bg1"/>
              </a:solidFill>
              <a:ln w="12700">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Componente</a:t>
                </a:r>
              </a:p>
            </p:txBody>
          </p:sp>
          <p:sp>
            <p:nvSpPr>
              <p:cNvPr id="35963" name="Rectangle 24">
                <a:extLst>
                  <a:ext uri="{FF2B5EF4-FFF2-40B4-BE49-F238E27FC236}">
                    <a16:creationId xmlns:a16="http://schemas.microsoft.com/office/drawing/2014/main" id="{7A8FCEEA-4B67-CC40-9E64-267D801E1881}"/>
                  </a:ext>
                </a:extLst>
              </p:cNvPr>
              <p:cNvSpPr>
                <a:spLocks noChangeArrowheads="1"/>
              </p:cNvSpPr>
              <p:nvPr/>
            </p:nvSpPr>
            <p:spPr bwMode="auto">
              <a:xfrm>
                <a:off x="486" y="2805"/>
                <a:ext cx="830" cy="162"/>
              </a:xfrm>
              <a:prstGeom prst="rect">
                <a:avLst/>
              </a:prstGeom>
              <a:solidFill>
                <a:schemeClr val="bg1"/>
              </a:solidFill>
              <a:ln w="12700">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Componente</a:t>
                </a:r>
              </a:p>
            </p:txBody>
          </p:sp>
          <p:sp>
            <p:nvSpPr>
              <p:cNvPr id="35964" name="Rectangle 25">
                <a:extLst>
                  <a:ext uri="{FF2B5EF4-FFF2-40B4-BE49-F238E27FC236}">
                    <a16:creationId xmlns:a16="http://schemas.microsoft.com/office/drawing/2014/main" id="{8FB637BB-AC63-0B45-A5E3-D5C8E84D6962}"/>
                  </a:ext>
                </a:extLst>
              </p:cNvPr>
              <p:cNvSpPr>
                <a:spLocks noChangeArrowheads="1"/>
              </p:cNvSpPr>
              <p:nvPr/>
            </p:nvSpPr>
            <p:spPr bwMode="auto">
              <a:xfrm>
                <a:off x="486" y="3061"/>
                <a:ext cx="830" cy="162"/>
              </a:xfrm>
              <a:prstGeom prst="rect">
                <a:avLst/>
              </a:prstGeom>
              <a:solidFill>
                <a:schemeClr val="bg1"/>
              </a:solidFill>
              <a:ln w="12700">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Componente</a:t>
                </a:r>
              </a:p>
            </p:txBody>
          </p:sp>
          <p:sp>
            <p:nvSpPr>
              <p:cNvPr id="35965" name="Rectangle 26">
                <a:extLst>
                  <a:ext uri="{FF2B5EF4-FFF2-40B4-BE49-F238E27FC236}">
                    <a16:creationId xmlns:a16="http://schemas.microsoft.com/office/drawing/2014/main" id="{C690D598-0CA2-734F-A4DF-6CB28AA981C5}"/>
                  </a:ext>
                </a:extLst>
              </p:cNvPr>
              <p:cNvSpPr>
                <a:spLocks noChangeArrowheads="1"/>
              </p:cNvSpPr>
              <p:nvPr/>
            </p:nvSpPr>
            <p:spPr bwMode="auto">
              <a:xfrm>
                <a:off x="486" y="3317"/>
                <a:ext cx="830" cy="162"/>
              </a:xfrm>
              <a:prstGeom prst="rect">
                <a:avLst/>
              </a:prstGeom>
              <a:solidFill>
                <a:schemeClr val="bg1"/>
              </a:solidFill>
              <a:ln w="12700">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Componente</a:t>
                </a:r>
              </a:p>
            </p:txBody>
          </p:sp>
        </p:grpSp>
        <p:cxnSp>
          <p:nvCxnSpPr>
            <p:cNvPr id="35928" name="AutoShape 27">
              <a:extLst>
                <a:ext uri="{FF2B5EF4-FFF2-40B4-BE49-F238E27FC236}">
                  <a16:creationId xmlns:a16="http://schemas.microsoft.com/office/drawing/2014/main" id="{A9367058-1760-9D4D-9DD8-26065AEE9FBC}"/>
                </a:ext>
              </a:extLst>
            </p:cNvPr>
            <p:cNvCxnSpPr>
              <a:cxnSpLocks noChangeShapeType="1"/>
              <a:stCxn id="35926" idx="1"/>
              <a:endCxn id="35962" idx="1"/>
            </p:cNvCxnSpPr>
            <p:nvPr/>
          </p:nvCxnSpPr>
          <p:spPr bwMode="auto">
            <a:xfrm rot="10800000" flipH="1" flipV="1">
              <a:off x="1588" y="2160"/>
              <a:ext cx="149" cy="303"/>
            </a:xfrm>
            <a:prstGeom prst="bentConnector3">
              <a:avLst>
                <a:gd name="adj1" fmla="val -96644"/>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35929" name="AutoShape 28">
              <a:extLst>
                <a:ext uri="{FF2B5EF4-FFF2-40B4-BE49-F238E27FC236}">
                  <a16:creationId xmlns:a16="http://schemas.microsoft.com/office/drawing/2014/main" id="{2B6AFF62-A50C-3944-B75E-4B2A48085A4B}"/>
                </a:ext>
              </a:extLst>
            </p:cNvPr>
            <p:cNvCxnSpPr>
              <a:cxnSpLocks noChangeShapeType="1"/>
              <a:stCxn id="35926" idx="1"/>
              <a:endCxn id="35963" idx="1"/>
            </p:cNvCxnSpPr>
            <p:nvPr/>
          </p:nvCxnSpPr>
          <p:spPr bwMode="auto">
            <a:xfrm rot="10800000" flipH="1" flipV="1">
              <a:off x="1588" y="2160"/>
              <a:ext cx="149" cy="558"/>
            </a:xfrm>
            <a:prstGeom prst="bentConnector3">
              <a:avLst>
                <a:gd name="adj1" fmla="val -96644"/>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35930" name="AutoShape 29">
              <a:extLst>
                <a:ext uri="{FF2B5EF4-FFF2-40B4-BE49-F238E27FC236}">
                  <a16:creationId xmlns:a16="http://schemas.microsoft.com/office/drawing/2014/main" id="{16870477-FD07-3647-9A76-8F47BA9E3135}"/>
                </a:ext>
              </a:extLst>
            </p:cNvPr>
            <p:cNvCxnSpPr>
              <a:cxnSpLocks noChangeShapeType="1"/>
              <a:stCxn id="35926" idx="1"/>
              <a:endCxn id="35965" idx="1"/>
            </p:cNvCxnSpPr>
            <p:nvPr/>
          </p:nvCxnSpPr>
          <p:spPr bwMode="auto">
            <a:xfrm rot="10800000" flipH="1" flipV="1">
              <a:off x="1588" y="2160"/>
              <a:ext cx="149" cy="1070"/>
            </a:xfrm>
            <a:prstGeom prst="bentConnector3">
              <a:avLst>
                <a:gd name="adj1" fmla="val -96644"/>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35931" name="AutoShape 30">
              <a:extLst>
                <a:ext uri="{FF2B5EF4-FFF2-40B4-BE49-F238E27FC236}">
                  <a16:creationId xmlns:a16="http://schemas.microsoft.com/office/drawing/2014/main" id="{495A326D-B47A-3848-8B47-A426C938C9DA}"/>
                </a:ext>
              </a:extLst>
            </p:cNvPr>
            <p:cNvCxnSpPr>
              <a:cxnSpLocks noChangeShapeType="1"/>
              <a:stCxn id="35926" idx="1"/>
              <a:endCxn id="35964" idx="1"/>
            </p:cNvCxnSpPr>
            <p:nvPr/>
          </p:nvCxnSpPr>
          <p:spPr bwMode="auto">
            <a:xfrm rot="10800000" flipH="1" flipV="1">
              <a:off x="1588" y="2160"/>
              <a:ext cx="149" cy="814"/>
            </a:xfrm>
            <a:prstGeom prst="bentConnector3">
              <a:avLst>
                <a:gd name="adj1" fmla="val -96644"/>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35932" name="AutoShape 31">
              <a:extLst>
                <a:ext uri="{FF2B5EF4-FFF2-40B4-BE49-F238E27FC236}">
                  <a16:creationId xmlns:a16="http://schemas.microsoft.com/office/drawing/2014/main" id="{2CD64BEA-D268-6B4C-85AF-702A23D43232}"/>
                </a:ext>
              </a:extLst>
            </p:cNvPr>
            <p:cNvCxnSpPr>
              <a:cxnSpLocks noChangeShapeType="1"/>
              <a:stCxn id="35926" idx="1"/>
              <a:endCxn id="35920" idx="1"/>
            </p:cNvCxnSpPr>
            <p:nvPr/>
          </p:nvCxnSpPr>
          <p:spPr bwMode="auto">
            <a:xfrm rot="10800000" flipH="1" flipV="1">
              <a:off x="1588" y="2160"/>
              <a:ext cx="149" cy="1339"/>
            </a:xfrm>
            <a:prstGeom prst="bentConnector3">
              <a:avLst>
                <a:gd name="adj1" fmla="val -96644"/>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35933" name="AutoShape 32">
              <a:extLst>
                <a:ext uri="{FF2B5EF4-FFF2-40B4-BE49-F238E27FC236}">
                  <a16:creationId xmlns:a16="http://schemas.microsoft.com/office/drawing/2014/main" id="{CD2A4BFE-89A6-284D-AF08-F25DB6C0932D}"/>
                </a:ext>
              </a:extLst>
            </p:cNvPr>
            <p:cNvCxnSpPr>
              <a:cxnSpLocks noChangeShapeType="1"/>
              <a:stCxn id="35926" idx="1"/>
              <a:endCxn id="35921" idx="1"/>
            </p:cNvCxnSpPr>
            <p:nvPr/>
          </p:nvCxnSpPr>
          <p:spPr bwMode="auto">
            <a:xfrm rot="10800000" flipH="1" flipV="1">
              <a:off x="1588" y="2160"/>
              <a:ext cx="149" cy="1593"/>
            </a:xfrm>
            <a:prstGeom prst="bentConnector3">
              <a:avLst>
                <a:gd name="adj1" fmla="val -96644"/>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cxnSp>
        <p:grpSp>
          <p:nvGrpSpPr>
            <p:cNvPr id="35934" name="Group 33">
              <a:extLst>
                <a:ext uri="{FF2B5EF4-FFF2-40B4-BE49-F238E27FC236}">
                  <a16:creationId xmlns:a16="http://schemas.microsoft.com/office/drawing/2014/main" id="{01A9C885-2F5A-2148-BD16-D22CD0E0A42F}"/>
                </a:ext>
              </a:extLst>
            </p:cNvPr>
            <p:cNvGrpSpPr>
              <a:grpSpLocks/>
            </p:cNvGrpSpPr>
            <p:nvPr/>
          </p:nvGrpSpPr>
          <p:grpSpPr bwMode="auto">
            <a:xfrm>
              <a:off x="1065" y="3563"/>
              <a:ext cx="343" cy="400"/>
              <a:chOff x="3389" y="3325"/>
              <a:chExt cx="343" cy="400"/>
            </a:xfrm>
          </p:grpSpPr>
          <p:grpSp>
            <p:nvGrpSpPr>
              <p:cNvPr id="35942" name="Group 34">
                <a:extLst>
                  <a:ext uri="{FF2B5EF4-FFF2-40B4-BE49-F238E27FC236}">
                    <a16:creationId xmlns:a16="http://schemas.microsoft.com/office/drawing/2014/main" id="{DC561A4F-C6F0-5B41-8BE9-1C1C9CD3C30E}"/>
                  </a:ext>
                </a:extLst>
              </p:cNvPr>
              <p:cNvGrpSpPr>
                <a:grpSpLocks/>
              </p:cNvGrpSpPr>
              <p:nvPr/>
            </p:nvGrpSpPr>
            <p:grpSpPr bwMode="auto">
              <a:xfrm>
                <a:off x="3438" y="3356"/>
                <a:ext cx="230" cy="323"/>
                <a:chOff x="1756" y="1358"/>
                <a:chExt cx="1277" cy="1609"/>
              </a:xfrm>
            </p:grpSpPr>
            <p:sp>
              <p:nvSpPr>
                <p:cNvPr id="35944" name="Rectangle 35">
                  <a:extLst>
                    <a:ext uri="{FF2B5EF4-FFF2-40B4-BE49-F238E27FC236}">
                      <a16:creationId xmlns:a16="http://schemas.microsoft.com/office/drawing/2014/main" id="{A26149B1-0205-CA48-90CD-D7EAF10D1AF0}"/>
                    </a:ext>
                  </a:extLst>
                </p:cNvPr>
                <p:cNvSpPr>
                  <a:spLocks noChangeArrowheads="1"/>
                </p:cNvSpPr>
                <p:nvPr/>
              </p:nvSpPr>
              <p:spPr bwMode="auto">
                <a:xfrm>
                  <a:off x="1976" y="1473"/>
                  <a:ext cx="1057" cy="1430"/>
                </a:xfrm>
                <a:prstGeom prst="rect">
                  <a:avLst/>
                </a:prstGeom>
                <a:solidFill>
                  <a:srgbClr val="FFFFFF"/>
                </a:solidFill>
                <a:ln w="0">
                  <a:solidFill>
                    <a:srgbClr val="000000"/>
                  </a:solidFill>
                  <a:miter lim="800000"/>
                  <a:headEnd/>
                  <a:tailEnd/>
                </a:ln>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35945" name="Freeform 36">
                  <a:extLst>
                    <a:ext uri="{FF2B5EF4-FFF2-40B4-BE49-F238E27FC236}">
                      <a16:creationId xmlns:a16="http://schemas.microsoft.com/office/drawing/2014/main" id="{17FAC0AF-69CA-E348-83E1-607FE94017A1}"/>
                    </a:ext>
                  </a:extLst>
                </p:cNvPr>
                <p:cNvSpPr>
                  <a:spLocks/>
                </p:cNvSpPr>
                <p:nvPr/>
              </p:nvSpPr>
              <p:spPr bwMode="auto">
                <a:xfrm>
                  <a:off x="1756" y="1358"/>
                  <a:ext cx="232" cy="1495"/>
                </a:xfrm>
                <a:custGeom>
                  <a:avLst/>
                  <a:gdLst>
                    <a:gd name="T0" fmla="*/ 0 w 1855"/>
                    <a:gd name="T1" fmla="*/ 0 h 11956"/>
                    <a:gd name="T2" fmla="*/ 0 w 1855"/>
                    <a:gd name="T3" fmla="*/ 0 h 11956"/>
                    <a:gd name="T4" fmla="*/ 0 w 1855"/>
                    <a:gd name="T5" fmla="*/ 0 h 11956"/>
                    <a:gd name="T6" fmla="*/ 0 w 1855"/>
                    <a:gd name="T7" fmla="*/ 0 h 11956"/>
                    <a:gd name="T8" fmla="*/ 0 w 1855"/>
                    <a:gd name="T9" fmla="*/ 0 h 11956"/>
                    <a:gd name="T10" fmla="*/ 0 w 1855"/>
                    <a:gd name="T11" fmla="*/ 0 h 11956"/>
                    <a:gd name="T12" fmla="*/ 0 w 1855"/>
                    <a:gd name="T13" fmla="*/ 0 h 11956"/>
                    <a:gd name="T14" fmla="*/ 0 w 1855"/>
                    <a:gd name="T15" fmla="*/ 0 h 11956"/>
                    <a:gd name="T16" fmla="*/ 0 w 1855"/>
                    <a:gd name="T17" fmla="*/ 0 h 11956"/>
                    <a:gd name="T18" fmla="*/ 0 w 1855"/>
                    <a:gd name="T19" fmla="*/ 0 h 11956"/>
                    <a:gd name="T20" fmla="*/ 0 w 1855"/>
                    <a:gd name="T21" fmla="*/ 0 h 11956"/>
                    <a:gd name="T22" fmla="*/ 0 w 1855"/>
                    <a:gd name="T23" fmla="*/ 0 h 11956"/>
                    <a:gd name="T24" fmla="*/ 0 w 1855"/>
                    <a:gd name="T25" fmla="*/ 0 h 11956"/>
                    <a:gd name="T26" fmla="*/ 0 w 1855"/>
                    <a:gd name="T27" fmla="*/ 0 h 11956"/>
                    <a:gd name="T28" fmla="*/ 0 w 1855"/>
                    <a:gd name="T29" fmla="*/ 0 h 11956"/>
                    <a:gd name="T30" fmla="*/ 0 w 1855"/>
                    <a:gd name="T31" fmla="*/ 0 h 11956"/>
                    <a:gd name="T32" fmla="*/ 0 w 1855"/>
                    <a:gd name="T33" fmla="*/ 0 h 11956"/>
                    <a:gd name="T34" fmla="*/ 0 w 1855"/>
                    <a:gd name="T35" fmla="*/ 0 h 11956"/>
                    <a:gd name="T36" fmla="*/ 0 w 1855"/>
                    <a:gd name="T37" fmla="*/ 0 h 11956"/>
                    <a:gd name="T38" fmla="*/ 0 w 1855"/>
                    <a:gd name="T39" fmla="*/ 0 h 11956"/>
                    <a:gd name="T40" fmla="*/ 0 w 1855"/>
                    <a:gd name="T41" fmla="*/ 0 h 11956"/>
                    <a:gd name="T42" fmla="*/ 0 w 1855"/>
                    <a:gd name="T43" fmla="*/ 0 h 11956"/>
                    <a:gd name="T44" fmla="*/ 0 w 1855"/>
                    <a:gd name="T45" fmla="*/ 0 h 119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855"/>
                    <a:gd name="T70" fmla="*/ 0 h 11956"/>
                    <a:gd name="T71" fmla="*/ 1855 w 1855"/>
                    <a:gd name="T72" fmla="*/ 11956 h 119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855" h="11956">
                      <a:moveTo>
                        <a:pt x="1855" y="11956"/>
                      </a:moveTo>
                      <a:lnTo>
                        <a:pt x="1855" y="920"/>
                      </a:lnTo>
                      <a:lnTo>
                        <a:pt x="1837" y="763"/>
                      </a:lnTo>
                      <a:lnTo>
                        <a:pt x="1804" y="608"/>
                      </a:lnTo>
                      <a:lnTo>
                        <a:pt x="1730" y="459"/>
                      </a:lnTo>
                      <a:lnTo>
                        <a:pt x="1631" y="336"/>
                      </a:lnTo>
                      <a:lnTo>
                        <a:pt x="1524" y="221"/>
                      </a:lnTo>
                      <a:lnTo>
                        <a:pt x="1393" y="131"/>
                      </a:lnTo>
                      <a:lnTo>
                        <a:pt x="1244" y="65"/>
                      </a:lnTo>
                      <a:lnTo>
                        <a:pt x="1087" y="24"/>
                      </a:lnTo>
                      <a:lnTo>
                        <a:pt x="931" y="0"/>
                      </a:lnTo>
                      <a:lnTo>
                        <a:pt x="766" y="24"/>
                      </a:lnTo>
                      <a:lnTo>
                        <a:pt x="608" y="65"/>
                      </a:lnTo>
                      <a:lnTo>
                        <a:pt x="462" y="131"/>
                      </a:lnTo>
                      <a:lnTo>
                        <a:pt x="328" y="221"/>
                      </a:lnTo>
                      <a:lnTo>
                        <a:pt x="214" y="336"/>
                      </a:lnTo>
                      <a:lnTo>
                        <a:pt x="116" y="459"/>
                      </a:lnTo>
                      <a:lnTo>
                        <a:pt x="48" y="608"/>
                      </a:lnTo>
                      <a:lnTo>
                        <a:pt x="9" y="763"/>
                      </a:lnTo>
                      <a:lnTo>
                        <a:pt x="0" y="920"/>
                      </a:lnTo>
                      <a:lnTo>
                        <a:pt x="0" y="11956"/>
                      </a:lnTo>
                      <a:lnTo>
                        <a:pt x="1855" y="11956"/>
                      </a:lnTo>
                      <a:close/>
                    </a:path>
                  </a:pathLst>
                </a:custGeom>
                <a:solidFill>
                  <a:srgbClr val="FFFFFF"/>
                </a:solidFill>
                <a:ln w="0">
                  <a:solidFill>
                    <a:srgbClr val="000000"/>
                  </a:solidFill>
                  <a:prstDash val="solid"/>
                  <a:round/>
                  <a:headEnd/>
                  <a:tailEnd/>
                </a:ln>
              </p:spPr>
              <p:txBody>
                <a:bodyPr/>
                <a:lstStyle/>
                <a:p>
                  <a:endParaRPr lang="pt-BR"/>
                </a:p>
              </p:txBody>
            </p:sp>
            <p:sp>
              <p:nvSpPr>
                <p:cNvPr id="35946" name="Freeform 37">
                  <a:extLst>
                    <a:ext uri="{FF2B5EF4-FFF2-40B4-BE49-F238E27FC236}">
                      <a16:creationId xmlns:a16="http://schemas.microsoft.com/office/drawing/2014/main" id="{FB835CC8-4B97-2B41-91DA-729E3A434E03}"/>
                    </a:ext>
                  </a:extLst>
                </p:cNvPr>
                <p:cNvSpPr>
                  <a:spLocks/>
                </p:cNvSpPr>
                <p:nvPr/>
              </p:nvSpPr>
              <p:spPr bwMode="auto">
                <a:xfrm>
                  <a:off x="1756" y="2740"/>
                  <a:ext cx="1052" cy="227"/>
                </a:xfrm>
                <a:custGeom>
                  <a:avLst/>
                  <a:gdLst>
                    <a:gd name="T0" fmla="*/ 0 w 8414"/>
                    <a:gd name="T1" fmla="*/ 0 h 1818"/>
                    <a:gd name="T2" fmla="*/ 0 w 8414"/>
                    <a:gd name="T3" fmla="*/ 0 h 1818"/>
                    <a:gd name="T4" fmla="*/ 0 w 8414"/>
                    <a:gd name="T5" fmla="*/ 0 h 1818"/>
                    <a:gd name="T6" fmla="*/ 0 w 8414"/>
                    <a:gd name="T7" fmla="*/ 0 h 1818"/>
                    <a:gd name="T8" fmla="*/ 0 w 8414"/>
                    <a:gd name="T9" fmla="*/ 0 h 1818"/>
                    <a:gd name="T10" fmla="*/ 0 w 8414"/>
                    <a:gd name="T11" fmla="*/ 0 h 1818"/>
                    <a:gd name="T12" fmla="*/ 0 w 8414"/>
                    <a:gd name="T13" fmla="*/ 0 h 1818"/>
                    <a:gd name="T14" fmla="*/ 0 w 8414"/>
                    <a:gd name="T15" fmla="*/ 0 h 1818"/>
                    <a:gd name="T16" fmla="*/ 0 w 8414"/>
                    <a:gd name="T17" fmla="*/ 0 h 1818"/>
                    <a:gd name="T18" fmla="*/ 0 w 8414"/>
                    <a:gd name="T19" fmla="*/ 0 h 1818"/>
                    <a:gd name="T20" fmla="*/ 0 w 8414"/>
                    <a:gd name="T21" fmla="*/ 0 h 1818"/>
                    <a:gd name="T22" fmla="*/ 0 w 8414"/>
                    <a:gd name="T23" fmla="*/ 0 h 1818"/>
                    <a:gd name="T24" fmla="*/ 0 w 8414"/>
                    <a:gd name="T25" fmla="*/ 0 h 1818"/>
                    <a:gd name="T26" fmla="*/ 0 w 8414"/>
                    <a:gd name="T27" fmla="*/ 0 h 1818"/>
                    <a:gd name="T28" fmla="*/ 0 w 8414"/>
                    <a:gd name="T29" fmla="*/ 0 h 1818"/>
                    <a:gd name="T30" fmla="*/ 0 w 8414"/>
                    <a:gd name="T31" fmla="*/ 0 h 1818"/>
                    <a:gd name="T32" fmla="*/ 0 w 8414"/>
                    <a:gd name="T33" fmla="*/ 0 h 1818"/>
                    <a:gd name="T34" fmla="*/ 0 w 8414"/>
                    <a:gd name="T35" fmla="*/ 0 h 1818"/>
                    <a:gd name="T36" fmla="*/ 0 w 8414"/>
                    <a:gd name="T37" fmla="*/ 0 h 1818"/>
                    <a:gd name="T38" fmla="*/ 0 w 8414"/>
                    <a:gd name="T39" fmla="*/ 0 h 1818"/>
                    <a:gd name="T40" fmla="*/ 0 w 8414"/>
                    <a:gd name="T41" fmla="*/ 0 h 1818"/>
                    <a:gd name="T42" fmla="*/ 0 w 8414"/>
                    <a:gd name="T43" fmla="*/ 0 h 1818"/>
                    <a:gd name="T44" fmla="*/ 0 w 8414"/>
                    <a:gd name="T45" fmla="*/ 0 h 1818"/>
                    <a:gd name="T46" fmla="*/ 0 w 8414"/>
                    <a:gd name="T47" fmla="*/ 0 h 1818"/>
                    <a:gd name="T48" fmla="*/ 0 w 8414"/>
                    <a:gd name="T49" fmla="*/ 0 h 1818"/>
                    <a:gd name="T50" fmla="*/ 0 w 8414"/>
                    <a:gd name="T51" fmla="*/ 0 h 1818"/>
                    <a:gd name="T52" fmla="*/ 0 w 8414"/>
                    <a:gd name="T53" fmla="*/ 0 h 1818"/>
                    <a:gd name="T54" fmla="*/ 0 w 8414"/>
                    <a:gd name="T55" fmla="*/ 0 h 1818"/>
                    <a:gd name="T56" fmla="*/ 0 w 8414"/>
                    <a:gd name="T57" fmla="*/ 0 h 1818"/>
                    <a:gd name="T58" fmla="*/ 0 w 8414"/>
                    <a:gd name="T59" fmla="*/ 0 h 1818"/>
                    <a:gd name="T60" fmla="*/ 0 w 8414"/>
                    <a:gd name="T61" fmla="*/ 0 h 1818"/>
                    <a:gd name="T62" fmla="*/ 0 w 8414"/>
                    <a:gd name="T63" fmla="*/ 0 h 181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8414"/>
                    <a:gd name="T97" fmla="*/ 0 h 1818"/>
                    <a:gd name="T98" fmla="*/ 8414 w 8414"/>
                    <a:gd name="T99" fmla="*/ 1818 h 181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8414" h="1818">
                      <a:moveTo>
                        <a:pt x="8414" y="1306"/>
                      </a:moveTo>
                      <a:lnTo>
                        <a:pt x="1855" y="1306"/>
                      </a:lnTo>
                      <a:lnTo>
                        <a:pt x="1855" y="904"/>
                      </a:lnTo>
                      <a:lnTo>
                        <a:pt x="1837" y="748"/>
                      </a:lnTo>
                      <a:lnTo>
                        <a:pt x="1796" y="591"/>
                      </a:lnTo>
                      <a:lnTo>
                        <a:pt x="1722" y="453"/>
                      </a:lnTo>
                      <a:lnTo>
                        <a:pt x="1631" y="319"/>
                      </a:lnTo>
                      <a:lnTo>
                        <a:pt x="1524" y="204"/>
                      </a:lnTo>
                      <a:lnTo>
                        <a:pt x="1393" y="122"/>
                      </a:lnTo>
                      <a:lnTo>
                        <a:pt x="1244" y="48"/>
                      </a:lnTo>
                      <a:lnTo>
                        <a:pt x="1071" y="15"/>
                      </a:lnTo>
                      <a:lnTo>
                        <a:pt x="923" y="0"/>
                      </a:lnTo>
                      <a:lnTo>
                        <a:pt x="758" y="15"/>
                      </a:lnTo>
                      <a:lnTo>
                        <a:pt x="601" y="48"/>
                      </a:lnTo>
                      <a:lnTo>
                        <a:pt x="452" y="122"/>
                      </a:lnTo>
                      <a:lnTo>
                        <a:pt x="320" y="212"/>
                      </a:lnTo>
                      <a:lnTo>
                        <a:pt x="214" y="328"/>
                      </a:lnTo>
                      <a:lnTo>
                        <a:pt x="116" y="461"/>
                      </a:lnTo>
                      <a:lnTo>
                        <a:pt x="48" y="600"/>
                      </a:lnTo>
                      <a:lnTo>
                        <a:pt x="9" y="756"/>
                      </a:lnTo>
                      <a:lnTo>
                        <a:pt x="0" y="911"/>
                      </a:lnTo>
                      <a:lnTo>
                        <a:pt x="9" y="1077"/>
                      </a:lnTo>
                      <a:lnTo>
                        <a:pt x="57" y="1234"/>
                      </a:lnTo>
                      <a:lnTo>
                        <a:pt x="131" y="1374"/>
                      </a:lnTo>
                      <a:lnTo>
                        <a:pt x="221" y="1506"/>
                      </a:lnTo>
                      <a:lnTo>
                        <a:pt x="337" y="1613"/>
                      </a:lnTo>
                      <a:lnTo>
                        <a:pt x="478" y="1703"/>
                      </a:lnTo>
                      <a:lnTo>
                        <a:pt x="617" y="1768"/>
                      </a:lnTo>
                      <a:lnTo>
                        <a:pt x="774" y="1810"/>
                      </a:lnTo>
                      <a:lnTo>
                        <a:pt x="905" y="1818"/>
                      </a:lnTo>
                      <a:lnTo>
                        <a:pt x="8414" y="1818"/>
                      </a:lnTo>
                      <a:lnTo>
                        <a:pt x="8414" y="130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5947" name="Line 38">
                  <a:extLst>
                    <a:ext uri="{FF2B5EF4-FFF2-40B4-BE49-F238E27FC236}">
                      <a16:creationId xmlns:a16="http://schemas.microsoft.com/office/drawing/2014/main" id="{3460083A-3A96-034F-BAE8-F1935E7E7EAC}"/>
                    </a:ext>
                  </a:extLst>
                </p:cNvPr>
                <p:cNvSpPr>
                  <a:spLocks noChangeShapeType="1"/>
                </p:cNvSpPr>
                <p:nvPr/>
              </p:nvSpPr>
              <p:spPr bwMode="auto">
                <a:xfrm flipH="1">
                  <a:off x="1988" y="2853"/>
                  <a:ext cx="104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948" name="Line 39">
                  <a:extLst>
                    <a:ext uri="{FF2B5EF4-FFF2-40B4-BE49-F238E27FC236}">
                      <a16:creationId xmlns:a16="http://schemas.microsoft.com/office/drawing/2014/main" id="{B505AD58-C9AF-9049-92F4-7B4AA531077A}"/>
                    </a:ext>
                  </a:extLst>
                </p:cNvPr>
                <p:cNvSpPr>
                  <a:spLocks noChangeShapeType="1"/>
                </p:cNvSpPr>
                <p:nvPr/>
              </p:nvSpPr>
              <p:spPr bwMode="auto">
                <a:xfrm>
                  <a:off x="2006" y="1601"/>
                  <a:ext cx="1021" cy="1"/>
                </a:xfrm>
                <a:prstGeom prst="line">
                  <a:avLst/>
                </a:prstGeom>
                <a:noFill/>
                <a:ln w="0">
                  <a:solidFill>
                    <a:srgbClr val="00EAFF"/>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949" name="Line 40">
                  <a:extLst>
                    <a:ext uri="{FF2B5EF4-FFF2-40B4-BE49-F238E27FC236}">
                      <a16:creationId xmlns:a16="http://schemas.microsoft.com/office/drawing/2014/main" id="{2E3D654F-CAB3-B849-8565-1467FF266CD5}"/>
                    </a:ext>
                  </a:extLst>
                </p:cNvPr>
                <p:cNvSpPr>
                  <a:spLocks noChangeShapeType="1"/>
                </p:cNvSpPr>
                <p:nvPr/>
              </p:nvSpPr>
              <p:spPr bwMode="auto">
                <a:xfrm>
                  <a:off x="2006" y="1697"/>
                  <a:ext cx="1021" cy="1"/>
                </a:xfrm>
                <a:prstGeom prst="line">
                  <a:avLst/>
                </a:prstGeom>
                <a:noFill/>
                <a:ln w="0">
                  <a:solidFill>
                    <a:srgbClr val="00EAFF"/>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950" name="Line 41">
                  <a:extLst>
                    <a:ext uri="{FF2B5EF4-FFF2-40B4-BE49-F238E27FC236}">
                      <a16:creationId xmlns:a16="http://schemas.microsoft.com/office/drawing/2014/main" id="{CFAC2B14-F704-EE49-BE6C-98410FA176A2}"/>
                    </a:ext>
                  </a:extLst>
                </p:cNvPr>
                <p:cNvSpPr>
                  <a:spLocks noChangeShapeType="1"/>
                </p:cNvSpPr>
                <p:nvPr/>
              </p:nvSpPr>
              <p:spPr bwMode="auto">
                <a:xfrm>
                  <a:off x="2006" y="1793"/>
                  <a:ext cx="1021" cy="1"/>
                </a:xfrm>
                <a:prstGeom prst="line">
                  <a:avLst/>
                </a:prstGeom>
                <a:noFill/>
                <a:ln w="0">
                  <a:solidFill>
                    <a:srgbClr val="00EAFF"/>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951" name="Line 42">
                  <a:extLst>
                    <a:ext uri="{FF2B5EF4-FFF2-40B4-BE49-F238E27FC236}">
                      <a16:creationId xmlns:a16="http://schemas.microsoft.com/office/drawing/2014/main" id="{001CB9E3-3461-8D4C-AA3F-5FAFBF709CB6}"/>
                    </a:ext>
                  </a:extLst>
                </p:cNvPr>
                <p:cNvSpPr>
                  <a:spLocks noChangeShapeType="1"/>
                </p:cNvSpPr>
                <p:nvPr/>
              </p:nvSpPr>
              <p:spPr bwMode="auto">
                <a:xfrm>
                  <a:off x="2006" y="1890"/>
                  <a:ext cx="1021" cy="1"/>
                </a:xfrm>
                <a:prstGeom prst="line">
                  <a:avLst/>
                </a:prstGeom>
                <a:noFill/>
                <a:ln w="0">
                  <a:solidFill>
                    <a:srgbClr val="00EAFF"/>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952" name="Line 43">
                  <a:extLst>
                    <a:ext uri="{FF2B5EF4-FFF2-40B4-BE49-F238E27FC236}">
                      <a16:creationId xmlns:a16="http://schemas.microsoft.com/office/drawing/2014/main" id="{2CF77246-8C5F-194C-A622-E0E9864BFF4C}"/>
                    </a:ext>
                  </a:extLst>
                </p:cNvPr>
                <p:cNvSpPr>
                  <a:spLocks noChangeShapeType="1"/>
                </p:cNvSpPr>
                <p:nvPr/>
              </p:nvSpPr>
              <p:spPr bwMode="auto">
                <a:xfrm>
                  <a:off x="2006" y="1987"/>
                  <a:ext cx="1021" cy="1"/>
                </a:xfrm>
                <a:prstGeom prst="line">
                  <a:avLst/>
                </a:prstGeom>
                <a:noFill/>
                <a:ln w="0">
                  <a:solidFill>
                    <a:srgbClr val="00EAFF"/>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953" name="Line 44">
                  <a:extLst>
                    <a:ext uri="{FF2B5EF4-FFF2-40B4-BE49-F238E27FC236}">
                      <a16:creationId xmlns:a16="http://schemas.microsoft.com/office/drawing/2014/main" id="{3F8C131B-F66A-D945-9AE0-815425471B01}"/>
                    </a:ext>
                  </a:extLst>
                </p:cNvPr>
                <p:cNvSpPr>
                  <a:spLocks noChangeShapeType="1"/>
                </p:cNvSpPr>
                <p:nvPr/>
              </p:nvSpPr>
              <p:spPr bwMode="auto">
                <a:xfrm>
                  <a:off x="2006" y="2083"/>
                  <a:ext cx="1021" cy="1"/>
                </a:xfrm>
                <a:prstGeom prst="line">
                  <a:avLst/>
                </a:prstGeom>
                <a:noFill/>
                <a:ln w="0">
                  <a:solidFill>
                    <a:srgbClr val="00EAFF"/>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954" name="Line 45">
                  <a:extLst>
                    <a:ext uri="{FF2B5EF4-FFF2-40B4-BE49-F238E27FC236}">
                      <a16:creationId xmlns:a16="http://schemas.microsoft.com/office/drawing/2014/main" id="{5D8F27FF-42B9-F64A-8970-C4948D8A6589}"/>
                    </a:ext>
                  </a:extLst>
                </p:cNvPr>
                <p:cNvSpPr>
                  <a:spLocks noChangeShapeType="1"/>
                </p:cNvSpPr>
                <p:nvPr/>
              </p:nvSpPr>
              <p:spPr bwMode="auto">
                <a:xfrm>
                  <a:off x="2006" y="2180"/>
                  <a:ext cx="1021" cy="1"/>
                </a:xfrm>
                <a:prstGeom prst="line">
                  <a:avLst/>
                </a:prstGeom>
                <a:noFill/>
                <a:ln w="0">
                  <a:solidFill>
                    <a:srgbClr val="00EAFF"/>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955" name="Line 46">
                  <a:extLst>
                    <a:ext uri="{FF2B5EF4-FFF2-40B4-BE49-F238E27FC236}">
                      <a16:creationId xmlns:a16="http://schemas.microsoft.com/office/drawing/2014/main" id="{DCD9EB3E-C3B6-5B49-9975-C499B6AD6E68}"/>
                    </a:ext>
                  </a:extLst>
                </p:cNvPr>
                <p:cNvSpPr>
                  <a:spLocks noChangeShapeType="1"/>
                </p:cNvSpPr>
                <p:nvPr/>
              </p:nvSpPr>
              <p:spPr bwMode="auto">
                <a:xfrm>
                  <a:off x="2006" y="2277"/>
                  <a:ext cx="1021" cy="1"/>
                </a:xfrm>
                <a:prstGeom prst="line">
                  <a:avLst/>
                </a:prstGeom>
                <a:noFill/>
                <a:ln w="0">
                  <a:solidFill>
                    <a:srgbClr val="00EAFF"/>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956" name="Line 47">
                  <a:extLst>
                    <a:ext uri="{FF2B5EF4-FFF2-40B4-BE49-F238E27FC236}">
                      <a16:creationId xmlns:a16="http://schemas.microsoft.com/office/drawing/2014/main" id="{2151D0DA-5712-F149-B76F-6B2C3B6FDBF4}"/>
                    </a:ext>
                  </a:extLst>
                </p:cNvPr>
                <p:cNvSpPr>
                  <a:spLocks noChangeShapeType="1"/>
                </p:cNvSpPr>
                <p:nvPr/>
              </p:nvSpPr>
              <p:spPr bwMode="auto">
                <a:xfrm>
                  <a:off x="2006" y="2372"/>
                  <a:ext cx="1021" cy="1"/>
                </a:xfrm>
                <a:prstGeom prst="line">
                  <a:avLst/>
                </a:prstGeom>
                <a:noFill/>
                <a:ln w="0">
                  <a:solidFill>
                    <a:srgbClr val="00EAFF"/>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957" name="Line 48">
                  <a:extLst>
                    <a:ext uri="{FF2B5EF4-FFF2-40B4-BE49-F238E27FC236}">
                      <a16:creationId xmlns:a16="http://schemas.microsoft.com/office/drawing/2014/main" id="{66A2E073-EFFE-DE43-B6DD-D58437E5FC0C}"/>
                    </a:ext>
                  </a:extLst>
                </p:cNvPr>
                <p:cNvSpPr>
                  <a:spLocks noChangeShapeType="1"/>
                </p:cNvSpPr>
                <p:nvPr/>
              </p:nvSpPr>
              <p:spPr bwMode="auto">
                <a:xfrm>
                  <a:off x="2006" y="2469"/>
                  <a:ext cx="1021" cy="1"/>
                </a:xfrm>
                <a:prstGeom prst="line">
                  <a:avLst/>
                </a:prstGeom>
                <a:noFill/>
                <a:ln w="0">
                  <a:solidFill>
                    <a:srgbClr val="00EAFF"/>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958" name="Line 49">
                  <a:extLst>
                    <a:ext uri="{FF2B5EF4-FFF2-40B4-BE49-F238E27FC236}">
                      <a16:creationId xmlns:a16="http://schemas.microsoft.com/office/drawing/2014/main" id="{1DBF0489-CA03-C145-A4D3-E42F2A62CA3F}"/>
                    </a:ext>
                  </a:extLst>
                </p:cNvPr>
                <p:cNvSpPr>
                  <a:spLocks noChangeShapeType="1"/>
                </p:cNvSpPr>
                <p:nvPr/>
              </p:nvSpPr>
              <p:spPr bwMode="auto">
                <a:xfrm>
                  <a:off x="2006" y="2564"/>
                  <a:ext cx="1021" cy="1"/>
                </a:xfrm>
                <a:prstGeom prst="line">
                  <a:avLst/>
                </a:prstGeom>
                <a:noFill/>
                <a:ln w="0">
                  <a:solidFill>
                    <a:srgbClr val="00EAFF"/>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959" name="Line 50">
                  <a:extLst>
                    <a:ext uri="{FF2B5EF4-FFF2-40B4-BE49-F238E27FC236}">
                      <a16:creationId xmlns:a16="http://schemas.microsoft.com/office/drawing/2014/main" id="{DF3DB2EC-2128-0A47-81C3-BFAFE6CF63A3}"/>
                    </a:ext>
                  </a:extLst>
                </p:cNvPr>
                <p:cNvSpPr>
                  <a:spLocks noChangeShapeType="1"/>
                </p:cNvSpPr>
                <p:nvPr/>
              </p:nvSpPr>
              <p:spPr bwMode="auto">
                <a:xfrm>
                  <a:off x="2006" y="2661"/>
                  <a:ext cx="1021" cy="1"/>
                </a:xfrm>
                <a:prstGeom prst="line">
                  <a:avLst/>
                </a:prstGeom>
                <a:noFill/>
                <a:ln w="0">
                  <a:solidFill>
                    <a:srgbClr val="00EAFF"/>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960" name="Line 51">
                  <a:extLst>
                    <a:ext uri="{FF2B5EF4-FFF2-40B4-BE49-F238E27FC236}">
                      <a16:creationId xmlns:a16="http://schemas.microsoft.com/office/drawing/2014/main" id="{0FF735A9-ADB5-B74D-AE52-42D8643EB2CB}"/>
                    </a:ext>
                  </a:extLst>
                </p:cNvPr>
                <p:cNvSpPr>
                  <a:spLocks noChangeShapeType="1"/>
                </p:cNvSpPr>
                <p:nvPr/>
              </p:nvSpPr>
              <p:spPr bwMode="auto">
                <a:xfrm>
                  <a:off x="2006" y="2758"/>
                  <a:ext cx="1021" cy="1"/>
                </a:xfrm>
                <a:prstGeom prst="line">
                  <a:avLst/>
                </a:prstGeom>
                <a:noFill/>
                <a:ln w="0">
                  <a:solidFill>
                    <a:srgbClr val="00EAFF"/>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961" name="Line 52">
                  <a:extLst>
                    <a:ext uri="{FF2B5EF4-FFF2-40B4-BE49-F238E27FC236}">
                      <a16:creationId xmlns:a16="http://schemas.microsoft.com/office/drawing/2014/main" id="{D5B53AF5-642A-384E-AB6B-46FC2B18EBC1}"/>
                    </a:ext>
                  </a:extLst>
                </p:cNvPr>
                <p:cNvSpPr>
                  <a:spLocks noChangeShapeType="1"/>
                </p:cNvSpPr>
                <p:nvPr/>
              </p:nvSpPr>
              <p:spPr bwMode="auto">
                <a:xfrm>
                  <a:off x="2132" y="1488"/>
                  <a:ext cx="1" cy="1351"/>
                </a:xfrm>
                <a:prstGeom prst="line">
                  <a:avLst/>
                </a:prstGeom>
                <a:noFill/>
                <a:ln w="0">
                  <a:solidFill>
                    <a:srgbClr val="FF0000"/>
                  </a:solidFill>
                  <a:round/>
                  <a:headEnd/>
                  <a:tailEnd/>
                </a:ln>
                <a:extLst>
                  <a:ext uri="{909E8E84-426E-40DD-AFC4-6F175D3DCCD1}">
                    <a14:hiddenFill xmlns:a14="http://schemas.microsoft.com/office/drawing/2010/main">
                      <a:noFill/>
                    </a14:hiddenFill>
                  </a:ext>
                </a:extLst>
              </p:spPr>
              <p:txBody>
                <a:bodyPr/>
                <a:lstStyle/>
                <a:p>
                  <a:endParaRPr lang="pt-BR"/>
                </a:p>
              </p:txBody>
            </p:sp>
          </p:grpSp>
          <p:sp>
            <p:nvSpPr>
              <p:cNvPr id="35943" name="Rectangle 53">
                <a:extLst>
                  <a:ext uri="{FF2B5EF4-FFF2-40B4-BE49-F238E27FC236}">
                    <a16:creationId xmlns:a16="http://schemas.microsoft.com/office/drawing/2014/main" id="{ED43E6B7-4E9B-F44A-8E7B-700D67954F42}"/>
                  </a:ext>
                </a:extLst>
              </p:cNvPr>
              <p:cNvSpPr>
                <a:spLocks noChangeArrowheads="1"/>
              </p:cNvSpPr>
              <p:nvPr/>
            </p:nvSpPr>
            <p:spPr bwMode="auto">
              <a:xfrm>
                <a:off x="3389" y="3325"/>
                <a:ext cx="343" cy="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cxnSp>
          <p:nvCxnSpPr>
            <p:cNvPr id="35935" name="AutoShape 54">
              <a:extLst>
                <a:ext uri="{FF2B5EF4-FFF2-40B4-BE49-F238E27FC236}">
                  <a16:creationId xmlns:a16="http://schemas.microsoft.com/office/drawing/2014/main" id="{2C43AC2E-BC17-5649-A89B-57DE9C5921D6}"/>
                </a:ext>
              </a:extLst>
            </p:cNvPr>
            <p:cNvCxnSpPr>
              <a:cxnSpLocks noChangeShapeType="1"/>
              <a:stCxn id="35969" idx="2"/>
              <a:endCxn id="35943" idx="1"/>
            </p:cNvCxnSpPr>
            <p:nvPr/>
          </p:nvCxnSpPr>
          <p:spPr bwMode="auto">
            <a:xfrm rot="16200000" flipH="1">
              <a:off x="737" y="3434"/>
              <a:ext cx="458" cy="199"/>
            </a:xfrm>
            <a:prstGeom prst="bentConnector2">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35936" name="AutoShape 55">
              <a:extLst>
                <a:ext uri="{FF2B5EF4-FFF2-40B4-BE49-F238E27FC236}">
                  <a16:creationId xmlns:a16="http://schemas.microsoft.com/office/drawing/2014/main" id="{C84DA8D2-D9CA-5F42-BB86-D05CDAFE3BFA}"/>
                </a:ext>
              </a:extLst>
            </p:cNvPr>
            <p:cNvCxnSpPr>
              <a:cxnSpLocks noChangeShapeType="1"/>
              <a:stCxn id="35972" idx="2"/>
              <a:endCxn id="35918" idx="0"/>
            </p:cNvCxnSpPr>
            <p:nvPr/>
          </p:nvCxnSpPr>
          <p:spPr bwMode="auto">
            <a:xfrm rot="5400000">
              <a:off x="1093" y="1318"/>
              <a:ext cx="353" cy="1170"/>
            </a:xfrm>
            <a:prstGeom prst="bentConnector3">
              <a:avLst>
                <a:gd name="adj1" fmla="val 49856"/>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35937" name="AutoShape 56">
              <a:extLst>
                <a:ext uri="{FF2B5EF4-FFF2-40B4-BE49-F238E27FC236}">
                  <a16:creationId xmlns:a16="http://schemas.microsoft.com/office/drawing/2014/main" id="{909B46E9-771A-F84F-9C7E-AA0CCA2E331F}"/>
                </a:ext>
              </a:extLst>
            </p:cNvPr>
            <p:cNvCxnSpPr>
              <a:cxnSpLocks noChangeShapeType="1"/>
              <a:stCxn id="35972" idx="2"/>
              <a:endCxn id="35926" idx="0"/>
            </p:cNvCxnSpPr>
            <p:nvPr/>
          </p:nvCxnSpPr>
          <p:spPr bwMode="auto">
            <a:xfrm rot="16200000" flipH="1">
              <a:off x="1736" y="1845"/>
              <a:ext cx="353" cy="116"/>
            </a:xfrm>
            <a:prstGeom prst="bentConnector3">
              <a:avLst>
                <a:gd name="adj1" fmla="val 49856"/>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35938" name="AutoShape 57">
              <a:extLst>
                <a:ext uri="{FF2B5EF4-FFF2-40B4-BE49-F238E27FC236}">
                  <a16:creationId xmlns:a16="http://schemas.microsoft.com/office/drawing/2014/main" id="{F01A1384-049A-C545-9017-4A5275689ABA}"/>
                </a:ext>
              </a:extLst>
            </p:cNvPr>
            <p:cNvCxnSpPr>
              <a:cxnSpLocks noChangeShapeType="1"/>
              <a:stCxn id="35916" idx="2"/>
              <a:endCxn id="35971" idx="0"/>
            </p:cNvCxnSpPr>
            <p:nvPr/>
          </p:nvCxnSpPr>
          <p:spPr bwMode="auto">
            <a:xfrm rot="5400000">
              <a:off x="726" y="1077"/>
              <a:ext cx="330" cy="643"/>
            </a:xfrm>
            <a:prstGeom prst="bentConnector3">
              <a:avLst>
                <a:gd name="adj1" fmla="val 50000"/>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35939" name="AutoShape 58">
              <a:extLst>
                <a:ext uri="{FF2B5EF4-FFF2-40B4-BE49-F238E27FC236}">
                  <a16:creationId xmlns:a16="http://schemas.microsoft.com/office/drawing/2014/main" id="{F4F540B0-2169-7549-881C-42E4DC0F7752}"/>
                </a:ext>
              </a:extLst>
            </p:cNvPr>
            <p:cNvCxnSpPr>
              <a:cxnSpLocks noChangeShapeType="1"/>
              <a:stCxn id="35916" idx="2"/>
              <a:endCxn id="35970" idx="0"/>
            </p:cNvCxnSpPr>
            <p:nvPr/>
          </p:nvCxnSpPr>
          <p:spPr bwMode="auto">
            <a:xfrm rot="5400000">
              <a:off x="1047" y="1399"/>
              <a:ext cx="330" cy="0"/>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5940" name="AutoShape 59">
              <a:extLst>
                <a:ext uri="{FF2B5EF4-FFF2-40B4-BE49-F238E27FC236}">
                  <a16:creationId xmlns:a16="http://schemas.microsoft.com/office/drawing/2014/main" id="{392B61B5-4916-C341-9092-1B9AC52FD2EC}"/>
                </a:ext>
              </a:extLst>
            </p:cNvPr>
            <p:cNvCxnSpPr>
              <a:cxnSpLocks noChangeShapeType="1"/>
              <a:stCxn id="35916" idx="2"/>
              <a:endCxn id="35972" idx="0"/>
            </p:cNvCxnSpPr>
            <p:nvPr/>
          </p:nvCxnSpPr>
          <p:spPr bwMode="auto">
            <a:xfrm rot="16200000" flipH="1">
              <a:off x="1369" y="1077"/>
              <a:ext cx="330" cy="643"/>
            </a:xfrm>
            <a:prstGeom prst="bentConnector3">
              <a:avLst>
                <a:gd name="adj1" fmla="val 50000"/>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35941" name="Text Box 60">
              <a:extLst>
                <a:ext uri="{FF2B5EF4-FFF2-40B4-BE49-F238E27FC236}">
                  <a16:creationId xmlns:a16="http://schemas.microsoft.com/office/drawing/2014/main" id="{39083BF5-7E17-084B-AB52-CF0C62FFED23}"/>
                </a:ext>
              </a:extLst>
            </p:cNvPr>
            <p:cNvSpPr txBox="1">
              <a:spLocks noChangeArrowheads="1"/>
            </p:cNvSpPr>
            <p:nvPr/>
          </p:nvSpPr>
          <p:spPr bwMode="auto">
            <a:xfrm>
              <a:off x="165" y="3499"/>
              <a:ext cx="662"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Plano de processo</a:t>
              </a:r>
            </a:p>
          </p:txBody>
        </p:sp>
      </p:grpSp>
      <p:sp>
        <p:nvSpPr>
          <p:cNvPr id="35843" name="Line 61">
            <a:extLst>
              <a:ext uri="{FF2B5EF4-FFF2-40B4-BE49-F238E27FC236}">
                <a16:creationId xmlns:a16="http://schemas.microsoft.com/office/drawing/2014/main" id="{2CEFEBE3-F6DA-7C49-8351-15846A7E899E}"/>
              </a:ext>
            </a:extLst>
          </p:cNvPr>
          <p:cNvSpPr>
            <a:spLocks noChangeShapeType="1"/>
          </p:cNvSpPr>
          <p:nvPr/>
        </p:nvSpPr>
        <p:spPr bwMode="auto">
          <a:xfrm>
            <a:off x="4441825" y="1770063"/>
            <a:ext cx="0" cy="3668712"/>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grpSp>
        <p:nvGrpSpPr>
          <p:cNvPr id="35844" name="Group 62">
            <a:extLst>
              <a:ext uri="{FF2B5EF4-FFF2-40B4-BE49-F238E27FC236}">
                <a16:creationId xmlns:a16="http://schemas.microsoft.com/office/drawing/2014/main" id="{223AA499-578F-CD40-B62F-D8D64984553F}"/>
              </a:ext>
            </a:extLst>
          </p:cNvPr>
          <p:cNvGrpSpPr>
            <a:grpSpLocks/>
          </p:cNvGrpSpPr>
          <p:nvPr/>
        </p:nvGrpSpPr>
        <p:grpSpPr bwMode="auto">
          <a:xfrm>
            <a:off x="3449638" y="1314450"/>
            <a:ext cx="1984375" cy="525463"/>
            <a:chOff x="2173" y="828"/>
            <a:chExt cx="1250" cy="331"/>
          </a:xfrm>
        </p:grpSpPr>
        <p:sp>
          <p:nvSpPr>
            <p:cNvPr id="35912" name="AutoShape 63">
              <a:extLst>
                <a:ext uri="{FF2B5EF4-FFF2-40B4-BE49-F238E27FC236}">
                  <a16:creationId xmlns:a16="http://schemas.microsoft.com/office/drawing/2014/main" id="{C05587DF-D03D-4049-B572-DAC44C847086}"/>
                </a:ext>
              </a:extLst>
            </p:cNvPr>
            <p:cNvSpPr>
              <a:spLocks noChangeArrowheads="1"/>
            </p:cNvSpPr>
            <p:nvPr/>
          </p:nvSpPr>
          <p:spPr bwMode="auto">
            <a:xfrm>
              <a:off x="2177" y="829"/>
              <a:ext cx="1241" cy="330"/>
            </a:xfrm>
            <a:prstGeom prst="roundRect">
              <a:avLst>
                <a:gd name="adj" fmla="val 16667"/>
              </a:avLst>
            </a:prstGeom>
            <a:solidFill>
              <a:srgbClr val="CCFF99"/>
            </a:solidFill>
            <a:ln w="12700">
              <a:solidFill>
                <a:schemeClr val="tx1"/>
              </a:solidFill>
              <a:round/>
              <a:headEnd/>
              <a:tailEnd/>
            </a:ln>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nvGrpSpPr>
            <p:cNvPr id="35913" name="Group 64">
              <a:extLst>
                <a:ext uri="{FF2B5EF4-FFF2-40B4-BE49-F238E27FC236}">
                  <a16:creationId xmlns:a16="http://schemas.microsoft.com/office/drawing/2014/main" id="{84B18A2A-A7E0-1043-9D77-72A7F66649F4}"/>
                </a:ext>
              </a:extLst>
            </p:cNvPr>
            <p:cNvGrpSpPr>
              <a:grpSpLocks/>
            </p:cNvGrpSpPr>
            <p:nvPr/>
          </p:nvGrpSpPr>
          <p:grpSpPr bwMode="auto">
            <a:xfrm>
              <a:off x="2173" y="828"/>
              <a:ext cx="1250" cy="331"/>
              <a:chOff x="1840" y="509"/>
              <a:chExt cx="1250" cy="331"/>
            </a:xfrm>
          </p:grpSpPr>
          <p:sp>
            <p:nvSpPr>
              <p:cNvPr id="35914" name="Text Box 65">
                <a:extLst>
                  <a:ext uri="{FF2B5EF4-FFF2-40B4-BE49-F238E27FC236}">
                    <a16:creationId xmlns:a16="http://schemas.microsoft.com/office/drawing/2014/main" id="{A056030E-A2BC-5F41-A170-990C857029DF}"/>
                  </a:ext>
                </a:extLst>
              </p:cNvPr>
              <p:cNvSpPr txBox="1">
                <a:spLocks noChangeArrowheads="1"/>
              </p:cNvSpPr>
              <p:nvPr/>
            </p:nvSpPr>
            <p:spPr bwMode="auto">
              <a:xfrm>
                <a:off x="2212" y="509"/>
                <a:ext cx="50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800">
                    <a:solidFill>
                      <a:srgbClr val="000000"/>
                    </a:solidFill>
                  </a:rPr>
                  <a:t>Definir</a:t>
                </a:r>
              </a:p>
            </p:txBody>
          </p:sp>
          <p:sp>
            <p:nvSpPr>
              <p:cNvPr id="35915" name="Text Box 66">
                <a:extLst>
                  <a:ext uri="{FF2B5EF4-FFF2-40B4-BE49-F238E27FC236}">
                    <a16:creationId xmlns:a16="http://schemas.microsoft.com/office/drawing/2014/main" id="{4DF83317-6A2E-B34C-8EAF-34F792DF83BE}"/>
                  </a:ext>
                </a:extLst>
              </p:cNvPr>
              <p:cNvSpPr txBox="1">
                <a:spLocks noChangeArrowheads="1"/>
              </p:cNvSpPr>
              <p:nvPr/>
            </p:nvSpPr>
            <p:spPr bwMode="auto">
              <a:xfrm>
                <a:off x="1840" y="667"/>
                <a:ext cx="125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800">
                    <a:solidFill>
                      <a:srgbClr val="000000"/>
                    </a:solidFill>
                  </a:rPr>
                  <a:t>Atender requisitos</a:t>
                </a:r>
              </a:p>
            </p:txBody>
          </p:sp>
        </p:grpSp>
      </p:grpSp>
      <p:sp>
        <p:nvSpPr>
          <p:cNvPr id="35845" name="Line 67">
            <a:extLst>
              <a:ext uri="{FF2B5EF4-FFF2-40B4-BE49-F238E27FC236}">
                <a16:creationId xmlns:a16="http://schemas.microsoft.com/office/drawing/2014/main" id="{25BBB767-77B5-7146-87AC-4BA1FDB90FEA}"/>
              </a:ext>
            </a:extLst>
          </p:cNvPr>
          <p:cNvSpPr>
            <a:spLocks noChangeShapeType="1"/>
          </p:cNvSpPr>
          <p:nvPr/>
        </p:nvSpPr>
        <p:spPr bwMode="auto">
          <a:xfrm rot="10800000">
            <a:off x="4856163" y="3024188"/>
            <a:ext cx="0" cy="31242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grpSp>
        <p:nvGrpSpPr>
          <p:cNvPr id="35846" name="Group 68">
            <a:extLst>
              <a:ext uri="{FF2B5EF4-FFF2-40B4-BE49-F238E27FC236}">
                <a16:creationId xmlns:a16="http://schemas.microsoft.com/office/drawing/2014/main" id="{20B865AF-6D79-534E-A5F3-FCCB03820858}"/>
              </a:ext>
            </a:extLst>
          </p:cNvPr>
          <p:cNvGrpSpPr>
            <a:grpSpLocks/>
          </p:cNvGrpSpPr>
          <p:nvPr/>
        </p:nvGrpSpPr>
        <p:grpSpPr bwMode="auto">
          <a:xfrm>
            <a:off x="4262438" y="6119813"/>
            <a:ext cx="1185862" cy="525462"/>
            <a:chOff x="2685" y="3855"/>
            <a:chExt cx="747" cy="331"/>
          </a:xfrm>
        </p:grpSpPr>
        <p:sp>
          <p:nvSpPr>
            <p:cNvPr id="35908" name="AutoShape 69">
              <a:extLst>
                <a:ext uri="{FF2B5EF4-FFF2-40B4-BE49-F238E27FC236}">
                  <a16:creationId xmlns:a16="http://schemas.microsoft.com/office/drawing/2014/main" id="{BDDAD5E7-775A-5349-BF95-39F979C6CE59}"/>
                </a:ext>
              </a:extLst>
            </p:cNvPr>
            <p:cNvSpPr>
              <a:spLocks noChangeArrowheads="1"/>
            </p:cNvSpPr>
            <p:nvPr/>
          </p:nvSpPr>
          <p:spPr bwMode="auto">
            <a:xfrm>
              <a:off x="2685" y="3856"/>
              <a:ext cx="747" cy="330"/>
            </a:xfrm>
            <a:prstGeom prst="roundRect">
              <a:avLst>
                <a:gd name="adj" fmla="val 16667"/>
              </a:avLst>
            </a:prstGeom>
            <a:solidFill>
              <a:srgbClr val="99CCFF"/>
            </a:solidFill>
            <a:ln w="12700">
              <a:solidFill>
                <a:schemeClr val="tx1"/>
              </a:solidFill>
              <a:round/>
              <a:headEnd/>
              <a:tailEnd/>
            </a:ln>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nvGrpSpPr>
            <p:cNvPr id="35909" name="Group 70">
              <a:extLst>
                <a:ext uri="{FF2B5EF4-FFF2-40B4-BE49-F238E27FC236}">
                  <a16:creationId xmlns:a16="http://schemas.microsoft.com/office/drawing/2014/main" id="{96AA3ED7-575F-0C4B-BBEE-5DBA26173B81}"/>
                </a:ext>
              </a:extLst>
            </p:cNvPr>
            <p:cNvGrpSpPr>
              <a:grpSpLocks/>
            </p:cNvGrpSpPr>
            <p:nvPr/>
          </p:nvGrpSpPr>
          <p:grpSpPr bwMode="auto">
            <a:xfrm>
              <a:off x="2766" y="3855"/>
              <a:ext cx="586" cy="331"/>
              <a:chOff x="1979" y="509"/>
              <a:chExt cx="973" cy="331"/>
            </a:xfrm>
          </p:grpSpPr>
          <p:sp>
            <p:nvSpPr>
              <p:cNvPr id="35910" name="Text Box 71">
                <a:extLst>
                  <a:ext uri="{FF2B5EF4-FFF2-40B4-BE49-F238E27FC236}">
                    <a16:creationId xmlns:a16="http://schemas.microsoft.com/office/drawing/2014/main" id="{9688B319-A7F0-5647-9B4E-01B8DD085226}"/>
                  </a:ext>
                </a:extLst>
              </p:cNvPr>
              <p:cNvSpPr txBox="1">
                <a:spLocks noChangeArrowheads="1"/>
              </p:cNvSpPr>
              <p:nvPr/>
            </p:nvSpPr>
            <p:spPr bwMode="auto">
              <a:xfrm>
                <a:off x="1979" y="509"/>
                <a:ext cx="97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800">
                    <a:solidFill>
                      <a:srgbClr val="000000"/>
                    </a:solidFill>
                  </a:rPr>
                  <a:t>Integrar</a:t>
                </a:r>
              </a:p>
            </p:txBody>
          </p:sp>
          <p:sp>
            <p:nvSpPr>
              <p:cNvPr id="35911" name="Text Box 72">
                <a:extLst>
                  <a:ext uri="{FF2B5EF4-FFF2-40B4-BE49-F238E27FC236}">
                    <a16:creationId xmlns:a16="http://schemas.microsoft.com/office/drawing/2014/main" id="{3C127AE8-D100-314E-8360-C73D3AA2F6D0}"/>
                  </a:ext>
                </a:extLst>
              </p:cNvPr>
              <p:cNvSpPr txBox="1">
                <a:spLocks noChangeArrowheads="1"/>
              </p:cNvSpPr>
              <p:nvPr/>
            </p:nvSpPr>
            <p:spPr bwMode="auto">
              <a:xfrm>
                <a:off x="2025" y="667"/>
                <a:ext cx="88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800">
                    <a:solidFill>
                      <a:srgbClr val="000000"/>
                    </a:solidFill>
                  </a:rPr>
                  <a:t>Avaliar</a:t>
                </a:r>
              </a:p>
            </p:txBody>
          </p:sp>
        </p:grpSp>
      </p:grpSp>
      <p:grpSp>
        <p:nvGrpSpPr>
          <p:cNvPr id="35847" name="Group 73">
            <a:extLst>
              <a:ext uri="{FF2B5EF4-FFF2-40B4-BE49-F238E27FC236}">
                <a16:creationId xmlns:a16="http://schemas.microsoft.com/office/drawing/2014/main" id="{05B05B42-D465-1D4D-86F6-7A70EAE19AD6}"/>
              </a:ext>
            </a:extLst>
          </p:cNvPr>
          <p:cNvGrpSpPr>
            <a:grpSpLocks/>
          </p:cNvGrpSpPr>
          <p:nvPr/>
        </p:nvGrpSpPr>
        <p:grpSpPr bwMode="auto">
          <a:xfrm>
            <a:off x="5187950" y="1122363"/>
            <a:ext cx="3813175" cy="4589462"/>
            <a:chOff x="3268" y="707"/>
            <a:chExt cx="2402" cy="2891"/>
          </a:xfrm>
        </p:grpSpPr>
        <p:sp>
          <p:nvSpPr>
            <p:cNvPr id="35851" name="Rectangle 74">
              <a:extLst>
                <a:ext uri="{FF2B5EF4-FFF2-40B4-BE49-F238E27FC236}">
                  <a16:creationId xmlns:a16="http://schemas.microsoft.com/office/drawing/2014/main" id="{43B9C6C1-4299-F543-BDDE-ABF288CE4B73}"/>
                </a:ext>
              </a:extLst>
            </p:cNvPr>
            <p:cNvSpPr>
              <a:spLocks noChangeArrowheads="1"/>
            </p:cNvSpPr>
            <p:nvPr/>
          </p:nvSpPr>
          <p:spPr bwMode="auto">
            <a:xfrm>
              <a:off x="4042" y="707"/>
              <a:ext cx="546" cy="162"/>
            </a:xfrm>
            <a:prstGeom prst="rect">
              <a:avLst/>
            </a:prstGeom>
            <a:solidFill>
              <a:schemeClr val="bg1"/>
            </a:solidFill>
            <a:ln w="12700">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Produto</a:t>
              </a:r>
            </a:p>
          </p:txBody>
        </p:sp>
        <p:grpSp>
          <p:nvGrpSpPr>
            <p:cNvPr id="35852" name="Group 75">
              <a:extLst>
                <a:ext uri="{FF2B5EF4-FFF2-40B4-BE49-F238E27FC236}">
                  <a16:creationId xmlns:a16="http://schemas.microsoft.com/office/drawing/2014/main" id="{20CE5F72-12F9-2745-A3C2-621571714CAF}"/>
                </a:ext>
              </a:extLst>
            </p:cNvPr>
            <p:cNvGrpSpPr>
              <a:grpSpLocks/>
            </p:cNvGrpSpPr>
            <p:nvPr/>
          </p:nvGrpSpPr>
          <p:grpSpPr bwMode="auto">
            <a:xfrm>
              <a:off x="3392" y="1199"/>
              <a:ext cx="1846" cy="162"/>
              <a:chOff x="380" y="1364"/>
              <a:chExt cx="1846" cy="162"/>
            </a:xfrm>
          </p:grpSpPr>
          <p:sp>
            <p:nvSpPr>
              <p:cNvPr id="35905" name="Rectangle 76">
                <a:extLst>
                  <a:ext uri="{FF2B5EF4-FFF2-40B4-BE49-F238E27FC236}">
                    <a16:creationId xmlns:a16="http://schemas.microsoft.com/office/drawing/2014/main" id="{9707DF53-D7A3-D443-964D-09D2D5E1E797}"/>
                  </a:ext>
                </a:extLst>
              </p:cNvPr>
              <p:cNvSpPr>
                <a:spLocks noChangeArrowheads="1"/>
              </p:cNvSpPr>
              <p:nvPr/>
            </p:nvSpPr>
            <p:spPr bwMode="auto">
              <a:xfrm>
                <a:off x="1023" y="1364"/>
                <a:ext cx="560" cy="162"/>
              </a:xfrm>
              <a:prstGeom prst="rect">
                <a:avLst/>
              </a:prstGeom>
              <a:solidFill>
                <a:schemeClr val="bg1"/>
              </a:solidFill>
              <a:ln w="12700">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Sistema</a:t>
                </a:r>
              </a:p>
            </p:txBody>
          </p:sp>
          <p:sp>
            <p:nvSpPr>
              <p:cNvPr id="35906" name="Rectangle 77">
                <a:extLst>
                  <a:ext uri="{FF2B5EF4-FFF2-40B4-BE49-F238E27FC236}">
                    <a16:creationId xmlns:a16="http://schemas.microsoft.com/office/drawing/2014/main" id="{DA5BEDDD-21F7-8744-AB6B-FDA2748CF8AF}"/>
                  </a:ext>
                </a:extLst>
              </p:cNvPr>
              <p:cNvSpPr>
                <a:spLocks noChangeArrowheads="1"/>
              </p:cNvSpPr>
              <p:nvPr/>
            </p:nvSpPr>
            <p:spPr bwMode="auto">
              <a:xfrm>
                <a:off x="380" y="1364"/>
                <a:ext cx="560" cy="162"/>
              </a:xfrm>
              <a:prstGeom prst="rect">
                <a:avLst/>
              </a:prstGeom>
              <a:solidFill>
                <a:schemeClr val="bg1"/>
              </a:solidFill>
              <a:ln w="12700">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Sistema</a:t>
                </a:r>
              </a:p>
            </p:txBody>
          </p:sp>
          <p:sp>
            <p:nvSpPr>
              <p:cNvPr id="35907" name="Rectangle 78">
                <a:extLst>
                  <a:ext uri="{FF2B5EF4-FFF2-40B4-BE49-F238E27FC236}">
                    <a16:creationId xmlns:a16="http://schemas.microsoft.com/office/drawing/2014/main" id="{435832A6-68F3-344A-B701-DE7ADFF3876E}"/>
                  </a:ext>
                </a:extLst>
              </p:cNvPr>
              <p:cNvSpPr>
                <a:spLocks noChangeArrowheads="1"/>
              </p:cNvSpPr>
              <p:nvPr/>
            </p:nvSpPr>
            <p:spPr bwMode="auto">
              <a:xfrm>
                <a:off x="1666" y="1364"/>
                <a:ext cx="560" cy="162"/>
              </a:xfrm>
              <a:prstGeom prst="rect">
                <a:avLst/>
              </a:prstGeom>
              <a:solidFill>
                <a:schemeClr val="bg1"/>
              </a:solidFill>
              <a:ln w="12700">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Sistema</a:t>
                </a:r>
              </a:p>
            </p:txBody>
          </p:sp>
        </p:grpSp>
        <p:sp>
          <p:nvSpPr>
            <p:cNvPr id="35853" name="Rectangle 79">
              <a:extLst>
                <a:ext uri="{FF2B5EF4-FFF2-40B4-BE49-F238E27FC236}">
                  <a16:creationId xmlns:a16="http://schemas.microsoft.com/office/drawing/2014/main" id="{3837A71A-35A8-D249-8CC9-9CD410E26BA0}"/>
                </a:ext>
              </a:extLst>
            </p:cNvPr>
            <p:cNvSpPr>
              <a:spLocks noChangeArrowheads="1"/>
            </p:cNvSpPr>
            <p:nvPr/>
          </p:nvSpPr>
          <p:spPr bwMode="auto">
            <a:xfrm>
              <a:off x="3405" y="1714"/>
              <a:ext cx="766" cy="162"/>
            </a:xfrm>
            <a:prstGeom prst="rect">
              <a:avLst/>
            </a:prstGeom>
            <a:solidFill>
              <a:schemeClr val="bg1"/>
            </a:solidFill>
            <a:ln w="12700">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Subsistema</a:t>
              </a:r>
            </a:p>
          </p:txBody>
        </p:sp>
        <p:grpSp>
          <p:nvGrpSpPr>
            <p:cNvPr id="35854" name="Group 80">
              <a:extLst>
                <a:ext uri="{FF2B5EF4-FFF2-40B4-BE49-F238E27FC236}">
                  <a16:creationId xmlns:a16="http://schemas.microsoft.com/office/drawing/2014/main" id="{2AA0CB72-C380-AB43-BC5C-F4720BCE0AA5}"/>
                </a:ext>
              </a:extLst>
            </p:cNvPr>
            <p:cNvGrpSpPr>
              <a:grpSpLocks/>
            </p:cNvGrpSpPr>
            <p:nvPr/>
          </p:nvGrpSpPr>
          <p:grpSpPr bwMode="auto">
            <a:xfrm>
              <a:off x="3554" y="2011"/>
              <a:ext cx="830" cy="929"/>
              <a:chOff x="486" y="2550"/>
              <a:chExt cx="830" cy="929"/>
            </a:xfrm>
          </p:grpSpPr>
          <p:sp>
            <p:nvSpPr>
              <p:cNvPr id="35901" name="Rectangle 81">
                <a:extLst>
                  <a:ext uri="{FF2B5EF4-FFF2-40B4-BE49-F238E27FC236}">
                    <a16:creationId xmlns:a16="http://schemas.microsoft.com/office/drawing/2014/main" id="{43CFE3EA-5655-3A40-B10E-27BA3403D716}"/>
                  </a:ext>
                </a:extLst>
              </p:cNvPr>
              <p:cNvSpPr>
                <a:spLocks noChangeArrowheads="1"/>
              </p:cNvSpPr>
              <p:nvPr/>
            </p:nvSpPr>
            <p:spPr bwMode="auto">
              <a:xfrm>
                <a:off x="486" y="2550"/>
                <a:ext cx="830" cy="162"/>
              </a:xfrm>
              <a:prstGeom prst="rect">
                <a:avLst/>
              </a:prstGeom>
              <a:solidFill>
                <a:schemeClr val="bg1"/>
              </a:solidFill>
              <a:ln w="12700">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Componente</a:t>
                </a:r>
              </a:p>
            </p:txBody>
          </p:sp>
          <p:sp>
            <p:nvSpPr>
              <p:cNvPr id="35902" name="Rectangle 82">
                <a:extLst>
                  <a:ext uri="{FF2B5EF4-FFF2-40B4-BE49-F238E27FC236}">
                    <a16:creationId xmlns:a16="http://schemas.microsoft.com/office/drawing/2014/main" id="{470D2FF0-20B8-BD45-815A-F2E3DC72763C}"/>
                  </a:ext>
                </a:extLst>
              </p:cNvPr>
              <p:cNvSpPr>
                <a:spLocks noChangeArrowheads="1"/>
              </p:cNvSpPr>
              <p:nvPr/>
            </p:nvSpPr>
            <p:spPr bwMode="auto">
              <a:xfrm>
                <a:off x="486" y="2805"/>
                <a:ext cx="830" cy="162"/>
              </a:xfrm>
              <a:prstGeom prst="rect">
                <a:avLst/>
              </a:prstGeom>
              <a:solidFill>
                <a:schemeClr val="bg1"/>
              </a:solidFill>
              <a:ln w="12700">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Componente</a:t>
                </a:r>
              </a:p>
            </p:txBody>
          </p:sp>
          <p:sp>
            <p:nvSpPr>
              <p:cNvPr id="35903" name="Rectangle 83">
                <a:extLst>
                  <a:ext uri="{FF2B5EF4-FFF2-40B4-BE49-F238E27FC236}">
                    <a16:creationId xmlns:a16="http://schemas.microsoft.com/office/drawing/2014/main" id="{85AE3460-B2A9-4F49-A251-BAD03719B679}"/>
                  </a:ext>
                </a:extLst>
              </p:cNvPr>
              <p:cNvSpPr>
                <a:spLocks noChangeArrowheads="1"/>
              </p:cNvSpPr>
              <p:nvPr/>
            </p:nvSpPr>
            <p:spPr bwMode="auto">
              <a:xfrm>
                <a:off x="486" y="3061"/>
                <a:ext cx="830" cy="162"/>
              </a:xfrm>
              <a:prstGeom prst="rect">
                <a:avLst/>
              </a:prstGeom>
              <a:solidFill>
                <a:schemeClr val="bg1"/>
              </a:solidFill>
              <a:ln w="12700">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Componente</a:t>
                </a:r>
              </a:p>
            </p:txBody>
          </p:sp>
          <p:sp>
            <p:nvSpPr>
              <p:cNvPr id="35904" name="Rectangle 84">
                <a:extLst>
                  <a:ext uri="{FF2B5EF4-FFF2-40B4-BE49-F238E27FC236}">
                    <a16:creationId xmlns:a16="http://schemas.microsoft.com/office/drawing/2014/main" id="{A147965F-81AB-324C-8144-67EABF2D3DD5}"/>
                  </a:ext>
                </a:extLst>
              </p:cNvPr>
              <p:cNvSpPr>
                <a:spLocks noChangeArrowheads="1"/>
              </p:cNvSpPr>
              <p:nvPr/>
            </p:nvSpPr>
            <p:spPr bwMode="auto">
              <a:xfrm>
                <a:off x="486" y="3317"/>
                <a:ext cx="830" cy="162"/>
              </a:xfrm>
              <a:prstGeom prst="rect">
                <a:avLst/>
              </a:prstGeom>
              <a:solidFill>
                <a:schemeClr val="bg1"/>
              </a:solidFill>
              <a:ln w="12700">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Componente</a:t>
                </a:r>
              </a:p>
            </p:txBody>
          </p:sp>
        </p:grpSp>
        <p:sp>
          <p:nvSpPr>
            <p:cNvPr id="35855" name="Rectangle 85">
              <a:extLst>
                <a:ext uri="{FF2B5EF4-FFF2-40B4-BE49-F238E27FC236}">
                  <a16:creationId xmlns:a16="http://schemas.microsoft.com/office/drawing/2014/main" id="{8410BC7F-3EA6-9C4A-A67A-CABA7D337086}"/>
                </a:ext>
              </a:extLst>
            </p:cNvPr>
            <p:cNvSpPr>
              <a:spLocks noChangeArrowheads="1"/>
            </p:cNvSpPr>
            <p:nvPr/>
          </p:nvSpPr>
          <p:spPr bwMode="auto">
            <a:xfrm>
              <a:off x="4840" y="3053"/>
              <a:ext cx="830" cy="162"/>
            </a:xfrm>
            <a:prstGeom prst="rect">
              <a:avLst/>
            </a:prstGeom>
            <a:solidFill>
              <a:schemeClr val="bg1"/>
            </a:solidFill>
            <a:ln w="12700">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Componente</a:t>
              </a:r>
            </a:p>
          </p:txBody>
        </p:sp>
        <p:sp>
          <p:nvSpPr>
            <p:cNvPr id="35856" name="Rectangle 86">
              <a:extLst>
                <a:ext uri="{FF2B5EF4-FFF2-40B4-BE49-F238E27FC236}">
                  <a16:creationId xmlns:a16="http://schemas.microsoft.com/office/drawing/2014/main" id="{78AE47AE-339F-8E43-A5FB-609462F6CAE2}"/>
                </a:ext>
              </a:extLst>
            </p:cNvPr>
            <p:cNvSpPr>
              <a:spLocks noChangeArrowheads="1"/>
            </p:cNvSpPr>
            <p:nvPr/>
          </p:nvSpPr>
          <p:spPr bwMode="auto">
            <a:xfrm>
              <a:off x="4840" y="3307"/>
              <a:ext cx="830" cy="162"/>
            </a:xfrm>
            <a:prstGeom prst="rect">
              <a:avLst/>
            </a:prstGeom>
            <a:solidFill>
              <a:schemeClr val="bg1"/>
            </a:solidFill>
            <a:ln w="12700">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Componente</a:t>
              </a:r>
            </a:p>
          </p:txBody>
        </p:sp>
        <p:cxnSp>
          <p:nvCxnSpPr>
            <p:cNvPr id="35857" name="AutoShape 87">
              <a:extLst>
                <a:ext uri="{FF2B5EF4-FFF2-40B4-BE49-F238E27FC236}">
                  <a16:creationId xmlns:a16="http://schemas.microsoft.com/office/drawing/2014/main" id="{A79DEE69-6FC8-4343-A12E-E57D7AD7576F}"/>
                </a:ext>
              </a:extLst>
            </p:cNvPr>
            <p:cNvCxnSpPr>
              <a:cxnSpLocks noChangeShapeType="1"/>
              <a:stCxn id="35853" idx="1"/>
              <a:endCxn id="35901" idx="1"/>
            </p:cNvCxnSpPr>
            <p:nvPr/>
          </p:nvCxnSpPr>
          <p:spPr bwMode="auto">
            <a:xfrm rot="10800000" flipH="1" flipV="1">
              <a:off x="3405" y="1795"/>
              <a:ext cx="149" cy="297"/>
            </a:xfrm>
            <a:prstGeom prst="bentConnector3">
              <a:avLst>
                <a:gd name="adj1" fmla="val -96644"/>
              </a:avLst>
            </a:prstGeom>
            <a:noFill/>
            <a:ln w="12700">
              <a:solidFill>
                <a:schemeClr val="tx1"/>
              </a:solidFill>
              <a:miter lim="800000"/>
              <a:headEnd type="triangle" w="med" len="med"/>
              <a:tailEnd/>
            </a:ln>
            <a:extLst>
              <a:ext uri="{909E8E84-426E-40DD-AFC4-6F175D3DCCD1}">
                <a14:hiddenFill xmlns:a14="http://schemas.microsoft.com/office/drawing/2010/main">
                  <a:noFill/>
                </a14:hiddenFill>
              </a:ext>
            </a:extLst>
          </p:spPr>
        </p:cxnSp>
        <p:cxnSp>
          <p:nvCxnSpPr>
            <p:cNvPr id="35858" name="AutoShape 88">
              <a:extLst>
                <a:ext uri="{FF2B5EF4-FFF2-40B4-BE49-F238E27FC236}">
                  <a16:creationId xmlns:a16="http://schemas.microsoft.com/office/drawing/2014/main" id="{D4887C60-E357-F242-B433-9F9510A35F34}"/>
                </a:ext>
              </a:extLst>
            </p:cNvPr>
            <p:cNvCxnSpPr>
              <a:cxnSpLocks noChangeShapeType="1"/>
              <a:stCxn id="35853" idx="1"/>
              <a:endCxn id="35902" idx="1"/>
            </p:cNvCxnSpPr>
            <p:nvPr/>
          </p:nvCxnSpPr>
          <p:spPr bwMode="auto">
            <a:xfrm rot="10800000" flipH="1" flipV="1">
              <a:off x="3405" y="1795"/>
              <a:ext cx="149" cy="552"/>
            </a:xfrm>
            <a:prstGeom prst="bentConnector3">
              <a:avLst>
                <a:gd name="adj1" fmla="val -96644"/>
              </a:avLst>
            </a:prstGeom>
            <a:noFill/>
            <a:ln w="12700">
              <a:solidFill>
                <a:schemeClr val="tx1"/>
              </a:solidFill>
              <a:miter lim="800000"/>
              <a:headEnd type="triangle" w="med" len="med"/>
              <a:tailEnd/>
            </a:ln>
            <a:extLst>
              <a:ext uri="{909E8E84-426E-40DD-AFC4-6F175D3DCCD1}">
                <a14:hiddenFill xmlns:a14="http://schemas.microsoft.com/office/drawing/2010/main">
                  <a:noFill/>
                </a14:hiddenFill>
              </a:ext>
            </a:extLst>
          </p:spPr>
        </p:cxnSp>
        <p:cxnSp>
          <p:nvCxnSpPr>
            <p:cNvPr id="35859" name="AutoShape 89">
              <a:extLst>
                <a:ext uri="{FF2B5EF4-FFF2-40B4-BE49-F238E27FC236}">
                  <a16:creationId xmlns:a16="http://schemas.microsoft.com/office/drawing/2014/main" id="{41BBFE15-A640-8D46-B526-863F6D83CC00}"/>
                </a:ext>
              </a:extLst>
            </p:cNvPr>
            <p:cNvCxnSpPr>
              <a:cxnSpLocks noChangeShapeType="1"/>
              <a:stCxn id="35853" idx="1"/>
              <a:endCxn id="35904" idx="1"/>
            </p:cNvCxnSpPr>
            <p:nvPr/>
          </p:nvCxnSpPr>
          <p:spPr bwMode="auto">
            <a:xfrm rot="10800000" flipH="1" flipV="1">
              <a:off x="3405" y="1795"/>
              <a:ext cx="149" cy="1064"/>
            </a:xfrm>
            <a:prstGeom prst="bentConnector3">
              <a:avLst>
                <a:gd name="adj1" fmla="val -96644"/>
              </a:avLst>
            </a:prstGeom>
            <a:noFill/>
            <a:ln w="12700">
              <a:solidFill>
                <a:schemeClr val="tx1"/>
              </a:solidFill>
              <a:miter lim="800000"/>
              <a:headEnd type="triangle" w="med" len="med"/>
              <a:tailEnd/>
            </a:ln>
            <a:extLst>
              <a:ext uri="{909E8E84-426E-40DD-AFC4-6F175D3DCCD1}">
                <a14:hiddenFill xmlns:a14="http://schemas.microsoft.com/office/drawing/2010/main">
                  <a:noFill/>
                </a14:hiddenFill>
              </a:ext>
            </a:extLst>
          </p:spPr>
        </p:cxnSp>
        <p:cxnSp>
          <p:nvCxnSpPr>
            <p:cNvPr id="35860" name="AutoShape 90">
              <a:extLst>
                <a:ext uri="{FF2B5EF4-FFF2-40B4-BE49-F238E27FC236}">
                  <a16:creationId xmlns:a16="http://schemas.microsoft.com/office/drawing/2014/main" id="{CBB058A6-634C-214A-BFC0-7672333CB530}"/>
                </a:ext>
              </a:extLst>
            </p:cNvPr>
            <p:cNvCxnSpPr>
              <a:cxnSpLocks noChangeShapeType="1"/>
              <a:stCxn id="35853" idx="1"/>
              <a:endCxn id="35903" idx="1"/>
            </p:cNvCxnSpPr>
            <p:nvPr/>
          </p:nvCxnSpPr>
          <p:spPr bwMode="auto">
            <a:xfrm rot="10800000" flipH="1" flipV="1">
              <a:off x="3405" y="1795"/>
              <a:ext cx="149" cy="808"/>
            </a:xfrm>
            <a:prstGeom prst="bentConnector3">
              <a:avLst>
                <a:gd name="adj1" fmla="val -96644"/>
              </a:avLst>
            </a:prstGeom>
            <a:noFill/>
            <a:ln w="12700">
              <a:solidFill>
                <a:schemeClr val="tx1"/>
              </a:solidFill>
              <a:miter lim="800000"/>
              <a:headEnd type="triangle" w="med" len="med"/>
              <a:tailEnd/>
            </a:ln>
            <a:extLst>
              <a:ext uri="{909E8E84-426E-40DD-AFC4-6F175D3DCCD1}">
                <a14:hiddenFill xmlns:a14="http://schemas.microsoft.com/office/drawing/2010/main">
                  <a:noFill/>
                </a14:hiddenFill>
              </a:ext>
            </a:extLst>
          </p:spPr>
        </p:cxnSp>
        <p:sp>
          <p:nvSpPr>
            <p:cNvPr id="35861" name="Rectangle 91">
              <a:extLst>
                <a:ext uri="{FF2B5EF4-FFF2-40B4-BE49-F238E27FC236}">
                  <a16:creationId xmlns:a16="http://schemas.microsoft.com/office/drawing/2014/main" id="{80DCD5F7-6D00-5E4A-B1A3-405A011B5A6C}"/>
                </a:ext>
              </a:extLst>
            </p:cNvPr>
            <p:cNvSpPr>
              <a:spLocks noChangeArrowheads="1"/>
            </p:cNvSpPr>
            <p:nvPr/>
          </p:nvSpPr>
          <p:spPr bwMode="auto">
            <a:xfrm>
              <a:off x="4691" y="1714"/>
              <a:ext cx="766" cy="162"/>
            </a:xfrm>
            <a:prstGeom prst="rect">
              <a:avLst/>
            </a:prstGeom>
            <a:solidFill>
              <a:schemeClr val="bg1"/>
            </a:solidFill>
            <a:ln w="12700">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Subsistema</a:t>
              </a:r>
            </a:p>
          </p:txBody>
        </p:sp>
        <p:grpSp>
          <p:nvGrpSpPr>
            <p:cNvPr id="35862" name="Group 92">
              <a:extLst>
                <a:ext uri="{FF2B5EF4-FFF2-40B4-BE49-F238E27FC236}">
                  <a16:creationId xmlns:a16="http://schemas.microsoft.com/office/drawing/2014/main" id="{73214127-D521-AF42-A0CA-8221FBD47C2B}"/>
                </a:ext>
              </a:extLst>
            </p:cNvPr>
            <p:cNvGrpSpPr>
              <a:grpSpLocks/>
            </p:cNvGrpSpPr>
            <p:nvPr/>
          </p:nvGrpSpPr>
          <p:grpSpPr bwMode="auto">
            <a:xfrm>
              <a:off x="4840" y="2017"/>
              <a:ext cx="830" cy="929"/>
              <a:chOff x="486" y="2550"/>
              <a:chExt cx="830" cy="929"/>
            </a:xfrm>
          </p:grpSpPr>
          <p:sp>
            <p:nvSpPr>
              <p:cNvPr id="35897" name="Rectangle 93">
                <a:extLst>
                  <a:ext uri="{FF2B5EF4-FFF2-40B4-BE49-F238E27FC236}">
                    <a16:creationId xmlns:a16="http://schemas.microsoft.com/office/drawing/2014/main" id="{F6ED3B79-8735-F74B-9682-6A7303DC51C7}"/>
                  </a:ext>
                </a:extLst>
              </p:cNvPr>
              <p:cNvSpPr>
                <a:spLocks noChangeArrowheads="1"/>
              </p:cNvSpPr>
              <p:nvPr/>
            </p:nvSpPr>
            <p:spPr bwMode="auto">
              <a:xfrm>
                <a:off x="486" y="2550"/>
                <a:ext cx="830" cy="162"/>
              </a:xfrm>
              <a:prstGeom prst="rect">
                <a:avLst/>
              </a:prstGeom>
              <a:solidFill>
                <a:schemeClr val="bg1"/>
              </a:solidFill>
              <a:ln w="12700">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Componente</a:t>
                </a:r>
              </a:p>
            </p:txBody>
          </p:sp>
          <p:sp>
            <p:nvSpPr>
              <p:cNvPr id="35898" name="Rectangle 94">
                <a:extLst>
                  <a:ext uri="{FF2B5EF4-FFF2-40B4-BE49-F238E27FC236}">
                    <a16:creationId xmlns:a16="http://schemas.microsoft.com/office/drawing/2014/main" id="{AEB63A10-530D-1E4D-BFC2-DB98798A3E21}"/>
                  </a:ext>
                </a:extLst>
              </p:cNvPr>
              <p:cNvSpPr>
                <a:spLocks noChangeArrowheads="1"/>
              </p:cNvSpPr>
              <p:nvPr/>
            </p:nvSpPr>
            <p:spPr bwMode="auto">
              <a:xfrm>
                <a:off x="486" y="2805"/>
                <a:ext cx="830" cy="162"/>
              </a:xfrm>
              <a:prstGeom prst="rect">
                <a:avLst/>
              </a:prstGeom>
              <a:solidFill>
                <a:schemeClr val="bg1"/>
              </a:solidFill>
              <a:ln w="12700">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Componente</a:t>
                </a:r>
              </a:p>
            </p:txBody>
          </p:sp>
          <p:sp>
            <p:nvSpPr>
              <p:cNvPr id="35899" name="Rectangle 95">
                <a:extLst>
                  <a:ext uri="{FF2B5EF4-FFF2-40B4-BE49-F238E27FC236}">
                    <a16:creationId xmlns:a16="http://schemas.microsoft.com/office/drawing/2014/main" id="{F62379DA-9B9B-744C-8C8A-1E6C10FB229F}"/>
                  </a:ext>
                </a:extLst>
              </p:cNvPr>
              <p:cNvSpPr>
                <a:spLocks noChangeArrowheads="1"/>
              </p:cNvSpPr>
              <p:nvPr/>
            </p:nvSpPr>
            <p:spPr bwMode="auto">
              <a:xfrm>
                <a:off x="486" y="3061"/>
                <a:ext cx="830" cy="162"/>
              </a:xfrm>
              <a:prstGeom prst="rect">
                <a:avLst/>
              </a:prstGeom>
              <a:solidFill>
                <a:schemeClr val="bg1"/>
              </a:solidFill>
              <a:ln w="12700">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Componente</a:t>
                </a:r>
              </a:p>
            </p:txBody>
          </p:sp>
          <p:sp>
            <p:nvSpPr>
              <p:cNvPr id="35900" name="Rectangle 96">
                <a:extLst>
                  <a:ext uri="{FF2B5EF4-FFF2-40B4-BE49-F238E27FC236}">
                    <a16:creationId xmlns:a16="http://schemas.microsoft.com/office/drawing/2014/main" id="{6CA55FB6-E59B-D141-9699-1F5AD81B6D12}"/>
                  </a:ext>
                </a:extLst>
              </p:cNvPr>
              <p:cNvSpPr>
                <a:spLocks noChangeArrowheads="1"/>
              </p:cNvSpPr>
              <p:nvPr/>
            </p:nvSpPr>
            <p:spPr bwMode="auto">
              <a:xfrm>
                <a:off x="486" y="3317"/>
                <a:ext cx="830" cy="162"/>
              </a:xfrm>
              <a:prstGeom prst="rect">
                <a:avLst/>
              </a:prstGeom>
              <a:solidFill>
                <a:schemeClr val="bg1"/>
              </a:solidFill>
              <a:ln w="12700">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Componente</a:t>
                </a:r>
              </a:p>
            </p:txBody>
          </p:sp>
        </p:grpSp>
        <p:cxnSp>
          <p:nvCxnSpPr>
            <p:cNvPr id="35863" name="AutoShape 97">
              <a:extLst>
                <a:ext uri="{FF2B5EF4-FFF2-40B4-BE49-F238E27FC236}">
                  <a16:creationId xmlns:a16="http://schemas.microsoft.com/office/drawing/2014/main" id="{8B6F3D88-9D09-394C-98B9-21298D6A8A87}"/>
                </a:ext>
              </a:extLst>
            </p:cNvPr>
            <p:cNvCxnSpPr>
              <a:cxnSpLocks noChangeShapeType="1"/>
              <a:stCxn id="35861" idx="1"/>
              <a:endCxn id="35897" idx="1"/>
            </p:cNvCxnSpPr>
            <p:nvPr/>
          </p:nvCxnSpPr>
          <p:spPr bwMode="auto">
            <a:xfrm rot="10800000" flipH="1" flipV="1">
              <a:off x="4691" y="1795"/>
              <a:ext cx="149" cy="303"/>
            </a:xfrm>
            <a:prstGeom prst="bentConnector3">
              <a:avLst>
                <a:gd name="adj1" fmla="val -96644"/>
              </a:avLst>
            </a:prstGeom>
            <a:noFill/>
            <a:ln w="12700">
              <a:solidFill>
                <a:schemeClr val="tx1"/>
              </a:solidFill>
              <a:miter lim="800000"/>
              <a:headEnd type="triangle" w="med" len="med"/>
              <a:tailEnd/>
            </a:ln>
            <a:extLst>
              <a:ext uri="{909E8E84-426E-40DD-AFC4-6F175D3DCCD1}">
                <a14:hiddenFill xmlns:a14="http://schemas.microsoft.com/office/drawing/2010/main">
                  <a:noFill/>
                </a14:hiddenFill>
              </a:ext>
            </a:extLst>
          </p:spPr>
        </p:cxnSp>
        <p:cxnSp>
          <p:nvCxnSpPr>
            <p:cNvPr id="35864" name="AutoShape 98">
              <a:extLst>
                <a:ext uri="{FF2B5EF4-FFF2-40B4-BE49-F238E27FC236}">
                  <a16:creationId xmlns:a16="http://schemas.microsoft.com/office/drawing/2014/main" id="{B35AA205-CAB4-D44F-9790-5FAC1A0C6C90}"/>
                </a:ext>
              </a:extLst>
            </p:cNvPr>
            <p:cNvCxnSpPr>
              <a:cxnSpLocks noChangeShapeType="1"/>
              <a:stCxn id="35861" idx="1"/>
              <a:endCxn id="35898" idx="1"/>
            </p:cNvCxnSpPr>
            <p:nvPr/>
          </p:nvCxnSpPr>
          <p:spPr bwMode="auto">
            <a:xfrm rot="10800000" flipH="1" flipV="1">
              <a:off x="4691" y="1795"/>
              <a:ext cx="149" cy="558"/>
            </a:xfrm>
            <a:prstGeom prst="bentConnector3">
              <a:avLst>
                <a:gd name="adj1" fmla="val -96644"/>
              </a:avLst>
            </a:prstGeom>
            <a:noFill/>
            <a:ln w="12700">
              <a:solidFill>
                <a:schemeClr val="tx1"/>
              </a:solidFill>
              <a:miter lim="800000"/>
              <a:headEnd type="triangle" w="med" len="med"/>
              <a:tailEnd/>
            </a:ln>
            <a:extLst>
              <a:ext uri="{909E8E84-426E-40DD-AFC4-6F175D3DCCD1}">
                <a14:hiddenFill xmlns:a14="http://schemas.microsoft.com/office/drawing/2010/main">
                  <a:noFill/>
                </a14:hiddenFill>
              </a:ext>
            </a:extLst>
          </p:spPr>
        </p:cxnSp>
        <p:cxnSp>
          <p:nvCxnSpPr>
            <p:cNvPr id="35865" name="AutoShape 99">
              <a:extLst>
                <a:ext uri="{FF2B5EF4-FFF2-40B4-BE49-F238E27FC236}">
                  <a16:creationId xmlns:a16="http://schemas.microsoft.com/office/drawing/2014/main" id="{64B564E5-4F6F-1044-99FD-D1B3337ED86A}"/>
                </a:ext>
              </a:extLst>
            </p:cNvPr>
            <p:cNvCxnSpPr>
              <a:cxnSpLocks noChangeShapeType="1"/>
              <a:stCxn id="35861" idx="1"/>
              <a:endCxn id="35900" idx="1"/>
            </p:cNvCxnSpPr>
            <p:nvPr/>
          </p:nvCxnSpPr>
          <p:spPr bwMode="auto">
            <a:xfrm rot="10800000" flipH="1" flipV="1">
              <a:off x="4691" y="1795"/>
              <a:ext cx="149" cy="1070"/>
            </a:xfrm>
            <a:prstGeom prst="bentConnector3">
              <a:avLst>
                <a:gd name="adj1" fmla="val -96644"/>
              </a:avLst>
            </a:prstGeom>
            <a:noFill/>
            <a:ln w="12700">
              <a:solidFill>
                <a:schemeClr val="tx1"/>
              </a:solidFill>
              <a:miter lim="800000"/>
              <a:headEnd type="triangle" w="med" len="med"/>
              <a:tailEnd/>
            </a:ln>
            <a:extLst>
              <a:ext uri="{909E8E84-426E-40DD-AFC4-6F175D3DCCD1}">
                <a14:hiddenFill xmlns:a14="http://schemas.microsoft.com/office/drawing/2010/main">
                  <a:noFill/>
                </a14:hiddenFill>
              </a:ext>
            </a:extLst>
          </p:spPr>
        </p:cxnSp>
        <p:cxnSp>
          <p:nvCxnSpPr>
            <p:cNvPr id="35866" name="AutoShape 100">
              <a:extLst>
                <a:ext uri="{FF2B5EF4-FFF2-40B4-BE49-F238E27FC236}">
                  <a16:creationId xmlns:a16="http://schemas.microsoft.com/office/drawing/2014/main" id="{FB2335F0-9B71-9C49-8A5C-4764A2B403F0}"/>
                </a:ext>
              </a:extLst>
            </p:cNvPr>
            <p:cNvCxnSpPr>
              <a:cxnSpLocks noChangeShapeType="1"/>
              <a:stCxn id="35861" idx="1"/>
              <a:endCxn id="35899" idx="1"/>
            </p:cNvCxnSpPr>
            <p:nvPr/>
          </p:nvCxnSpPr>
          <p:spPr bwMode="auto">
            <a:xfrm rot="10800000" flipH="1" flipV="1">
              <a:off x="4691" y="1795"/>
              <a:ext cx="149" cy="814"/>
            </a:xfrm>
            <a:prstGeom prst="bentConnector3">
              <a:avLst>
                <a:gd name="adj1" fmla="val -96644"/>
              </a:avLst>
            </a:prstGeom>
            <a:noFill/>
            <a:ln w="12700">
              <a:solidFill>
                <a:schemeClr val="tx1"/>
              </a:solidFill>
              <a:miter lim="800000"/>
              <a:headEnd type="triangle" w="med" len="med"/>
              <a:tailEnd/>
            </a:ln>
            <a:extLst>
              <a:ext uri="{909E8E84-426E-40DD-AFC4-6F175D3DCCD1}">
                <a14:hiddenFill xmlns:a14="http://schemas.microsoft.com/office/drawing/2010/main">
                  <a:noFill/>
                </a14:hiddenFill>
              </a:ext>
            </a:extLst>
          </p:spPr>
        </p:cxnSp>
        <p:cxnSp>
          <p:nvCxnSpPr>
            <p:cNvPr id="35867" name="AutoShape 101">
              <a:extLst>
                <a:ext uri="{FF2B5EF4-FFF2-40B4-BE49-F238E27FC236}">
                  <a16:creationId xmlns:a16="http://schemas.microsoft.com/office/drawing/2014/main" id="{E3D52183-9562-6944-A780-8761A31AFF7B}"/>
                </a:ext>
              </a:extLst>
            </p:cNvPr>
            <p:cNvCxnSpPr>
              <a:cxnSpLocks noChangeShapeType="1"/>
              <a:stCxn id="35861" idx="1"/>
              <a:endCxn id="35855" idx="1"/>
            </p:cNvCxnSpPr>
            <p:nvPr/>
          </p:nvCxnSpPr>
          <p:spPr bwMode="auto">
            <a:xfrm rot="10800000" flipH="1" flipV="1">
              <a:off x="4691" y="1795"/>
              <a:ext cx="149" cy="1339"/>
            </a:xfrm>
            <a:prstGeom prst="bentConnector3">
              <a:avLst>
                <a:gd name="adj1" fmla="val -96644"/>
              </a:avLst>
            </a:prstGeom>
            <a:noFill/>
            <a:ln w="12700">
              <a:solidFill>
                <a:schemeClr val="tx1"/>
              </a:solidFill>
              <a:miter lim="800000"/>
              <a:headEnd type="triangle" w="med" len="med"/>
              <a:tailEnd/>
            </a:ln>
            <a:extLst>
              <a:ext uri="{909E8E84-426E-40DD-AFC4-6F175D3DCCD1}">
                <a14:hiddenFill xmlns:a14="http://schemas.microsoft.com/office/drawing/2010/main">
                  <a:noFill/>
                </a14:hiddenFill>
              </a:ext>
            </a:extLst>
          </p:spPr>
        </p:cxnSp>
        <p:cxnSp>
          <p:nvCxnSpPr>
            <p:cNvPr id="35868" name="AutoShape 102">
              <a:extLst>
                <a:ext uri="{FF2B5EF4-FFF2-40B4-BE49-F238E27FC236}">
                  <a16:creationId xmlns:a16="http://schemas.microsoft.com/office/drawing/2014/main" id="{63B54332-D567-6A4F-9A60-96C7BC49D6A1}"/>
                </a:ext>
              </a:extLst>
            </p:cNvPr>
            <p:cNvCxnSpPr>
              <a:cxnSpLocks noChangeShapeType="1"/>
              <a:stCxn id="35861" idx="1"/>
              <a:endCxn id="35856" idx="1"/>
            </p:cNvCxnSpPr>
            <p:nvPr/>
          </p:nvCxnSpPr>
          <p:spPr bwMode="auto">
            <a:xfrm rot="10800000" flipH="1" flipV="1">
              <a:off x="4691" y="1795"/>
              <a:ext cx="149" cy="1593"/>
            </a:xfrm>
            <a:prstGeom prst="bentConnector3">
              <a:avLst>
                <a:gd name="adj1" fmla="val -96644"/>
              </a:avLst>
            </a:prstGeom>
            <a:noFill/>
            <a:ln w="12700">
              <a:solidFill>
                <a:schemeClr val="tx1"/>
              </a:solidFill>
              <a:miter lim="800000"/>
              <a:headEnd type="triangle" w="med" len="med"/>
              <a:tailEnd/>
            </a:ln>
            <a:extLst>
              <a:ext uri="{909E8E84-426E-40DD-AFC4-6F175D3DCCD1}">
                <a14:hiddenFill xmlns:a14="http://schemas.microsoft.com/office/drawing/2010/main">
                  <a:noFill/>
                </a14:hiddenFill>
              </a:ext>
            </a:extLst>
          </p:spPr>
        </p:cxnSp>
        <p:grpSp>
          <p:nvGrpSpPr>
            <p:cNvPr id="35869" name="Group 103">
              <a:extLst>
                <a:ext uri="{FF2B5EF4-FFF2-40B4-BE49-F238E27FC236}">
                  <a16:creationId xmlns:a16="http://schemas.microsoft.com/office/drawing/2014/main" id="{28326810-432B-3142-93C4-BD9FC1155C4E}"/>
                </a:ext>
              </a:extLst>
            </p:cNvPr>
            <p:cNvGrpSpPr>
              <a:grpSpLocks/>
            </p:cNvGrpSpPr>
            <p:nvPr/>
          </p:nvGrpSpPr>
          <p:grpSpPr bwMode="auto">
            <a:xfrm>
              <a:off x="4168" y="3198"/>
              <a:ext cx="343" cy="400"/>
              <a:chOff x="3389" y="3325"/>
              <a:chExt cx="343" cy="400"/>
            </a:xfrm>
          </p:grpSpPr>
          <p:grpSp>
            <p:nvGrpSpPr>
              <p:cNvPr id="35877" name="Group 104">
                <a:extLst>
                  <a:ext uri="{FF2B5EF4-FFF2-40B4-BE49-F238E27FC236}">
                    <a16:creationId xmlns:a16="http://schemas.microsoft.com/office/drawing/2014/main" id="{DE95D55A-46A6-CA45-82AF-171DB1C9A858}"/>
                  </a:ext>
                </a:extLst>
              </p:cNvPr>
              <p:cNvGrpSpPr>
                <a:grpSpLocks/>
              </p:cNvGrpSpPr>
              <p:nvPr/>
            </p:nvGrpSpPr>
            <p:grpSpPr bwMode="auto">
              <a:xfrm>
                <a:off x="3438" y="3356"/>
                <a:ext cx="230" cy="323"/>
                <a:chOff x="1756" y="1358"/>
                <a:chExt cx="1277" cy="1609"/>
              </a:xfrm>
            </p:grpSpPr>
            <p:sp>
              <p:nvSpPr>
                <p:cNvPr id="35879" name="Rectangle 105">
                  <a:extLst>
                    <a:ext uri="{FF2B5EF4-FFF2-40B4-BE49-F238E27FC236}">
                      <a16:creationId xmlns:a16="http://schemas.microsoft.com/office/drawing/2014/main" id="{951FE348-52CA-3B4F-9945-7BE17E1B1D12}"/>
                    </a:ext>
                  </a:extLst>
                </p:cNvPr>
                <p:cNvSpPr>
                  <a:spLocks noChangeArrowheads="1"/>
                </p:cNvSpPr>
                <p:nvPr/>
              </p:nvSpPr>
              <p:spPr bwMode="auto">
                <a:xfrm>
                  <a:off x="1976" y="1473"/>
                  <a:ext cx="1057" cy="1430"/>
                </a:xfrm>
                <a:prstGeom prst="rect">
                  <a:avLst/>
                </a:prstGeom>
                <a:solidFill>
                  <a:srgbClr val="FFFFFF"/>
                </a:solidFill>
                <a:ln w="0">
                  <a:solidFill>
                    <a:srgbClr val="000000"/>
                  </a:solidFill>
                  <a:miter lim="800000"/>
                  <a:headEnd/>
                  <a:tailEnd/>
                </a:ln>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35880" name="Freeform 106">
                  <a:extLst>
                    <a:ext uri="{FF2B5EF4-FFF2-40B4-BE49-F238E27FC236}">
                      <a16:creationId xmlns:a16="http://schemas.microsoft.com/office/drawing/2014/main" id="{A3CF81BF-C8B2-0843-B0E9-C802474160B2}"/>
                    </a:ext>
                  </a:extLst>
                </p:cNvPr>
                <p:cNvSpPr>
                  <a:spLocks/>
                </p:cNvSpPr>
                <p:nvPr/>
              </p:nvSpPr>
              <p:spPr bwMode="auto">
                <a:xfrm>
                  <a:off x="1756" y="1358"/>
                  <a:ext cx="232" cy="1495"/>
                </a:xfrm>
                <a:custGeom>
                  <a:avLst/>
                  <a:gdLst>
                    <a:gd name="T0" fmla="*/ 0 w 1855"/>
                    <a:gd name="T1" fmla="*/ 0 h 11956"/>
                    <a:gd name="T2" fmla="*/ 0 w 1855"/>
                    <a:gd name="T3" fmla="*/ 0 h 11956"/>
                    <a:gd name="T4" fmla="*/ 0 w 1855"/>
                    <a:gd name="T5" fmla="*/ 0 h 11956"/>
                    <a:gd name="T6" fmla="*/ 0 w 1855"/>
                    <a:gd name="T7" fmla="*/ 0 h 11956"/>
                    <a:gd name="T8" fmla="*/ 0 w 1855"/>
                    <a:gd name="T9" fmla="*/ 0 h 11956"/>
                    <a:gd name="T10" fmla="*/ 0 w 1855"/>
                    <a:gd name="T11" fmla="*/ 0 h 11956"/>
                    <a:gd name="T12" fmla="*/ 0 w 1855"/>
                    <a:gd name="T13" fmla="*/ 0 h 11956"/>
                    <a:gd name="T14" fmla="*/ 0 w 1855"/>
                    <a:gd name="T15" fmla="*/ 0 h 11956"/>
                    <a:gd name="T16" fmla="*/ 0 w 1855"/>
                    <a:gd name="T17" fmla="*/ 0 h 11956"/>
                    <a:gd name="T18" fmla="*/ 0 w 1855"/>
                    <a:gd name="T19" fmla="*/ 0 h 11956"/>
                    <a:gd name="T20" fmla="*/ 0 w 1855"/>
                    <a:gd name="T21" fmla="*/ 0 h 11956"/>
                    <a:gd name="T22" fmla="*/ 0 w 1855"/>
                    <a:gd name="T23" fmla="*/ 0 h 11956"/>
                    <a:gd name="T24" fmla="*/ 0 w 1855"/>
                    <a:gd name="T25" fmla="*/ 0 h 11956"/>
                    <a:gd name="T26" fmla="*/ 0 w 1855"/>
                    <a:gd name="T27" fmla="*/ 0 h 11956"/>
                    <a:gd name="T28" fmla="*/ 0 w 1855"/>
                    <a:gd name="T29" fmla="*/ 0 h 11956"/>
                    <a:gd name="T30" fmla="*/ 0 w 1855"/>
                    <a:gd name="T31" fmla="*/ 0 h 11956"/>
                    <a:gd name="T32" fmla="*/ 0 w 1855"/>
                    <a:gd name="T33" fmla="*/ 0 h 11956"/>
                    <a:gd name="T34" fmla="*/ 0 w 1855"/>
                    <a:gd name="T35" fmla="*/ 0 h 11956"/>
                    <a:gd name="T36" fmla="*/ 0 w 1855"/>
                    <a:gd name="T37" fmla="*/ 0 h 11956"/>
                    <a:gd name="T38" fmla="*/ 0 w 1855"/>
                    <a:gd name="T39" fmla="*/ 0 h 11956"/>
                    <a:gd name="T40" fmla="*/ 0 w 1855"/>
                    <a:gd name="T41" fmla="*/ 0 h 11956"/>
                    <a:gd name="T42" fmla="*/ 0 w 1855"/>
                    <a:gd name="T43" fmla="*/ 0 h 11956"/>
                    <a:gd name="T44" fmla="*/ 0 w 1855"/>
                    <a:gd name="T45" fmla="*/ 0 h 119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855"/>
                    <a:gd name="T70" fmla="*/ 0 h 11956"/>
                    <a:gd name="T71" fmla="*/ 1855 w 1855"/>
                    <a:gd name="T72" fmla="*/ 11956 h 119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855" h="11956">
                      <a:moveTo>
                        <a:pt x="1855" y="11956"/>
                      </a:moveTo>
                      <a:lnTo>
                        <a:pt x="1855" y="920"/>
                      </a:lnTo>
                      <a:lnTo>
                        <a:pt x="1837" y="763"/>
                      </a:lnTo>
                      <a:lnTo>
                        <a:pt x="1804" y="608"/>
                      </a:lnTo>
                      <a:lnTo>
                        <a:pt x="1730" y="459"/>
                      </a:lnTo>
                      <a:lnTo>
                        <a:pt x="1631" y="336"/>
                      </a:lnTo>
                      <a:lnTo>
                        <a:pt x="1524" y="221"/>
                      </a:lnTo>
                      <a:lnTo>
                        <a:pt x="1393" y="131"/>
                      </a:lnTo>
                      <a:lnTo>
                        <a:pt x="1244" y="65"/>
                      </a:lnTo>
                      <a:lnTo>
                        <a:pt x="1087" y="24"/>
                      </a:lnTo>
                      <a:lnTo>
                        <a:pt x="931" y="0"/>
                      </a:lnTo>
                      <a:lnTo>
                        <a:pt x="766" y="24"/>
                      </a:lnTo>
                      <a:lnTo>
                        <a:pt x="608" y="65"/>
                      </a:lnTo>
                      <a:lnTo>
                        <a:pt x="462" y="131"/>
                      </a:lnTo>
                      <a:lnTo>
                        <a:pt x="328" y="221"/>
                      </a:lnTo>
                      <a:lnTo>
                        <a:pt x="214" y="336"/>
                      </a:lnTo>
                      <a:lnTo>
                        <a:pt x="116" y="459"/>
                      </a:lnTo>
                      <a:lnTo>
                        <a:pt x="48" y="608"/>
                      </a:lnTo>
                      <a:lnTo>
                        <a:pt x="9" y="763"/>
                      </a:lnTo>
                      <a:lnTo>
                        <a:pt x="0" y="920"/>
                      </a:lnTo>
                      <a:lnTo>
                        <a:pt x="0" y="11956"/>
                      </a:lnTo>
                      <a:lnTo>
                        <a:pt x="1855" y="11956"/>
                      </a:lnTo>
                      <a:close/>
                    </a:path>
                  </a:pathLst>
                </a:custGeom>
                <a:solidFill>
                  <a:srgbClr val="FFFFFF"/>
                </a:solidFill>
                <a:ln w="0">
                  <a:solidFill>
                    <a:srgbClr val="000000"/>
                  </a:solidFill>
                  <a:prstDash val="solid"/>
                  <a:round/>
                  <a:headEnd/>
                  <a:tailEnd/>
                </a:ln>
              </p:spPr>
              <p:txBody>
                <a:bodyPr/>
                <a:lstStyle/>
                <a:p>
                  <a:endParaRPr lang="pt-BR"/>
                </a:p>
              </p:txBody>
            </p:sp>
            <p:sp>
              <p:nvSpPr>
                <p:cNvPr id="35881" name="Freeform 107">
                  <a:extLst>
                    <a:ext uri="{FF2B5EF4-FFF2-40B4-BE49-F238E27FC236}">
                      <a16:creationId xmlns:a16="http://schemas.microsoft.com/office/drawing/2014/main" id="{4F10C01F-CBD9-AF48-A061-F15AD0D1ECA8}"/>
                    </a:ext>
                  </a:extLst>
                </p:cNvPr>
                <p:cNvSpPr>
                  <a:spLocks/>
                </p:cNvSpPr>
                <p:nvPr/>
              </p:nvSpPr>
              <p:spPr bwMode="auto">
                <a:xfrm>
                  <a:off x="1756" y="2740"/>
                  <a:ext cx="1052" cy="227"/>
                </a:xfrm>
                <a:custGeom>
                  <a:avLst/>
                  <a:gdLst>
                    <a:gd name="T0" fmla="*/ 0 w 8414"/>
                    <a:gd name="T1" fmla="*/ 0 h 1818"/>
                    <a:gd name="T2" fmla="*/ 0 w 8414"/>
                    <a:gd name="T3" fmla="*/ 0 h 1818"/>
                    <a:gd name="T4" fmla="*/ 0 w 8414"/>
                    <a:gd name="T5" fmla="*/ 0 h 1818"/>
                    <a:gd name="T6" fmla="*/ 0 w 8414"/>
                    <a:gd name="T7" fmla="*/ 0 h 1818"/>
                    <a:gd name="T8" fmla="*/ 0 w 8414"/>
                    <a:gd name="T9" fmla="*/ 0 h 1818"/>
                    <a:gd name="T10" fmla="*/ 0 w 8414"/>
                    <a:gd name="T11" fmla="*/ 0 h 1818"/>
                    <a:gd name="T12" fmla="*/ 0 w 8414"/>
                    <a:gd name="T13" fmla="*/ 0 h 1818"/>
                    <a:gd name="T14" fmla="*/ 0 w 8414"/>
                    <a:gd name="T15" fmla="*/ 0 h 1818"/>
                    <a:gd name="T16" fmla="*/ 0 w 8414"/>
                    <a:gd name="T17" fmla="*/ 0 h 1818"/>
                    <a:gd name="T18" fmla="*/ 0 w 8414"/>
                    <a:gd name="T19" fmla="*/ 0 h 1818"/>
                    <a:gd name="T20" fmla="*/ 0 w 8414"/>
                    <a:gd name="T21" fmla="*/ 0 h 1818"/>
                    <a:gd name="T22" fmla="*/ 0 w 8414"/>
                    <a:gd name="T23" fmla="*/ 0 h 1818"/>
                    <a:gd name="T24" fmla="*/ 0 w 8414"/>
                    <a:gd name="T25" fmla="*/ 0 h 1818"/>
                    <a:gd name="T26" fmla="*/ 0 w 8414"/>
                    <a:gd name="T27" fmla="*/ 0 h 1818"/>
                    <a:gd name="T28" fmla="*/ 0 w 8414"/>
                    <a:gd name="T29" fmla="*/ 0 h 1818"/>
                    <a:gd name="T30" fmla="*/ 0 w 8414"/>
                    <a:gd name="T31" fmla="*/ 0 h 1818"/>
                    <a:gd name="T32" fmla="*/ 0 w 8414"/>
                    <a:gd name="T33" fmla="*/ 0 h 1818"/>
                    <a:gd name="T34" fmla="*/ 0 w 8414"/>
                    <a:gd name="T35" fmla="*/ 0 h 1818"/>
                    <a:gd name="T36" fmla="*/ 0 w 8414"/>
                    <a:gd name="T37" fmla="*/ 0 h 1818"/>
                    <a:gd name="T38" fmla="*/ 0 w 8414"/>
                    <a:gd name="T39" fmla="*/ 0 h 1818"/>
                    <a:gd name="T40" fmla="*/ 0 w 8414"/>
                    <a:gd name="T41" fmla="*/ 0 h 1818"/>
                    <a:gd name="T42" fmla="*/ 0 w 8414"/>
                    <a:gd name="T43" fmla="*/ 0 h 1818"/>
                    <a:gd name="T44" fmla="*/ 0 w 8414"/>
                    <a:gd name="T45" fmla="*/ 0 h 1818"/>
                    <a:gd name="T46" fmla="*/ 0 w 8414"/>
                    <a:gd name="T47" fmla="*/ 0 h 1818"/>
                    <a:gd name="T48" fmla="*/ 0 w 8414"/>
                    <a:gd name="T49" fmla="*/ 0 h 1818"/>
                    <a:gd name="T50" fmla="*/ 0 w 8414"/>
                    <a:gd name="T51" fmla="*/ 0 h 1818"/>
                    <a:gd name="T52" fmla="*/ 0 w 8414"/>
                    <a:gd name="T53" fmla="*/ 0 h 1818"/>
                    <a:gd name="T54" fmla="*/ 0 w 8414"/>
                    <a:gd name="T55" fmla="*/ 0 h 1818"/>
                    <a:gd name="T56" fmla="*/ 0 w 8414"/>
                    <a:gd name="T57" fmla="*/ 0 h 1818"/>
                    <a:gd name="T58" fmla="*/ 0 w 8414"/>
                    <a:gd name="T59" fmla="*/ 0 h 1818"/>
                    <a:gd name="T60" fmla="*/ 0 w 8414"/>
                    <a:gd name="T61" fmla="*/ 0 h 1818"/>
                    <a:gd name="T62" fmla="*/ 0 w 8414"/>
                    <a:gd name="T63" fmla="*/ 0 h 181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8414"/>
                    <a:gd name="T97" fmla="*/ 0 h 1818"/>
                    <a:gd name="T98" fmla="*/ 8414 w 8414"/>
                    <a:gd name="T99" fmla="*/ 1818 h 181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8414" h="1818">
                      <a:moveTo>
                        <a:pt x="8414" y="1306"/>
                      </a:moveTo>
                      <a:lnTo>
                        <a:pt x="1855" y="1306"/>
                      </a:lnTo>
                      <a:lnTo>
                        <a:pt x="1855" y="904"/>
                      </a:lnTo>
                      <a:lnTo>
                        <a:pt x="1837" y="748"/>
                      </a:lnTo>
                      <a:lnTo>
                        <a:pt x="1796" y="591"/>
                      </a:lnTo>
                      <a:lnTo>
                        <a:pt x="1722" y="453"/>
                      </a:lnTo>
                      <a:lnTo>
                        <a:pt x="1631" y="319"/>
                      </a:lnTo>
                      <a:lnTo>
                        <a:pt x="1524" y="204"/>
                      </a:lnTo>
                      <a:lnTo>
                        <a:pt x="1393" y="122"/>
                      </a:lnTo>
                      <a:lnTo>
                        <a:pt x="1244" y="48"/>
                      </a:lnTo>
                      <a:lnTo>
                        <a:pt x="1071" y="15"/>
                      </a:lnTo>
                      <a:lnTo>
                        <a:pt x="923" y="0"/>
                      </a:lnTo>
                      <a:lnTo>
                        <a:pt x="758" y="15"/>
                      </a:lnTo>
                      <a:lnTo>
                        <a:pt x="601" y="48"/>
                      </a:lnTo>
                      <a:lnTo>
                        <a:pt x="452" y="122"/>
                      </a:lnTo>
                      <a:lnTo>
                        <a:pt x="320" y="212"/>
                      </a:lnTo>
                      <a:lnTo>
                        <a:pt x="214" y="328"/>
                      </a:lnTo>
                      <a:lnTo>
                        <a:pt x="116" y="461"/>
                      </a:lnTo>
                      <a:lnTo>
                        <a:pt x="48" y="600"/>
                      </a:lnTo>
                      <a:lnTo>
                        <a:pt x="9" y="756"/>
                      </a:lnTo>
                      <a:lnTo>
                        <a:pt x="0" y="911"/>
                      </a:lnTo>
                      <a:lnTo>
                        <a:pt x="9" y="1077"/>
                      </a:lnTo>
                      <a:lnTo>
                        <a:pt x="57" y="1234"/>
                      </a:lnTo>
                      <a:lnTo>
                        <a:pt x="131" y="1374"/>
                      </a:lnTo>
                      <a:lnTo>
                        <a:pt x="221" y="1506"/>
                      </a:lnTo>
                      <a:lnTo>
                        <a:pt x="337" y="1613"/>
                      </a:lnTo>
                      <a:lnTo>
                        <a:pt x="478" y="1703"/>
                      </a:lnTo>
                      <a:lnTo>
                        <a:pt x="617" y="1768"/>
                      </a:lnTo>
                      <a:lnTo>
                        <a:pt x="774" y="1810"/>
                      </a:lnTo>
                      <a:lnTo>
                        <a:pt x="905" y="1818"/>
                      </a:lnTo>
                      <a:lnTo>
                        <a:pt x="8414" y="1818"/>
                      </a:lnTo>
                      <a:lnTo>
                        <a:pt x="8414" y="130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35882" name="Line 108">
                  <a:extLst>
                    <a:ext uri="{FF2B5EF4-FFF2-40B4-BE49-F238E27FC236}">
                      <a16:creationId xmlns:a16="http://schemas.microsoft.com/office/drawing/2014/main" id="{93FB55D5-4BF6-5C4E-A4C1-84BFB37C23E5}"/>
                    </a:ext>
                  </a:extLst>
                </p:cNvPr>
                <p:cNvSpPr>
                  <a:spLocks noChangeShapeType="1"/>
                </p:cNvSpPr>
                <p:nvPr/>
              </p:nvSpPr>
              <p:spPr bwMode="auto">
                <a:xfrm flipH="1">
                  <a:off x="1988" y="2853"/>
                  <a:ext cx="104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883" name="Line 109">
                  <a:extLst>
                    <a:ext uri="{FF2B5EF4-FFF2-40B4-BE49-F238E27FC236}">
                      <a16:creationId xmlns:a16="http://schemas.microsoft.com/office/drawing/2014/main" id="{4CA00AB2-66AE-4345-B2EC-D01DEA8F051B}"/>
                    </a:ext>
                  </a:extLst>
                </p:cNvPr>
                <p:cNvSpPr>
                  <a:spLocks noChangeShapeType="1"/>
                </p:cNvSpPr>
                <p:nvPr/>
              </p:nvSpPr>
              <p:spPr bwMode="auto">
                <a:xfrm>
                  <a:off x="2006" y="1601"/>
                  <a:ext cx="1021" cy="1"/>
                </a:xfrm>
                <a:prstGeom prst="line">
                  <a:avLst/>
                </a:prstGeom>
                <a:noFill/>
                <a:ln w="0">
                  <a:solidFill>
                    <a:srgbClr val="00EAFF"/>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884" name="Line 110">
                  <a:extLst>
                    <a:ext uri="{FF2B5EF4-FFF2-40B4-BE49-F238E27FC236}">
                      <a16:creationId xmlns:a16="http://schemas.microsoft.com/office/drawing/2014/main" id="{3B7B1F5E-56BA-4C49-A733-3A18FB3FA24D}"/>
                    </a:ext>
                  </a:extLst>
                </p:cNvPr>
                <p:cNvSpPr>
                  <a:spLocks noChangeShapeType="1"/>
                </p:cNvSpPr>
                <p:nvPr/>
              </p:nvSpPr>
              <p:spPr bwMode="auto">
                <a:xfrm>
                  <a:off x="2006" y="1697"/>
                  <a:ext cx="1021" cy="1"/>
                </a:xfrm>
                <a:prstGeom prst="line">
                  <a:avLst/>
                </a:prstGeom>
                <a:noFill/>
                <a:ln w="0">
                  <a:solidFill>
                    <a:srgbClr val="00EAFF"/>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885" name="Line 111">
                  <a:extLst>
                    <a:ext uri="{FF2B5EF4-FFF2-40B4-BE49-F238E27FC236}">
                      <a16:creationId xmlns:a16="http://schemas.microsoft.com/office/drawing/2014/main" id="{7870FF28-1109-6840-B365-D15343595F99}"/>
                    </a:ext>
                  </a:extLst>
                </p:cNvPr>
                <p:cNvSpPr>
                  <a:spLocks noChangeShapeType="1"/>
                </p:cNvSpPr>
                <p:nvPr/>
              </p:nvSpPr>
              <p:spPr bwMode="auto">
                <a:xfrm>
                  <a:off x="2006" y="1793"/>
                  <a:ext cx="1021" cy="1"/>
                </a:xfrm>
                <a:prstGeom prst="line">
                  <a:avLst/>
                </a:prstGeom>
                <a:noFill/>
                <a:ln w="0">
                  <a:solidFill>
                    <a:srgbClr val="00EAFF"/>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886" name="Line 112">
                  <a:extLst>
                    <a:ext uri="{FF2B5EF4-FFF2-40B4-BE49-F238E27FC236}">
                      <a16:creationId xmlns:a16="http://schemas.microsoft.com/office/drawing/2014/main" id="{8F49EB76-BBF8-C749-8FA7-77EE23F5517A}"/>
                    </a:ext>
                  </a:extLst>
                </p:cNvPr>
                <p:cNvSpPr>
                  <a:spLocks noChangeShapeType="1"/>
                </p:cNvSpPr>
                <p:nvPr/>
              </p:nvSpPr>
              <p:spPr bwMode="auto">
                <a:xfrm>
                  <a:off x="2006" y="1890"/>
                  <a:ext cx="1021" cy="1"/>
                </a:xfrm>
                <a:prstGeom prst="line">
                  <a:avLst/>
                </a:prstGeom>
                <a:noFill/>
                <a:ln w="0">
                  <a:solidFill>
                    <a:srgbClr val="00EAFF"/>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887" name="Line 113">
                  <a:extLst>
                    <a:ext uri="{FF2B5EF4-FFF2-40B4-BE49-F238E27FC236}">
                      <a16:creationId xmlns:a16="http://schemas.microsoft.com/office/drawing/2014/main" id="{8221136A-F068-334D-AB72-315060F77984}"/>
                    </a:ext>
                  </a:extLst>
                </p:cNvPr>
                <p:cNvSpPr>
                  <a:spLocks noChangeShapeType="1"/>
                </p:cNvSpPr>
                <p:nvPr/>
              </p:nvSpPr>
              <p:spPr bwMode="auto">
                <a:xfrm>
                  <a:off x="2006" y="1987"/>
                  <a:ext cx="1021" cy="1"/>
                </a:xfrm>
                <a:prstGeom prst="line">
                  <a:avLst/>
                </a:prstGeom>
                <a:noFill/>
                <a:ln w="0">
                  <a:solidFill>
                    <a:srgbClr val="00EAFF"/>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888" name="Line 114">
                  <a:extLst>
                    <a:ext uri="{FF2B5EF4-FFF2-40B4-BE49-F238E27FC236}">
                      <a16:creationId xmlns:a16="http://schemas.microsoft.com/office/drawing/2014/main" id="{1BF8E593-F358-3143-802E-43EDC22D9075}"/>
                    </a:ext>
                  </a:extLst>
                </p:cNvPr>
                <p:cNvSpPr>
                  <a:spLocks noChangeShapeType="1"/>
                </p:cNvSpPr>
                <p:nvPr/>
              </p:nvSpPr>
              <p:spPr bwMode="auto">
                <a:xfrm>
                  <a:off x="2006" y="2083"/>
                  <a:ext cx="1021" cy="1"/>
                </a:xfrm>
                <a:prstGeom prst="line">
                  <a:avLst/>
                </a:prstGeom>
                <a:noFill/>
                <a:ln w="0">
                  <a:solidFill>
                    <a:srgbClr val="00EAFF"/>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889" name="Line 115">
                  <a:extLst>
                    <a:ext uri="{FF2B5EF4-FFF2-40B4-BE49-F238E27FC236}">
                      <a16:creationId xmlns:a16="http://schemas.microsoft.com/office/drawing/2014/main" id="{99524B7F-3089-3A44-A10C-4660B8FB93B5}"/>
                    </a:ext>
                  </a:extLst>
                </p:cNvPr>
                <p:cNvSpPr>
                  <a:spLocks noChangeShapeType="1"/>
                </p:cNvSpPr>
                <p:nvPr/>
              </p:nvSpPr>
              <p:spPr bwMode="auto">
                <a:xfrm>
                  <a:off x="2006" y="2180"/>
                  <a:ext cx="1021" cy="1"/>
                </a:xfrm>
                <a:prstGeom prst="line">
                  <a:avLst/>
                </a:prstGeom>
                <a:noFill/>
                <a:ln w="0">
                  <a:solidFill>
                    <a:srgbClr val="00EAFF"/>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890" name="Line 116">
                  <a:extLst>
                    <a:ext uri="{FF2B5EF4-FFF2-40B4-BE49-F238E27FC236}">
                      <a16:creationId xmlns:a16="http://schemas.microsoft.com/office/drawing/2014/main" id="{A11F8C66-FB7A-C54D-970D-3916D00E9F53}"/>
                    </a:ext>
                  </a:extLst>
                </p:cNvPr>
                <p:cNvSpPr>
                  <a:spLocks noChangeShapeType="1"/>
                </p:cNvSpPr>
                <p:nvPr/>
              </p:nvSpPr>
              <p:spPr bwMode="auto">
                <a:xfrm>
                  <a:off x="2006" y="2277"/>
                  <a:ext cx="1021" cy="1"/>
                </a:xfrm>
                <a:prstGeom prst="line">
                  <a:avLst/>
                </a:prstGeom>
                <a:noFill/>
                <a:ln w="0">
                  <a:solidFill>
                    <a:srgbClr val="00EAFF"/>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891" name="Line 117">
                  <a:extLst>
                    <a:ext uri="{FF2B5EF4-FFF2-40B4-BE49-F238E27FC236}">
                      <a16:creationId xmlns:a16="http://schemas.microsoft.com/office/drawing/2014/main" id="{9461D45F-2A00-4344-8A65-29535504064D}"/>
                    </a:ext>
                  </a:extLst>
                </p:cNvPr>
                <p:cNvSpPr>
                  <a:spLocks noChangeShapeType="1"/>
                </p:cNvSpPr>
                <p:nvPr/>
              </p:nvSpPr>
              <p:spPr bwMode="auto">
                <a:xfrm>
                  <a:off x="2006" y="2372"/>
                  <a:ext cx="1021" cy="1"/>
                </a:xfrm>
                <a:prstGeom prst="line">
                  <a:avLst/>
                </a:prstGeom>
                <a:noFill/>
                <a:ln w="0">
                  <a:solidFill>
                    <a:srgbClr val="00EAFF"/>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892" name="Line 118">
                  <a:extLst>
                    <a:ext uri="{FF2B5EF4-FFF2-40B4-BE49-F238E27FC236}">
                      <a16:creationId xmlns:a16="http://schemas.microsoft.com/office/drawing/2014/main" id="{3AC2CDC2-9A7E-F94F-9F2D-32924350AD87}"/>
                    </a:ext>
                  </a:extLst>
                </p:cNvPr>
                <p:cNvSpPr>
                  <a:spLocks noChangeShapeType="1"/>
                </p:cNvSpPr>
                <p:nvPr/>
              </p:nvSpPr>
              <p:spPr bwMode="auto">
                <a:xfrm>
                  <a:off x="2006" y="2469"/>
                  <a:ext cx="1021" cy="1"/>
                </a:xfrm>
                <a:prstGeom prst="line">
                  <a:avLst/>
                </a:prstGeom>
                <a:noFill/>
                <a:ln w="0">
                  <a:solidFill>
                    <a:srgbClr val="00EAFF"/>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893" name="Line 119">
                  <a:extLst>
                    <a:ext uri="{FF2B5EF4-FFF2-40B4-BE49-F238E27FC236}">
                      <a16:creationId xmlns:a16="http://schemas.microsoft.com/office/drawing/2014/main" id="{57A0E2E9-7DEF-3043-BFDA-2075E3951EA6}"/>
                    </a:ext>
                  </a:extLst>
                </p:cNvPr>
                <p:cNvSpPr>
                  <a:spLocks noChangeShapeType="1"/>
                </p:cNvSpPr>
                <p:nvPr/>
              </p:nvSpPr>
              <p:spPr bwMode="auto">
                <a:xfrm>
                  <a:off x="2006" y="2564"/>
                  <a:ext cx="1021" cy="1"/>
                </a:xfrm>
                <a:prstGeom prst="line">
                  <a:avLst/>
                </a:prstGeom>
                <a:noFill/>
                <a:ln w="0">
                  <a:solidFill>
                    <a:srgbClr val="00EAFF"/>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894" name="Line 120">
                  <a:extLst>
                    <a:ext uri="{FF2B5EF4-FFF2-40B4-BE49-F238E27FC236}">
                      <a16:creationId xmlns:a16="http://schemas.microsoft.com/office/drawing/2014/main" id="{638529E4-A2D7-CC4C-9FAB-3FEC38EB8916}"/>
                    </a:ext>
                  </a:extLst>
                </p:cNvPr>
                <p:cNvSpPr>
                  <a:spLocks noChangeShapeType="1"/>
                </p:cNvSpPr>
                <p:nvPr/>
              </p:nvSpPr>
              <p:spPr bwMode="auto">
                <a:xfrm>
                  <a:off x="2006" y="2661"/>
                  <a:ext cx="1021" cy="1"/>
                </a:xfrm>
                <a:prstGeom prst="line">
                  <a:avLst/>
                </a:prstGeom>
                <a:noFill/>
                <a:ln w="0">
                  <a:solidFill>
                    <a:srgbClr val="00EAFF"/>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895" name="Line 121">
                  <a:extLst>
                    <a:ext uri="{FF2B5EF4-FFF2-40B4-BE49-F238E27FC236}">
                      <a16:creationId xmlns:a16="http://schemas.microsoft.com/office/drawing/2014/main" id="{E2E29918-E922-6F43-9C77-84B635D614D4}"/>
                    </a:ext>
                  </a:extLst>
                </p:cNvPr>
                <p:cNvSpPr>
                  <a:spLocks noChangeShapeType="1"/>
                </p:cNvSpPr>
                <p:nvPr/>
              </p:nvSpPr>
              <p:spPr bwMode="auto">
                <a:xfrm>
                  <a:off x="2006" y="2758"/>
                  <a:ext cx="1021" cy="1"/>
                </a:xfrm>
                <a:prstGeom prst="line">
                  <a:avLst/>
                </a:prstGeom>
                <a:noFill/>
                <a:ln w="0">
                  <a:solidFill>
                    <a:srgbClr val="00EAFF"/>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896" name="Line 122">
                  <a:extLst>
                    <a:ext uri="{FF2B5EF4-FFF2-40B4-BE49-F238E27FC236}">
                      <a16:creationId xmlns:a16="http://schemas.microsoft.com/office/drawing/2014/main" id="{10A13060-3D92-8C44-9890-686808738423}"/>
                    </a:ext>
                  </a:extLst>
                </p:cNvPr>
                <p:cNvSpPr>
                  <a:spLocks noChangeShapeType="1"/>
                </p:cNvSpPr>
                <p:nvPr/>
              </p:nvSpPr>
              <p:spPr bwMode="auto">
                <a:xfrm>
                  <a:off x="2132" y="1488"/>
                  <a:ext cx="1" cy="1351"/>
                </a:xfrm>
                <a:prstGeom prst="line">
                  <a:avLst/>
                </a:prstGeom>
                <a:noFill/>
                <a:ln w="0">
                  <a:solidFill>
                    <a:srgbClr val="FF0000"/>
                  </a:solidFill>
                  <a:round/>
                  <a:headEnd/>
                  <a:tailEnd/>
                </a:ln>
                <a:extLst>
                  <a:ext uri="{909E8E84-426E-40DD-AFC4-6F175D3DCCD1}">
                    <a14:hiddenFill xmlns:a14="http://schemas.microsoft.com/office/drawing/2010/main">
                      <a:noFill/>
                    </a14:hiddenFill>
                  </a:ext>
                </a:extLst>
              </p:spPr>
              <p:txBody>
                <a:bodyPr/>
                <a:lstStyle/>
                <a:p>
                  <a:endParaRPr lang="pt-BR"/>
                </a:p>
              </p:txBody>
            </p:sp>
          </p:grpSp>
          <p:sp>
            <p:nvSpPr>
              <p:cNvPr id="35878" name="Rectangle 123">
                <a:extLst>
                  <a:ext uri="{FF2B5EF4-FFF2-40B4-BE49-F238E27FC236}">
                    <a16:creationId xmlns:a16="http://schemas.microsoft.com/office/drawing/2014/main" id="{3F568C67-3C74-2345-B43A-5CBA3D1CBA3F}"/>
                  </a:ext>
                </a:extLst>
              </p:cNvPr>
              <p:cNvSpPr>
                <a:spLocks noChangeArrowheads="1"/>
              </p:cNvSpPr>
              <p:nvPr/>
            </p:nvSpPr>
            <p:spPr bwMode="auto">
              <a:xfrm>
                <a:off x="3389" y="3325"/>
                <a:ext cx="343" cy="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cxnSp>
          <p:nvCxnSpPr>
            <p:cNvPr id="35870" name="AutoShape 124">
              <a:extLst>
                <a:ext uri="{FF2B5EF4-FFF2-40B4-BE49-F238E27FC236}">
                  <a16:creationId xmlns:a16="http://schemas.microsoft.com/office/drawing/2014/main" id="{C26845F1-0548-B846-A55C-635C33B38D4C}"/>
                </a:ext>
              </a:extLst>
            </p:cNvPr>
            <p:cNvCxnSpPr>
              <a:cxnSpLocks noChangeShapeType="1"/>
              <a:stCxn id="35904" idx="2"/>
              <a:endCxn id="35878" idx="1"/>
            </p:cNvCxnSpPr>
            <p:nvPr/>
          </p:nvCxnSpPr>
          <p:spPr bwMode="auto">
            <a:xfrm rot="16200000" flipH="1">
              <a:off x="3840" y="3069"/>
              <a:ext cx="458" cy="199"/>
            </a:xfrm>
            <a:prstGeom prst="bentConnector2">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35871" name="AutoShape 125">
              <a:extLst>
                <a:ext uri="{FF2B5EF4-FFF2-40B4-BE49-F238E27FC236}">
                  <a16:creationId xmlns:a16="http://schemas.microsoft.com/office/drawing/2014/main" id="{55184709-1839-AC42-8689-D65D99DA9FDC}"/>
                </a:ext>
              </a:extLst>
            </p:cNvPr>
            <p:cNvCxnSpPr>
              <a:cxnSpLocks noChangeShapeType="1"/>
              <a:stCxn id="35907" idx="2"/>
              <a:endCxn id="35853" idx="0"/>
            </p:cNvCxnSpPr>
            <p:nvPr/>
          </p:nvCxnSpPr>
          <p:spPr bwMode="auto">
            <a:xfrm rot="5400000">
              <a:off x="4196" y="953"/>
              <a:ext cx="353" cy="1170"/>
            </a:xfrm>
            <a:prstGeom prst="bentConnector3">
              <a:avLst>
                <a:gd name="adj1" fmla="val 49856"/>
              </a:avLst>
            </a:prstGeom>
            <a:noFill/>
            <a:ln w="12700">
              <a:solidFill>
                <a:schemeClr val="tx1"/>
              </a:solidFill>
              <a:miter lim="800000"/>
              <a:headEnd type="triangle" w="med" len="med"/>
              <a:tailEnd/>
            </a:ln>
            <a:extLst>
              <a:ext uri="{909E8E84-426E-40DD-AFC4-6F175D3DCCD1}">
                <a14:hiddenFill xmlns:a14="http://schemas.microsoft.com/office/drawing/2010/main">
                  <a:noFill/>
                </a14:hiddenFill>
              </a:ext>
            </a:extLst>
          </p:spPr>
        </p:cxnSp>
        <p:cxnSp>
          <p:nvCxnSpPr>
            <p:cNvPr id="35872" name="AutoShape 126">
              <a:extLst>
                <a:ext uri="{FF2B5EF4-FFF2-40B4-BE49-F238E27FC236}">
                  <a16:creationId xmlns:a16="http://schemas.microsoft.com/office/drawing/2014/main" id="{0B74EA34-6A17-F64C-B504-A8E17E176D38}"/>
                </a:ext>
              </a:extLst>
            </p:cNvPr>
            <p:cNvCxnSpPr>
              <a:cxnSpLocks noChangeShapeType="1"/>
              <a:stCxn id="35907" idx="2"/>
              <a:endCxn id="35861" idx="0"/>
            </p:cNvCxnSpPr>
            <p:nvPr/>
          </p:nvCxnSpPr>
          <p:spPr bwMode="auto">
            <a:xfrm rot="16200000" flipH="1">
              <a:off x="4839" y="1480"/>
              <a:ext cx="353" cy="116"/>
            </a:xfrm>
            <a:prstGeom prst="bentConnector3">
              <a:avLst>
                <a:gd name="adj1" fmla="val 49856"/>
              </a:avLst>
            </a:prstGeom>
            <a:noFill/>
            <a:ln w="12700">
              <a:solidFill>
                <a:schemeClr val="tx1"/>
              </a:solidFill>
              <a:miter lim="800000"/>
              <a:headEnd type="triangle" w="med" len="med"/>
              <a:tailEnd/>
            </a:ln>
            <a:extLst>
              <a:ext uri="{909E8E84-426E-40DD-AFC4-6F175D3DCCD1}">
                <a14:hiddenFill xmlns:a14="http://schemas.microsoft.com/office/drawing/2010/main">
                  <a:noFill/>
                </a14:hiddenFill>
              </a:ext>
            </a:extLst>
          </p:spPr>
        </p:cxnSp>
        <p:cxnSp>
          <p:nvCxnSpPr>
            <p:cNvPr id="35873" name="AutoShape 127">
              <a:extLst>
                <a:ext uri="{FF2B5EF4-FFF2-40B4-BE49-F238E27FC236}">
                  <a16:creationId xmlns:a16="http://schemas.microsoft.com/office/drawing/2014/main" id="{2E5C6DD1-3A8D-3D45-B492-7B1BB12B4728}"/>
                </a:ext>
              </a:extLst>
            </p:cNvPr>
            <p:cNvCxnSpPr>
              <a:cxnSpLocks noChangeShapeType="1"/>
              <a:stCxn id="35851" idx="2"/>
              <a:endCxn id="35906" idx="0"/>
            </p:cNvCxnSpPr>
            <p:nvPr/>
          </p:nvCxnSpPr>
          <p:spPr bwMode="auto">
            <a:xfrm rot="5400000">
              <a:off x="3829" y="712"/>
              <a:ext cx="330" cy="643"/>
            </a:xfrm>
            <a:prstGeom prst="bentConnector3">
              <a:avLst>
                <a:gd name="adj1" fmla="val 50000"/>
              </a:avLst>
            </a:prstGeom>
            <a:noFill/>
            <a:ln w="12700">
              <a:solidFill>
                <a:schemeClr val="tx1"/>
              </a:solidFill>
              <a:miter lim="800000"/>
              <a:headEnd type="triangle" w="med" len="med"/>
              <a:tailEnd/>
            </a:ln>
            <a:extLst>
              <a:ext uri="{909E8E84-426E-40DD-AFC4-6F175D3DCCD1}">
                <a14:hiddenFill xmlns:a14="http://schemas.microsoft.com/office/drawing/2010/main">
                  <a:noFill/>
                </a14:hiddenFill>
              </a:ext>
            </a:extLst>
          </p:spPr>
        </p:cxnSp>
        <p:cxnSp>
          <p:nvCxnSpPr>
            <p:cNvPr id="35874" name="AutoShape 128">
              <a:extLst>
                <a:ext uri="{FF2B5EF4-FFF2-40B4-BE49-F238E27FC236}">
                  <a16:creationId xmlns:a16="http://schemas.microsoft.com/office/drawing/2014/main" id="{D77D39F5-6318-6641-AA1B-2C9FE1D8AC4B}"/>
                </a:ext>
              </a:extLst>
            </p:cNvPr>
            <p:cNvCxnSpPr>
              <a:cxnSpLocks noChangeShapeType="1"/>
              <a:stCxn id="35851" idx="2"/>
              <a:endCxn id="35905" idx="0"/>
            </p:cNvCxnSpPr>
            <p:nvPr/>
          </p:nvCxnSpPr>
          <p:spPr bwMode="auto">
            <a:xfrm rot="5400000">
              <a:off x="4150" y="1034"/>
              <a:ext cx="330" cy="0"/>
            </a:xfrm>
            <a:prstGeom prst="straightConnector1">
              <a:avLst/>
            </a:prstGeom>
            <a:noFill/>
            <a:ln w="12700">
              <a:solidFill>
                <a:schemeClr val="tx1"/>
              </a:solidFill>
              <a:round/>
              <a:headEnd type="triangle" w="med" len="med"/>
              <a:tailEnd/>
            </a:ln>
            <a:extLst>
              <a:ext uri="{909E8E84-426E-40DD-AFC4-6F175D3DCCD1}">
                <a14:hiddenFill xmlns:a14="http://schemas.microsoft.com/office/drawing/2010/main">
                  <a:noFill/>
                </a14:hiddenFill>
              </a:ext>
            </a:extLst>
          </p:spPr>
        </p:cxnSp>
        <p:cxnSp>
          <p:nvCxnSpPr>
            <p:cNvPr id="35875" name="AutoShape 129">
              <a:extLst>
                <a:ext uri="{FF2B5EF4-FFF2-40B4-BE49-F238E27FC236}">
                  <a16:creationId xmlns:a16="http://schemas.microsoft.com/office/drawing/2014/main" id="{419DD887-77FA-4A4C-864C-5BD7AA92BDCA}"/>
                </a:ext>
              </a:extLst>
            </p:cNvPr>
            <p:cNvCxnSpPr>
              <a:cxnSpLocks noChangeShapeType="1"/>
              <a:stCxn id="35851" idx="2"/>
              <a:endCxn id="35907" idx="0"/>
            </p:cNvCxnSpPr>
            <p:nvPr/>
          </p:nvCxnSpPr>
          <p:spPr bwMode="auto">
            <a:xfrm rot="16200000" flipH="1">
              <a:off x="4472" y="712"/>
              <a:ext cx="330" cy="643"/>
            </a:xfrm>
            <a:prstGeom prst="bentConnector3">
              <a:avLst>
                <a:gd name="adj1" fmla="val 50000"/>
              </a:avLst>
            </a:prstGeom>
            <a:noFill/>
            <a:ln w="12700">
              <a:solidFill>
                <a:schemeClr val="tx1"/>
              </a:solidFill>
              <a:miter lim="800000"/>
              <a:headEnd type="triangle" w="med" len="med"/>
              <a:tailEnd/>
            </a:ln>
            <a:extLst>
              <a:ext uri="{909E8E84-426E-40DD-AFC4-6F175D3DCCD1}">
                <a14:hiddenFill xmlns:a14="http://schemas.microsoft.com/office/drawing/2010/main">
                  <a:noFill/>
                </a14:hiddenFill>
              </a:ext>
            </a:extLst>
          </p:spPr>
        </p:cxnSp>
        <p:sp>
          <p:nvSpPr>
            <p:cNvPr id="35876" name="Text Box 130">
              <a:extLst>
                <a:ext uri="{FF2B5EF4-FFF2-40B4-BE49-F238E27FC236}">
                  <a16:creationId xmlns:a16="http://schemas.microsoft.com/office/drawing/2014/main" id="{D5665128-AA9F-DA41-85C2-38CE4A4A63F5}"/>
                </a:ext>
              </a:extLst>
            </p:cNvPr>
            <p:cNvSpPr txBox="1">
              <a:spLocks noChangeArrowheads="1"/>
            </p:cNvSpPr>
            <p:nvPr/>
          </p:nvSpPr>
          <p:spPr bwMode="auto">
            <a:xfrm>
              <a:off x="3268" y="3134"/>
              <a:ext cx="662"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Plano de processo</a:t>
              </a:r>
            </a:p>
          </p:txBody>
        </p:sp>
      </p:grpSp>
      <p:sp>
        <p:nvSpPr>
          <p:cNvPr id="35848" name="Text Box 131">
            <a:extLst>
              <a:ext uri="{FF2B5EF4-FFF2-40B4-BE49-F238E27FC236}">
                <a16:creationId xmlns:a16="http://schemas.microsoft.com/office/drawing/2014/main" id="{01BA540F-93AF-094C-B7B3-6D7037736F32}"/>
              </a:ext>
            </a:extLst>
          </p:cNvPr>
          <p:cNvSpPr txBox="1">
            <a:spLocks noChangeArrowheads="1"/>
          </p:cNvSpPr>
          <p:nvPr/>
        </p:nvSpPr>
        <p:spPr bwMode="auto">
          <a:xfrm>
            <a:off x="3151188" y="731838"/>
            <a:ext cx="5807075" cy="317500"/>
          </a:xfrm>
          <a:prstGeom prst="rect">
            <a:avLst/>
          </a:prstGeom>
          <a:solidFill>
            <a:srgbClr val="99CCFF"/>
          </a:solidFill>
          <a:ln w="12700">
            <a:solidFill>
              <a:schemeClr val="tx1"/>
            </a:solidFill>
            <a:miter lim="800000"/>
            <a:headEnd/>
            <a:tailEnd/>
          </a:ln>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2000">
                <a:solidFill>
                  <a:srgbClr val="000000"/>
                </a:solidFill>
              </a:rPr>
              <a:t>        Projeto Detalhado</a:t>
            </a:r>
          </a:p>
        </p:txBody>
      </p:sp>
      <p:sp>
        <p:nvSpPr>
          <p:cNvPr id="35849" name="Text Box 132">
            <a:extLst>
              <a:ext uri="{FF2B5EF4-FFF2-40B4-BE49-F238E27FC236}">
                <a16:creationId xmlns:a16="http://schemas.microsoft.com/office/drawing/2014/main" id="{420237DF-44E0-214B-979A-BDEEE9576CD5}"/>
              </a:ext>
            </a:extLst>
          </p:cNvPr>
          <p:cNvSpPr txBox="1">
            <a:spLocks noChangeArrowheads="1"/>
          </p:cNvSpPr>
          <p:nvPr/>
        </p:nvSpPr>
        <p:spPr bwMode="auto">
          <a:xfrm>
            <a:off x="244475" y="531813"/>
            <a:ext cx="4797425" cy="317500"/>
          </a:xfrm>
          <a:prstGeom prst="rect">
            <a:avLst/>
          </a:prstGeom>
          <a:solidFill>
            <a:srgbClr val="CCFF99"/>
          </a:solidFill>
          <a:ln w="12700">
            <a:solidFill>
              <a:schemeClr val="tx1"/>
            </a:solidFill>
            <a:miter lim="800000"/>
            <a:headEnd/>
            <a:tailEnd/>
          </a:ln>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2000">
                <a:solidFill>
                  <a:srgbClr val="000000"/>
                </a:solidFill>
              </a:rPr>
              <a:t>Projeto Conceitual</a:t>
            </a:r>
          </a:p>
        </p:txBody>
      </p:sp>
      <p:sp>
        <p:nvSpPr>
          <p:cNvPr id="35850" name="Text Box 133">
            <a:extLst>
              <a:ext uri="{FF2B5EF4-FFF2-40B4-BE49-F238E27FC236}">
                <a16:creationId xmlns:a16="http://schemas.microsoft.com/office/drawing/2014/main" id="{F32FDEF3-8442-8B4E-8725-D1AAA62295B6}"/>
              </a:ext>
            </a:extLst>
          </p:cNvPr>
          <p:cNvSpPr txBox="1">
            <a:spLocks noChangeArrowheads="1"/>
          </p:cNvSpPr>
          <p:nvPr/>
        </p:nvSpPr>
        <p:spPr bwMode="auto">
          <a:xfrm>
            <a:off x="0" y="6308725"/>
            <a:ext cx="41767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t>SSC: sistemas, subsitemas e componentes</a:t>
            </a:r>
          </a:p>
        </p:txBody>
      </p:sp>
    </p:spTree>
  </p:cSld>
  <p:clrMapOvr>
    <a:masterClrMapping/>
  </p:clrMapOvr>
  <p:transition>
    <p:pull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EA7979F3-B1A0-F344-B98B-F3B34C9BDFEB}"/>
              </a:ext>
            </a:extLst>
          </p:cNvPr>
          <p:cNvSpPr>
            <a:spLocks noGrp="1" noChangeArrowheads="1"/>
          </p:cNvSpPr>
          <p:nvPr>
            <p:ph type="title"/>
          </p:nvPr>
        </p:nvSpPr>
        <p:spPr/>
        <p:txBody>
          <a:bodyPr/>
          <a:lstStyle/>
          <a:p>
            <a:pPr eaLnBrk="1" hangingPunct="1"/>
            <a:r>
              <a:rPr lang="pt-BR" altLang="pt-BR" b="1">
                <a:solidFill>
                  <a:srgbClr val="FF0000"/>
                </a:solidFill>
                <a:ea typeface="ＭＳ Ｐゴシック" panose="020B0600070205080204" pitchFamily="34" charset="-128"/>
              </a:rPr>
              <a:t>Conceitos básicos para entendimento da fase de projeto detalhado</a:t>
            </a:r>
          </a:p>
        </p:txBody>
      </p:sp>
      <p:sp>
        <p:nvSpPr>
          <p:cNvPr id="37890" name="Rectangle 3">
            <a:extLst>
              <a:ext uri="{FF2B5EF4-FFF2-40B4-BE49-F238E27FC236}">
                <a16:creationId xmlns:a16="http://schemas.microsoft.com/office/drawing/2014/main" id="{D920C66F-DD58-914A-B9A3-9804F309F985}"/>
              </a:ext>
            </a:extLst>
          </p:cNvPr>
          <p:cNvSpPr>
            <a:spLocks noGrp="1" noChangeArrowheads="1"/>
          </p:cNvSpPr>
          <p:nvPr>
            <p:ph type="body" idx="1"/>
          </p:nvPr>
        </p:nvSpPr>
        <p:spPr>
          <a:xfrm>
            <a:off x="112713" y="887413"/>
            <a:ext cx="8866395" cy="5815012"/>
          </a:xfrm>
        </p:spPr>
        <p:txBody>
          <a:bodyPr/>
          <a:lstStyle/>
          <a:p>
            <a:pPr marL="514350" indent="-514350" eaLnBrk="1" hangingPunct="1">
              <a:buFont typeface="+mj-lt"/>
              <a:buAutoNum type="alphaLcParenR"/>
            </a:pPr>
            <a:r>
              <a:rPr lang="pt-BR" altLang="pt-BR" dirty="0">
                <a:solidFill>
                  <a:srgbClr val="002060"/>
                </a:solidFill>
                <a:ea typeface="ＭＳ Ｐゴシック" panose="020B0600070205080204" pitchFamily="34" charset="-128"/>
              </a:rPr>
              <a:t>Ciclos do projeto detalhado (construir – testar – otimizar)</a:t>
            </a:r>
          </a:p>
          <a:p>
            <a:pPr marL="914400" lvl="1" indent="-457200" eaLnBrk="1" hangingPunct="1">
              <a:buFont typeface="+mj-lt"/>
              <a:buAutoNum type="alphaLcParenR"/>
            </a:pPr>
            <a:r>
              <a:rPr lang="pt-BR" altLang="pt-BR" dirty="0">
                <a:ea typeface="ＭＳ Ｐゴシック" panose="020B0600070205080204" pitchFamily="34" charset="-128"/>
              </a:rPr>
              <a:t>Ciclo de detalhamento</a:t>
            </a:r>
          </a:p>
          <a:p>
            <a:pPr marL="914400" lvl="1" indent="-457200" eaLnBrk="1" hangingPunct="1">
              <a:buFont typeface="+mj-lt"/>
              <a:buAutoNum type="alphaLcParenR"/>
            </a:pPr>
            <a:r>
              <a:rPr lang="pt-BR" altLang="pt-BR" dirty="0">
                <a:ea typeface="ＭＳ Ｐゴシック" panose="020B0600070205080204" pitchFamily="34" charset="-128"/>
              </a:rPr>
              <a:t>Ciclo de aquisição</a:t>
            </a:r>
          </a:p>
          <a:p>
            <a:pPr marL="914400" lvl="1" indent="-457200" eaLnBrk="1" hangingPunct="1">
              <a:buFont typeface="+mj-lt"/>
              <a:buAutoNum type="alphaLcParenR"/>
            </a:pPr>
            <a:r>
              <a:rPr lang="pt-BR" altLang="pt-BR" dirty="0">
                <a:ea typeface="ＭＳ Ｐゴシック" panose="020B0600070205080204" pitchFamily="34" charset="-128"/>
              </a:rPr>
              <a:t>Ciclo de otimização </a:t>
            </a:r>
          </a:p>
          <a:p>
            <a:pPr marL="514350" indent="-514350" eaLnBrk="1" hangingPunct="1">
              <a:buFont typeface="+mj-lt"/>
              <a:buAutoNum type="alphaLcParenR"/>
            </a:pPr>
            <a:r>
              <a:rPr lang="pt-BR" altLang="pt-BR" dirty="0">
                <a:ea typeface="ＭＳ Ｐゴシック" panose="020B0600070205080204" pitchFamily="34" charset="-128"/>
              </a:rPr>
              <a:t>Integração com o projeto conceitual</a:t>
            </a:r>
          </a:p>
          <a:p>
            <a:pPr marL="457200" lvl="1" indent="0" eaLnBrk="1" hangingPunct="1">
              <a:buNone/>
            </a:pPr>
            <a:r>
              <a:rPr lang="pt-BR" altLang="pt-BR" dirty="0">
                <a:ea typeface="ＭＳ Ｐゴシック" panose="020B0600070205080204" pitchFamily="34" charset="-128"/>
              </a:rPr>
              <a:t>Depende do grau de novidade e complexidade do produto</a:t>
            </a:r>
          </a:p>
          <a:p>
            <a:pPr marL="514350" indent="-514350" eaLnBrk="1" hangingPunct="1">
              <a:buFont typeface="+mj-lt"/>
              <a:buAutoNum type="alphaLcParenR"/>
            </a:pPr>
            <a:r>
              <a:rPr lang="pt-BR" altLang="pt-BR" dirty="0">
                <a:ea typeface="ＭＳ Ｐゴシック" panose="020B0600070205080204" pitchFamily="34" charset="-128"/>
              </a:rPr>
              <a:t>Projeto preliminar</a:t>
            </a:r>
          </a:p>
          <a:p>
            <a:pPr marL="514350" indent="-514350" eaLnBrk="1" hangingPunct="1">
              <a:buFont typeface="+mj-lt"/>
              <a:buAutoNum type="alphaLcParenR"/>
            </a:pPr>
            <a:r>
              <a:rPr lang="pt-BR" altLang="pt-BR" dirty="0">
                <a:ea typeface="ＭＳ Ｐゴシック" panose="020B0600070205080204" pitchFamily="34" charset="-128"/>
              </a:rPr>
              <a:t>Termos utilizados na fase de projeto detalhado (complementar aos termos das fases anteriores)</a:t>
            </a:r>
          </a:p>
          <a:p>
            <a:pPr marL="514350" indent="-514350" eaLnBrk="1" hangingPunct="1">
              <a:buFont typeface="+mj-lt"/>
              <a:buAutoNum type="alphaLcParenR"/>
            </a:pPr>
            <a:r>
              <a:rPr lang="pt-BR" altLang="pt-BR" dirty="0">
                <a:ea typeface="ＭＳ Ｐゴシック" panose="020B0600070205080204" pitchFamily="34" charset="-128"/>
              </a:rPr>
              <a:t>Recordar relacionamento com fornecedores</a:t>
            </a:r>
          </a:p>
          <a:p>
            <a:pPr eaLnBrk="1" hangingPunct="1"/>
            <a:endParaRPr lang="pt-BR" altLang="pt-BR" dirty="0">
              <a:ea typeface="ＭＳ Ｐゴシック" panose="020B0600070205080204" pitchFamily="34" charset="-128"/>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3F0A7CE6-8AAA-4043-92E4-D69057FAFCE2}"/>
              </a:ext>
            </a:extLst>
          </p:cNvPr>
          <p:cNvSpPr>
            <a:spLocks noGrp="1" noChangeArrowheads="1"/>
          </p:cNvSpPr>
          <p:nvPr>
            <p:ph type="title"/>
          </p:nvPr>
        </p:nvSpPr>
        <p:spPr>
          <a:xfrm>
            <a:off x="255588" y="161925"/>
            <a:ext cx="7388225" cy="706438"/>
          </a:xfrm>
        </p:spPr>
        <p:txBody>
          <a:bodyPr/>
          <a:lstStyle/>
          <a:p>
            <a:pPr eaLnBrk="1" hangingPunct="1"/>
            <a:r>
              <a:rPr lang="pt-BR" altLang="pt-BR" b="1">
                <a:ea typeface="ＭＳ Ｐゴシック" panose="020B0600070205080204" pitchFamily="34" charset="-128"/>
              </a:rPr>
              <a:t>CICLOS DO PROJETO DETALHADO</a:t>
            </a:r>
          </a:p>
        </p:txBody>
      </p:sp>
      <p:sp>
        <p:nvSpPr>
          <p:cNvPr id="39938" name="Text Box 3">
            <a:extLst>
              <a:ext uri="{FF2B5EF4-FFF2-40B4-BE49-F238E27FC236}">
                <a16:creationId xmlns:a16="http://schemas.microsoft.com/office/drawing/2014/main" id="{FBFF419E-197A-F046-BE5F-7A18E32F5968}"/>
              </a:ext>
            </a:extLst>
          </p:cNvPr>
          <p:cNvSpPr txBox="1">
            <a:spLocks noChangeArrowheads="1"/>
          </p:cNvSpPr>
          <p:nvPr/>
        </p:nvSpPr>
        <p:spPr bwMode="auto">
          <a:xfrm>
            <a:off x="838200" y="1619250"/>
            <a:ext cx="2841625" cy="508000"/>
          </a:xfrm>
          <a:prstGeom prst="rect">
            <a:avLst/>
          </a:prstGeom>
          <a:solidFill>
            <a:srgbClr val="FFFF00"/>
          </a:solidFill>
          <a:ln w="19050">
            <a:solidFill>
              <a:schemeClr val="tx1"/>
            </a:solidFill>
            <a:miter lim="800000"/>
            <a:headEnd/>
            <a:tailEnd/>
          </a:ln>
        </p:spPr>
        <p:txBody>
          <a:bodyPr lIns="72000" tIns="0" rIns="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Criar e detalhar SSCs, documentação e configuração </a:t>
            </a:r>
          </a:p>
        </p:txBody>
      </p:sp>
      <p:sp>
        <p:nvSpPr>
          <p:cNvPr id="39939" name="Rectangle 4">
            <a:extLst>
              <a:ext uri="{FF2B5EF4-FFF2-40B4-BE49-F238E27FC236}">
                <a16:creationId xmlns:a16="http://schemas.microsoft.com/office/drawing/2014/main" id="{5BB2FE52-8A04-3743-8C3E-258A1F5B55DF}"/>
              </a:ext>
            </a:extLst>
          </p:cNvPr>
          <p:cNvSpPr>
            <a:spLocks noChangeArrowheads="1"/>
          </p:cNvSpPr>
          <p:nvPr/>
        </p:nvSpPr>
        <p:spPr bwMode="auto">
          <a:xfrm>
            <a:off x="447675" y="2135188"/>
            <a:ext cx="3649663" cy="4338637"/>
          </a:xfrm>
          <a:prstGeom prst="rect">
            <a:avLst/>
          </a:prstGeom>
          <a:solidFill>
            <a:srgbClr val="FFFF00"/>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39940" name="Oval 5">
            <a:extLst>
              <a:ext uri="{FF2B5EF4-FFF2-40B4-BE49-F238E27FC236}">
                <a16:creationId xmlns:a16="http://schemas.microsoft.com/office/drawing/2014/main" id="{7C3F3647-BC40-304C-9702-686F83EE84C0}"/>
              </a:ext>
            </a:extLst>
          </p:cNvPr>
          <p:cNvSpPr>
            <a:spLocks noChangeArrowheads="1"/>
          </p:cNvSpPr>
          <p:nvPr/>
        </p:nvSpPr>
        <p:spPr bwMode="auto">
          <a:xfrm>
            <a:off x="963613" y="4465638"/>
            <a:ext cx="2427287" cy="1517650"/>
          </a:xfrm>
          <a:prstGeom prst="ellipse">
            <a:avLst/>
          </a:prstGeom>
          <a:solidFill>
            <a:srgbClr val="F8F8CA"/>
          </a:solidFill>
          <a:ln w="28575">
            <a:solidFill>
              <a:srgbClr val="00FF00"/>
            </a:solidFill>
            <a:round/>
            <a:headEnd/>
            <a:tailEnd/>
          </a:ln>
        </p:spPr>
        <p:txBody>
          <a:bodyPr wrap="none" lIns="72000" tIns="0" rIns="72000" bIns="0"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1800">
              <a:solidFill>
                <a:srgbClr val="000000"/>
              </a:solidFill>
            </a:endParaRPr>
          </a:p>
        </p:txBody>
      </p:sp>
      <p:sp>
        <p:nvSpPr>
          <p:cNvPr id="39941" name="Oval 6">
            <a:extLst>
              <a:ext uri="{FF2B5EF4-FFF2-40B4-BE49-F238E27FC236}">
                <a16:creationId xmlns:a16="http://schemas.microsoft.com/office/drawing/2014/main" id="{CDD086DE-E2E0-9B49-A4EF-84037D047726}"/>
              </a:ext>
            </a:extLst>
          </p:cNvPr>
          <p:cNvSpPr>
            <a:spLocks noChangeArrowheads="1"/>
          </p:cNvSpPr>
          <p:nvPr/>
        </p:nvSpPr>
        <p:spPr bwMode="auto">
          <a:xfrm>
            <a:off x="966788" y="2860675"/>
            <a:ext cx="2427287" cy="1517650"/>
          </a:xfrm>
          <a:prstGeom prst="ellipse">
            <a:avLst/>
          </a:prstGeom>
          <a:solidFill>
            <a:srgbClr val="F8F8CA"/>
          </a:solidFill>
          <a:ln w="28575">
            <a:solidFill>
              <a:srgbClr val="00FF00"/>
            </a:solidFill>
            <a:round/>
            <a:headEnd/>
            <a:tailEnd/>
          </a:ln>
        </p:spPr>
        <p:txBody>
          <a:bodyPr wrap="none" lIns="72000" tIns="0" rIns="72000" bIns="0"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39942" name="Text Box 7">
            <a:extLst>
              <a:ext uri="{FF2B5EF4-FFF2-40B4-BE49-F238E27FC236}">
                <a16:creationId xmlns:a16="http://schemas.microsoft.com/office/drawing/2014/main" id="{ED7978D3-A531-A242-A05A-EDDDD8292770}"/>
              </a:ext>
            </a:extLst>
          </p:cNvPr>
          <p:cNvSpPr txBox="1">
            <a:spLocks noChangeArrowheads="1"/>
          </p:cNvSpPr>
          <p:nvPr/>
        </p:nvSpPr>
        <p:spPr bwMode="auto">
          <a:xfrm>
            <a:off x="1778000" y="4224338"/>
            <a:ext cx="855663" cy="258762"/>
          </a:xfrm>
          <a:prstGeom prst="rect">
            <a:avLst/>
          </a:prstGeom>
          <a:solidFill>
            <a:schemeClr val="bg1"/>
          </a:solidFill>
          <a:ln w="12700">
            <a:solidFill>
              <a:schemeClr val="tx1"/>
            </a:solidFill>
            <a:miter lim="800000"/>
            <a:headEnd/>
            <a:tailEnd/>
          </a:ln>
        </p:spPr>
        <p:txBody>
          <a:bodyPr wrap="none"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Integrar</a:t>
            </a:r>
          </a:p>
        </p:txBody>
      </p:sp>
      <p:grpSp>
        <p:nvGrpSpPr>
          <p:cNvPr id="39943" name="Group 8">
            <a:extLst>
              <a:ext uri="{FF2B5EF4-FFF2-40B4-BE49-F238E27FC236}">
                <a16:creationId xmlns:a16="http://schemas.microsoft.com/office/drawing/2014/main" id="{E737E6F2-8C46-A141-86E0-D4A931428A67}"/>
              </a:ext>
            </a:extLst>
          </p:cNvPr>
          <p:cNvGrpSpPr>
            <a:grpSpLocks/>
          </p:cNvGrpSpPr>
          <p:nvPr/>
        </p:nvGrpSpPr>
        <p:grpSpPr bwMode="auto">
          <a:xfrm>
            <a:off x="771525" y="4772025"/>
            <a:ext cx="2982913" cy="893763"/>
            <a:chOff x="2865" y="1927"/>
            <a:chExt cx="1241" cy="370"/>
          </a:xfrm>
        </p:grpSpPr>
        <p:sp>
          <p:nvSpPr>
            <p:cNvPr id="39963" name="Text Box 9">
              <a:extLst>
                <a:ext uri="{FF2B5EF4-FFF2-40B4-BE49-F238E27FC236}">
                  <a16:creationId xmlns:a16="http://schemas.microsoft.com/office/drawing/2014/main" id="{1B565D4E-CCF3-B941-B29E-C8C3C55B70A2}"/>
                </a:ext>
              </a:extLst>
            </p:cNvPr>
            <p:cNvSpPr txBox="1">
              <a:spLocks noChangeArrowheads="1"/>
            </p:cNvSpPr>
            <p:nvPr/>
          </p:nvSpPr>
          <p:spPr bwMode="auto">
            <a:xfrm>
              <a:off x="3434" y="2190"/>
              <a:ext cx="672" cy="107"/>
            </a:xfrm>
            <a:prstGeom prst="rect">
              <a:avLst/>
            </a:prstGeom>
            <a:solidFill>
              <a:schemeClr val="bg1"/>
            </a:solidFill>
            <a:ln w="12700">
              <a:solidFill>
                <a:schemeClr val="tx1"/>
              </a:solidFill>
              <a:miter lim="800000"/>
              <a:headEnd/>
              <a:tailEnd/>
            </a:ln>
          </p:spPr>
          <p:txBody>
            <a:bodyPr wrap="none"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Completar BOM</a:t>
              </a:r>
            </a:p>
          </p:txBody>
        </p:sp>
        <p:sp>
          <p:nvSpPr>
            <p:cNvPr id="39964" name="Text Box 10">
              <a:extLst>
                <a:ext uri="{FF2B5EF4-FFF2-40B4-BE49-F238E27FC236}">
                  <a16:creationId xmlns:a16="http://schemas.microsoft.com/office/drawing/2014/main" id="{3B33D783-3076-114E-9B0F-7D66D2815AE7}"/>
                </a:ext>
              </a:extLst>
            </p:cNvPr>
            <p:cNvSpPr txBox="1">
              <a:spLocks noChangeArrowheads="1"/>
            </p:cNvSpPr>
            <p:nvPr/>
          </p:nvSpPr>
          <p:spPr bwMode="auto">
            <a:xfrm>
              <a:off x="2865" y="1927"/>
              <a:ext cx="867" cy="107"/>
            </a:xfrm>
            <a:prstGeom prst="rect">
              <a:avLst/>
            </a:prstGeom>
            <a:solidFill>
              <a:schemeClr val="bg1"/>
            </a:solidFill>
            <a:ln w="12700">
              <a:solidFill>
                <a:schemeClr val="tx1"/>
              </a:solidFill>
              <a:miter lim="800000"/>
              <a:headEnd/>
              <a:tailEnd/>
            </a:ln>
          </p:spPr>
          <p:txBody>
            <a:bodyPr wrap="none"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Finalizar documentos</a:t>
              </a:r>
            </a:p>
          </p:txBody>
        </p:sp>
      </p:grpSp>
      <p:sp>
        <p:nvSpPr>
          <p:cNvPr id="39944" name="Oval 11">
            <a:extLst>
              <a:ext uri="{FF2B5EF4-FFF2-40B4-BE49-F238E27FC236}">
                <a16:creationId xmlns:a16="http://schemas.microsoft.com/office/drawing/2014/main" id="{E06ADD05-60E1-E346-94C4-B35C530810C2}"/>
              </a:ext>
            </a:extLst>
          </p:cNvPr>
          <p:cNvSpPr>
            <a:spLocks noChangeArrowheads="1"/>
          </p:cNvSpPr>
          <p:nvPr/>
        </p:nvSpPr>
        <p:spPr bwMode="auto">
          <a:xfrm rot="-1037357">
            <a:off x="3200400" y="2159000"/>
            <a:ext cx="2547938" cy="1052513"/>
          </a:xfrm>
          <a:prstGeom prst="ellipse">
            <a:avLst/>
          </a:prstGeom>
          <a:solidFill>
            <a:srgbClr val="E9FFFB">
              <a:alpha val="50195"/>
            </a:srgbClr>
          </a:solidFill>
          <a:ln w="28575">
            <a:solidFill>
              <a:schemeClr val="tx1"/>
            </a:solidFill>
            <a:round/>
            <a:headEnd/>
            <a:tailEnd/>
          </a:ln>
        </p:spPr>
        <p:txBody>
          <a:bodyPr lIns="72000" tIns="0" rIns="72000" bIns="0"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39945" name="Text Box 12">
            <a:extLst>
              <a:ext uri="{FF2B5EF4-FFF2-40B4-BE49-F238E27FC236}">
                <a16:creationId xmlns:a16="http://schemas.microsoft.com/office/drawing/2014/main" id="{C105B8AB-2037-7140-BD2D-C34AE7113450}"/>
              </a:ext>
            </a:extLst>
          </p:cNvPr>
          <p:cNvSpPr txBox="1">
            <a:spLocks noChangeArrowheads="1"/>
          </p:cNvSpPr>
          <p:nvPr/>
        </p:nvSpPr>
        <p:spPr bwMode="auto">
          <a:xfrm>
            <a:off x="4389438" y="1585913"/>
            <a:ext cx="1866900" cy="508000"/>
          </a:xfrm>
          <a:prstGeom prst="rect">
            <a:avLst/>
          </a:prstGeom>
          <a:solidFill>
            <a:schemeClr val="bg1"/>
          </a:solidFill>
          <a:ln w="19050">
            <a:solidFill>
              <a:schemeClr val="tx1"/>
            </a:solidFill>
            <a:miter lim="800000"/>
            <a:headEnd/>
            <a:tailEnd/>
          </a:ln>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Decidir fazer ou comprar SSC</a:t>
            </a:r>
            <a:r>
              <a:rPr lang="en-US" altLang="pt-BR" sz="1600">
                <a:solidFill>
                  <a:srgbClr val="000000"/>
                </a:solidFill>
              </a:rPr>
              <a:t>s</a:t>
            </a:r>
            <a:endParaRPr lang="pt-BR" altLang="pt-BR" sz="1600">
              <a:solidFill>
                <a:srgbClr val="000000"/>
              </a:solidFill>
            </a:endParaRPr>
          </a:p>
        </p:txBody>
      </p:sp>
      <p:sp>
        <p:nvSpPr>
          <p:cNvPr id="39946" name="Text Box 13">
            <a:extLst>
              <a:ext uri="{FF2B5EF4-FFF2-40B4-BE49-F238E27FC236}">
                <a16:creationId xmlns:a16="http://schemas.microsoft.com/office/drawing/2014/main" id="{8B68F02D-E49D-7B42-BCE8-0863DA8B0F17}"/>
              </a:ext>
            </a:extLst>
          </p:cNvPr>
          <p:cNvSpPr txBox="1">
            <a:spLocks noChangeArrowheads="1"/>
          </p:cNvSpPr>
          <p:nvPr/>
        </p:nvSpPr>
        <p:spPr bwMode="auto">
          <a:xfrm>
            <a:off x="5551488" y="2284413"/>
            <a:ext cx="1628775" cy="508000"/>
          </a:xfrm>
          <a:prstGeom prst="rect">
            <a:avLst/>
          </a:prstGeom>
          <a:solidFill>
            <a:schemeClr val="bg1"/>
          </a:solidFill>
          <a:ln w="19050">
            <a:solidFill>
              <a:schemeClr val="tx1"/>
            </a:solidFill>
            <a:miter lim="800000"/>
            <a:headEnd/>
            <a:tailEnd/>
          </a:ln>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Desenvolver fornecedores</a:t>
            </a:r>
          </a:p>
        </p:txBody>
      </p:sp>
      <p:sp>
        <p:nvSpPr>
          <p:cNvPr id="39947" name="Oval 14">
            <a:extLst>
              <a:ext uri="{FF2B5EF4-FFF2-40B4-BE49-F238E27FC236}">
                <a16:creationId xmlns:a16="http://schemas.microsoft.com/office/drawing/2014/main" id="{CE8DFCC9-E8B4-974B-8FFD-189CDA321A7A}"/>
              </a:ext>
            </a:extLst>
          </p:cNvPr>
          <p:cNvSpPr>
            <a:spLocks noChangeArrowheads="1"/>
          </p:cNvSpPr>
          <p:nvPr/>
        </p:nvSpPr>
        <p:spPr bwMode="auto">
          <a:xfrm>
            <a:off x="2587625" y="3738563"/>
            <a:ext cx="5784850" cy="1319212"/>
          </a:xfrm>
          <a:prstGeom prst="ellipse">
            <a:avLst/>
          </a:prstGeom>
          <a:solidFill>
            <a:srgbClr val="E9FFFB">
              <a:alpha val="50195"/>
            </a:srgbClr>
          </a:solidFill>
          <a:ln w="28575">
            <a:solidFill>
              <a:schemeClr val="tx1"/>
            </a:solidFill>
            <a:round/>
            <a:headEnd/>
            <a:tailEnd/>
          </a:ln>
        </p:spPr>
        <p:txBody>
          <a:bodyPr lIns="72000" tIns="0" rIns="72000" bIns="0"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39948" name="Text Box 15">
            <a:extLst>
              <a:ext uri="{FF2B5EF4-FFF2-40B4-BE49-F238E27FC236}">
                <a16:creationId xmlns:a16="http://schemas.microsoft.com/office/drawing/2014/main" id="{CCCFE36E-B6A9-464A-861D-FEDF58463228}"/>
              </a:ext>
            </a:extLst>
          </p:cNvPr>
          <p:cNvSpPr txBox="1">
            <a:spLocks noChangeArrowheads="1"/>
          </p:cNvSpPr>
          <p:nvPr/>
        </p:nvSpPr>
        <p:spPr bwMode="auto">
          <a:xfrm>
            <a:off x="4470400" y="4918075"/>
            <a:ext cx="2063750" cy="996950"/>
          </a:xfrm>
          <a:prstGeom prst="rect">
            <a:avLst/>
          </a:prstGeom>
          <a:solidFill>
            <a:schemeClr val="bg1"/>
          </a:solidFill>
          <a:ln w="19050">
            <a:solidFill>
              <a:schemeClr val="tx1"/>
            </a:solidFill>
            <a:miter lim="800000"/>
            <a:headEnd/>
            <a:tailEnd/>
          </a:ln>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Avaliar SSCs, configuração e documentação do produto e processo </a:t>
            </a:r>
          </a:p>
        </p:txBody>
      </p:sp>
      <p:sp>
        <p:nvSpPr>
          <p:cNvPr id="39949" name="Text Box 16">
            <a:extLst>
              <a:ext uri="{FF2B5EF4-FFF2-40B4-BE49-F238E27FC236}">
                <a16:creationId xmlns:a16="http://schemas.microsoft.com/office/drawing/2014/main" id="{47F0AA06-A172-924C-9C00-60523DFEB0CF}"/>
              </a:ext>
            </a:extLst>
          </p:cNvPr>
          <p:cNvSpPr txBox="1">
            <a:spLocks noChangeArrowheads="1"/>
          </p:cNvSpPr>
          <p:nvPr/>
        </p:nvSpPr>
        <p:spPr bwMode="auto">
          <a:xfrm>
            <a:off x="4995863" y="2905125"/>
            <a:ext cx="1439862" cy="996950"/>
          </a:xfrm>
          <a:prstGeom prst="rect">
            <a:avLst/>
          </a:prstGeom>
          <a:solidFill>
            <a:srgbClr val="CCECFF"/>
          </a:solidFill>
          <a:ln w="19050">
            <a:solidFill>
              <a:schemeClr val="tx1"/>
            </a:solidFill>
            <a:miter lim="800000"/>
            <a:headEnd/>
            <a:tailEnd/>
          </a:ln>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Planejar processo de fabricação e montagem</a:t>
            </a:r>
          </a:p>
        </p:txBody>
      </p:sp>
      <p:sp>
        <p:nvSpPr>
          <p:cNvPr id="39950" name="Text Box 17">
            <a:extLst>
              <a:ext uri="{FF2B5EF4-FFF2-40B4-BE49-F238E27FC236}">
                <a16:creationId xmlns:a16="http://schemas.microsoft.com/office/drawing/2014/main" id="{0EE59DE7-9148-C54E-97AB-71F36A3DCB5B}"/>
              </a:ext>
            </a:extLst>
          </p:cNvPr>
          <p:cNvSpPr txBox="1">
            <a:spLocks noChangeArrowheads="1"/>
          </p:cNvSpPr>
          <p:nvPr/>
        </p:nvSpPr>
        <p:spPr bwMode="auto">
          <a:xfrm>
            <a:off x="6978650" y="4529138"/>
            <a:ext cx="1535113" cy="752475"/>
          </a:xfrm>
          <a:prstGeom prst="rect">
            <a:avLst/>
          </a:prstGeom>
          <a:solidFill>
            <a:schemeClr val="bg1"/>
          </a:solidFill>
          <a:ln w="19050">
            <a:solidFill>
              <a:schemeClr val="tx1"/>
            </a:solidFill>
            <a:miter lim="800000"/>
            <a:headEnd/>
            <a:tailEnd/>
          </a:ln>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Otimizar produto e processo </a:t>
            </a:r>
          </a:p>
        </p:txBody>
      </p:sp>
      <p:grpSp>
        <p:nvGrpSpPr>
          <p:cNvPr id="39951" name="Group 18">
            <a:extLst>
              <a:ext uri="{FF2B5EF4-FFF2-40B4-BE49-F238E27FC236}">
                <a16:creationId xmlns:a16="http://schemas.microsoft.com/office/drawing/2014/main" id="{EC2B7F7A-6EFB-4142-94EB-55CC40256AFD}"/>
              </a:ext>
            </a:extLst>
          </p:cNvPr>
          <p:cNvGrpSpPr>
            <a:grpSpLocks/>
          </p:cNvGrpSpPr>
          <p:nvPr/>
        </p:nvGrpSpPr>
        <p:grpSpPr bwMode="auto">
          <a:xfrm>
            <a:off x="682625" y="3255963"/>
            <a:ext cx="3116263" cy="260350"/>
            <a:chOff x="559" y="2752"/>
            <a:chExt cx="1297" cy="108"/>
          </a:xfrm>
        </p:grpSpPr>
        <p:sp>
          <p:nvSpPr>
            <p:cNvPr id="39961" name="Text Box 19">
              <a:extLst>
                <a:ext uri="{FF2B5EF4-FFF2-40B4-BE49-F238E27FC236}">
                  <a16:creationId xmlns:a16="http://schemas.microsoft.com/office/drawing/2014/main" id="{0CA51677-C4DA-A147-8128-EE707648E2E3}"/>
                </a:ext>
              </a:extLst>
            </p:cNvPr>
            <p:cNvSpPr txBox="1">
              <a:spLocks noChangeArrowheads="1"/>
            </p:cNvSpPr>
            <p:nvPr/>
          </p:nvSpPr>
          <p:spPr bwMode="auto">
            <a:xfrm>
              <a:off x="559" y="2752"/>
              <a:ext cx="374" cy="107"/>
            </a:xfrm>
            <a:prstGeom prst="rect">
              <a:avLst/>
            </a:prstGeom>
            <a:solidFill>
              <a:schemeClr val="bg1"/>
            </a:solidFill>
            <a:ln w="12700">
              <a:solidFill>
                <a:schemeClr val="tx1"/>
              </a:solidFill>
              <a:miter lim="800000"/>
              <a:headEnd/>
              <a:tailEnd/>
            </a:ln>
          </p:spPr>
          <p:txBody>
            <a:bodyPr wrap="none"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Calcular</a:t>
              </a:r>
            </a:p>
          </p:txBody>
        </p:sp>
        <p:sp>
          <p:nvSpPr>
            <p:cNvPr id="39962" name="Text Box 20">
              <a:extLst>
                <a:ext uri="{FF2B5EF4-FFF2-40B4-BE49-F238E27FC236}">
                  <a16:creationId xmlns:a16="http://schemas.microsoft.com/office/drawing/2014/main" id="{CDF8912F-AC81-9A47-A2F6-8104F1A356C1}"/>
                </a:ext>
              </a:extLst>
            </p:cNvPr>
            <p:cNvSpPr txBox="1">
              <a:spLocks noChangeArrowheads="1"/>
            </p:cNvSpPr>
            <p:nvPr/>
          </p:nvSpPr>
          <p:spPr bwMode="auto">
            <a:xfrm>
              <a:off x="1425" y="2753"/>
              <a:ext cx="431" cy="107"/>
            </a:xfrm>
            <a:prstGeom prst="rect">
              <a:avLst/>
            </a:prstGeom>
            <a:solidFill>
              <a:schemeClr val="bg1"/>
            </a:solidFill>
            <a:ln w="12700">
              <a:solidFill>
                <a:schemeClr val="tx1"/>
              </a:solidFill>
              <a:miter lim="800000"/>
              <a:headEnd/>
              <a:tailEnd/>
            </a:ln>
          </p:spPr>
          <p:txBody>
            <a:bodyPr wrap="none"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Desenhar</a:t>
              </a:r>
            </a:p>
          </p:txBody>
        </p:sp>
      </p:grpSp>
      <p:sp>
        <p:nvSpPr>
          <p:cNvPr id="39952" name="Text Box 21">
            <a:extLst>
              <a:ext uri="{FF2B5EF4-FFF2-40B4-BE49-F238E27FC236}">
                <a16:creationId xmlns:a16="http://schemas.microsoft.com/office/drawing/2014/main" id="{268EC6A6-E63F-C649-8A1A-473CE99ECF12}"/>
              </a:ext>
            </a:extLst>
          </p:cNvPr>
          <p:cNvSpPr txBox="1">
            <a:spLocks noChangeArrowheads="1"/>
          </p:cNvSpPr>
          <p:nvPr/>
        </p:nvSpPr>
        <p:spPr bwMode="auto">
          <a:xfrm>
            <a:off x="1042988" y="2700338"/>
            <a:ext cx="2351087" cy="255587"/>
          </a:xfrm>
          <a:prstGeom prst="rect">
            <a:avLst/>
          </a:prstGeom>
          <a:solidFill>
            <a:schemeClr val="bg1"/>
          </a:solidFill>
          <a:ln w="12700">
            <a:solidFill>
              <a:schemeClr val="tx1"/>
            </a:solidFill>
            <a:miter lim="800000"/>
            <a:headEnd/>
            <a:tailEnd/>
          </a:ln>
        </p:spPr>
        <p:txBody>
          <a:bodyPr wrap="none"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Criar, reutilizar, procurar</a:t>
            </a:r>
          </a:p>
        </p:txBody>
      </p:sp>
      <p:sp>
        <p:nvSpPr>
          <p:cNvPr id="39953" name="Text Box 22">
            <a:extLst>
              <a:ext uri="{FF2B5EF4-FFF2-40B4-BE49-F238E27FC236}">
                <a16:creationId xmlns:a16="http://schemas.microsoft.com/office/drawing/2014/main" id="{28C158D9-5F5D-E04B-A6B9-9B2047070BFB}"/>
              </a:ext>
            </a:extLst>
          </p:cNvPr>
          <p:cNvSpPr txBox="1">
            <a:spLocks noChangeArrowheads="1"/>
          </p:cNvSpPr>
          <p:nvPr/>
        </p:nvSpPr>
        <p:spPr bwMode="auto">
          <a:xfrm>
            <a:off x="5464175" y="4138613"/>
            <a:ext cx="1084263"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b="1">
                <a:solidFill>
                  <a:srgbClr val="000000"/>
                </a:solidFill>
              </a:rPr>
              <a:t>Ciclo de otimização</a:t>
            </a:r>
          </a:p>
        </p:txBody>
      </p:sp>
      <p:sp>
        <p:nvSpPr>
          <p:cNvPr id="39954" name="Text Box 23">
            <a:extLst>
              <a:ext uri="{FF2B5EF4-FFF2-40B4-BE49-F238E27FC236}">
                <a16:creationId xmlns:a16="http://schemas.microsoft.com/office/drawing/2014/main" id="{18C78871-ED09-9640-A1E6-CA10B92363BC}"/>
              </a:ext>
            </a:extLst>
          </p:cNvPr>
          <p:cNvSpPr txBox="1">
            <a:spLocks noChangeArrowheads="1"/>
          </p:cNvSpPr>
          <p:nvPr/>
        </p:nvSpPr>
        <p:spPr bwMode="auto">
          <a:xfrm>
            <a:off x="1209675" y="3578225"/>
            <a:ext cx="125095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b="1">
                <a:solidFill>
                  <a:srgbClr val="000000"/>
                </a:solidFill>
              </a:rPr>
              <a:t>Ciclo de detalhamento</a:t>
            </a:r>
          </a:p>
        </p:txBody>
      </p:sp>
      <p:sp>
        <p:nvSpPr>
          <p:cNvPr id="39955" name="Text Box 24">
            <a:extLst>
              <a:ext uri="{FF2B5EF4-FFF2-40B4-BE49-F238E27FC236}">
                <a16:creationId xmlns:a16="http://schemas.microsoft.com/office/drawing/2014/main" id="{D3FC52CC-00E9-3E40-AB6C-4C79FEDF741C}"/>
              </a:ext>
            </a:extLst>
          </p:cNvPr>
          <p:cNvSpPr txBox="1">
            <a:spLocks noChangeArrowheads="1"/>
          </p:cNvSpPr>
          <p:nvPr/>
        </p:nvSpPr>
        <p:spPr bwMode="auto">
          <a:xfrm>
            <a:off x="3605213" y="2530475"/>
            <a:ext cx="113030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b="1">
                <a:solidFill>
                  <a:srgbClr val="000000"/>
                </a:solidFill>
              </a:rPr>
              <a:t>Ciclo de aquisição</a:t>
            </a:r>
          </a:p>
        </p:txBody>
      </p:sp>
      <p:sp>
        <p:nvSpPr>
          <p:cNvPr id="39956" name="AutoShape 25">
            <a:extLst>
              <a:ext uri="{FF2B5EF4-FFF2-40B4-BE49-F238E27FC236}">
                <a16:creationId xmlns:a16="http://schemas.microsoft.com/office/drawing/2014/main" id="{D8615B9D-AFF6-9B43-8077-65389BA3E387}"/>
              </a:ext>
            </a:extLst>
          </p:cNvPr>
          <p:cNvSpPr>
            <a:spLocks noChangeArrowheads="1"/>
          </p:cNvSpPr>
          <p:nvPr/>
        </p:nvSpPr>
        <p:spPr bwMode="auto">
          <a:xfrm rot="4902315">
            <a:off x="4379119" y="1799432"/>
            <a:ext cx="720725" cy="1500187"/>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2147483646 w 21600"/>
              <a:gd name="T9" fmla="*/ 2147483646 h 21600"/>
              <a:gd name="T10" fmla="*/ 2147483646 w 21600"/>
              <a:gd name="T11" fmla="*/ 2147483646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9668" y="10592"/>
                </a:moveTo>
                <a:cubicBezTo>
                  <a:pt x="19555" y="5775"/>
                  <a:pt x="15618" y="1929"/>
                  <a:pt x="10800" y="1929"/>
                </a:cubicBezTo>
                <a:cubicBezTo>
                  <a:pt x="5900" y="1929"/>
                  <a:pt x="1929" y="5900"/>
                  <a:pt x="1929" y="10800"/>
                </a:cubicBezTo>
                <a:cubicBezTo>
                  <a:pt x="1928" y="14075"/>
                  <a:pt x="3733" y="17083"/>
                  <a:pt x="6622" y="18625"/>
                </a:cubicBezTo>
                <a:lnTo>
                  <a:pt x="5714" y="20327"/>
                </a:lnTo>
                <a:cubicBezTo>
                  <a:pt x="2196" y="18450"/>
                  <a:pt x="0" y="14787"/>
                  <a:pt x="0" y="10800"/>
                </a:cubicBezTo>
                <a:cubicBezTo>
                  <a:pt x="0" y="4835"/>
                  <a:pt x="4835" y="0"/>
                  <a:pt x="10800" y="0"/>
                </a:cubicBezTo>
                <a:cubicBezTo>
                  <a:pt x="16666" y="-1"/>
                  <a:pt x="21459" y="4682"/>
                  <a:pt x="21597" y="10546"/>
                </a:cubicBezTo>
                <a:lnTo>
                  <a:pt x="24296" y="10483"/>
                </a:lnTo>
                <a:lnTo>
                  <a:pt x="20719" y="14233"/>
                </a:lnTo>
                <a:lnTo>
                  <a:pt x="16969" y="10655"/>
                </a:lnTo>
                <a:lnTo>
                  <a:pt x="19668" y="10592"/>
                </a:lnTo>
                <a:close/>
              </a:path>
            </a:pathLst>
          </a:cu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0" bIns="0" anchor="ctr">
            <a:spAutoFit/>
          </a:bodyPr>
          <a:lstStyle/>
          <a:p>
            <a:endParaRPr lang="pt-BR"/>
          </a:p>
        </p:txBody>
      </p:sp>
      <p:sp>
        <p:nvSpPr>
          <p:cNvPr id="39957" name="AutoShape 26">
            <a:extLst>
              <a:ext uri="{FF2B5EF4-FFF2-40B4-BE49-F238E27FC236}">
                <a16:creationId xmlns:a16="http://schemas.microsoft.com/office/drawing/2014/main" id="{C7A2A507-3321-514A-8B01-F49D48AE298E}"/>
              </a:ext>
            </a:extLst>
          </p:cNvPr>
          <p:cNvSpPr>
            <a:spLocks noChangeArrowheads="1"/>
          </p:cNvSpPr>
          <p:nvPr/>
        </p:nvSpPr>
        <p:spPr bwMode="auto">
          <a:xfrm rot="15951951" flipV="1">
            <a:off x="3898900" y="3605213"/>
            <a:ext cx="835025" cy="1616075"/>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2147483646 w 21600"/>
              <a:gd name="T9" fmla="*/ 2147483646 h 21600"/>
              <a:gd name="T10" fmla="*/ 2147483646 w 21600"/>
              <a:gd name="T11" fmla="*/ 2147483646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9668" y="10592"/>
                </a:moveTo>
                <a:cubicBezTo>
                  <a:pt x="19555" y="5775"/>
                  <a:pt x="15618" y="1929"/>
                  <a:pt x="10800" y="1929"/>
                </a:cubicBezTo>
                <a:cubicBezTo>
                  <a:pt x="5900" y="1929"/>
                  <a:pt x="1929" y="5900"/>
                  <a:pt x="1929" y="10800"/>
                </a:cubicBezTo>
                <a:cubicBezTo>
                  <a:pt x="1928" y="13025"/>
                  <a:pt x="2765" y="15169"/>
                  <a:pt x="4272" y="16806"/>
                </a:cubicBezTo>
                <a:lnTo>
                  <a:pt x="2852" y="18112"/>
                </a:lnTo>
                <a:cubicBezTo>
                  <a:pt x="1018" y="16119"/>
                  <a:pt x="0" y="13509"/>
                  <a:pt x="0" y="10800"/>
                </a:cubicBezTo>
                <a:cubicBezTo>
                  <a:pt x="0" y="4835"/>
                  <a:pt x="4835" y="0"/>
                  <a:pt x="10800" y="0"/>
                </a:cubicBezTo>
                <a:cubicBezTo>
                  <a:pt x="16666" y="-1"/>
                  <a:pt x="21459" y="4682"/>
                  <a:pt x="21597" y="10546"/>
                </a:cubicBezTo>
                <a:lnTo>
                  <a:pt x="24296" y="10483"/>
                </a:lnTo>
                <a:lnTo>
                  <a:pt x="20719" y="14233"/>
                </a:lnTo>
                <a:lnTo>
                  <a:pt x="16969" y="10655"/>
                </a:lnTo>
                <a:lnTo>
                  <a:pt x="19668" y="10592"/>
                </a:lnTo>
                <a:close/>
              </a:path>
            </a:pathLst>
          </a:cu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0" bIns="0" anchor="ctr">
            <a:spAutoFit/>
          </a:bodyPr>
          <a:lstStyle/>
          <a:p>
            <a:endParaRPr lang="pt-BR"/>
          </a:p>
        </p:txBody>
      </p:sp>
      <p:sp>
        <p:nvSpPr>
          <p:cNvPr id="39958" name="AutoShape 27">
            <a:extLst>
              <a:ext uri="{FF2B5EF4-FFF2-40B4-BE49-F238E27FC236}">
                <a16:creationId xmlns:a16="http://schemas.microsoft.com/office/drawing/2014/main" id="{C07475F0-20FA-534E-B5E2-0B80E690FA1C}"/>
              </a:ext>
            </a:extLst>
          </p:cNvPr>
          <p:cNvSpPr>
            <a:spLocks noChangeArrowheads="1"/>
          </p:cNvSpPr>
          <p:nvPr/>
        </p:nvSpPr>
        <p:spPr bwMode="auto">
          <a:xfrm rot="2186202">
            <a:off x="1735138" y="3125788"/>
            <a:ext cx="962025" cy="582612"/>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2147483646 w 21600"/>
              <a:gd name="T9" fmla="*/ 2147483646 h 21600"/>
              <a:gd name="T10" fmla="*/ 2147483646 w 21600"/>
              <a:gd name="T11" fmla="*/ 2147483646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8676" y="10417"/>
                </a:moveTo>
                <a:cubicBezTo>
                  <a:pt x="18472" y="6215"/>
                  <a:pt x="15006" y="2914"/>
                  <a:pt x="10800" y="2914"/>
                </a:cubicBezTo>
                <a:cubicBezTo>
                  <a:pt x="6444" y="2914"/>
                  <a:pt x="2914" y="6444"/>
                  <a:pt x="2914" y="10800"/>
                </a:cubicBezTo>
                <a:cubicBezTo>
                  <a:pt x="2913" y="12431"/>
                  <a:pt x="3419" y="14022"/>
                  <a:pt x="4361" y="15353"/>
                </a:cubicBezTo>
                <a:lnTo>
                  <a:pt x="1982" y="17036"/>
                </a:lnTo>
                <a:cubicBezTo>
                  <a:pt x="692" y="15212"/>
                  <a:pt x="0" y="13033"/>
                  <a:pt x="0" y="10800"/>
                </a:cubicBezTo>
                <a:cubicBezTo>
                  <a:pt x="0" y="4835"/>
                  <a:pt x="4835" y="0"/>
                  <a:pt x="10800" y="0"/>
                </a:cubicBezTo>
                <a:cubicBezTo>
                  <a:pt x="16560" y="-1"/>
                  <a:pt x="21307" y="4521"/>
                  <a:pt x="21587" y="10275"/>
                </a:cubicBezTo>
                <a:lnTo>
                  <a:pt x="24284" y="10144"/>
                </a:lnTo>
                <a:lnTo>
                  <a:pt x="20333" y="14498"/>
                </a:lnTo>
                <a:lnTo>
                  <a:pt x="15979" y="10548"/>
                </a:lnTo>
                <a:lnTo>
                  <a:pt x="18676" y="10417"/>
                </a:lnTo>
                <a:close/>
              </a:path>
            </a:pathLst>
          </a:cu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0" bIns="0" anchor="ctr">
            <a:spAutoFit/>
          </a:bodyPr>
          <a:lstStyle/>
          <a:p>
            <a:endParaRPr lang="pt-BR"/>
          </a:p>
        </p:txBody>
      </p:sp>
      <p:sp>
        <p:nvSpPr>
          <p:cNvPr id="39959" name="Text Box 28">
            <a:extLst>
              <a:ext uri="{FF2B5EF4-FFF2-40B4-BE49-F238E27FC236}">
                <a16:creationId xmlns:a16="http://schemas.microsoft.com/office/drawing/2014/main" id="{3E57C5E0-B09D-B24E-AED1-E10E799B61D5}"/>
              </a:ext>
            </a:extLst>
          </p:cNvPr>
          <p:cNvSpPr txBox="1">
            <a:spLocks noChangeArrowheads="1"/>
          </p:cNvSpPr>
          <p:nvPr/>
        </p:nvSpPr>
        <p:spPr bwMode="auto">
          <a:xfrm>
            <a:off x="6348413" y="2962275"/>
            <a:ext cx="1238250" cy="508000"/>
          </a:xfrm>
          <a:prstGeom prst="rect">
            <a:avLst/>
          </a:prstGeom>
          <a:solidFill>
            <a:srgbClr val="CCECFF"/>
          </a:solidFill>
          <a:ln w="19050">
            <a:solidFill>
              <a:schemeClr val="tx1"/>
            </a:solidFill>
            <a:miter lim="800000"/>
            <a:headEnd/>
            <a:tailEnd/>
          </a:ln>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Projetar recursos</a:t>
            </a:r>
          </a:p>
        </p:txBody>
      </p:sp>
      <p:sp>
        <p:nvSpPr>
          <p:cNvPr id="39960" name="Text Box 29">
            <a:extLst>
              <a:ext uri="{FF2B5EF4-FFF2-40B4-BE49-F238E27FC236}">
                <a16:creationId xmlns:a16="http://schemas.microsoft.com/office/drawing/2014/main" id="{4EA9A2AB-CD29-B643-8971-BFF6B87AB526}"/>
              </a:ext>
            </a:extLst>
          </p:cNvPr>
          <p:cNvSpPr txBox="1">
            <a:spLocks noChangeArrowheads="1"/>
          </p:cNvSpPr>
          <p:nvPr/>
        </p:nvSpPr>
        <p:spPr bwMode="auto">
          <a:xfrm>
            <a:off x="6443663" y="5988050"/>
            <a:ext cx="252095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t>SSC: sistemas, subsitemas e componentes</a:t>
            </a:r>
          </a:p>
        </p:txBody>
      </p:sp>
    </p:spTree>
  </p:cSld>
  <p:clrMapOvr>
    <a:masterClrMapping/>
  </p:clrMapOvr>
  <p:transition>
    <p:cover di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2AF93EAE-4B39-3041-BB47-73511EBE785D}"/>
              </a:ext>
            </a:extLst>
          </p:cNvPr>
          <p:cNvSpPr>
            <a:spLocks noGrp="1" noChangeArrowheads="1"/>
          </p:cNvSpPr>
          <p:nvPr>
            <p:ph type="title"/>
          </p:nvPr>
        </p:nvSpPr>
        <p:spPr/>
        <p:txBody>
          <a:bodyPr/>
          <a:lstStyle/>
          <a:p>
            <a:pPr eaLnBrk="1" hangingPunct="1"/>
            <a:r>
              <a:rPr lang="pt-BR" altLang="pt-BR">
                <a:ea typeface="ＭＳ Ｐゴシック" panose="020B0600070205080204" pitchFamily="34" charset="-128"/>
              </a:rPr>
              <a:t>Outra forma de representar os ciclos do projeto detalhado</a:t>
            </a:r>
          </a:p>
        </p:txBody>
      </p:sp>
      <p:sp>
        <p:nvSpPr>
          <p:cNvPr id="41986" name="Text Box 3">
            <a:extLst>
              <a:ext uri="{FF2B5EF4-FFF2-40B4-BE49-F238E27FC236}">
                <a16:creationId xmlns:a16="http://schemas.microsoft.com/office/drawing/2014/main" id="{1395CF51-20E8-BE41-B852-44DD1DD5B980}"/>
              </a:ext>
            </a:extLst>
          </p:cNvPr>
          <p:cNvSpPr txBox="1">
            <a:spLocks noChangeArrowheads="1"/>
          </p:cNvSpPr>
          <p:nvPr/>
        </p:nvSpPr>
        <p:spPr bwMode="auto">
          <a:xfrm>
            <a:off x="838200" y="1619250"/>
            <a:ext cx="2841625" cy="508000"/>
          </a:xfrm>
          <a:prstGeom prst="rect">
            <a:avLst/>
          </a:prstGeom>
          <a:solidFill>
            <a:srgbClr val="FFFF00"/>
          </a:solidFill>
          <a:ln w="19050">
            <a:solidFill>
              <a:schemeClr val="tx1"/>
            </a:solidFill>
            <a:miter lim="800000"/>
            <a:headEnd/>
            <a:tailEnd/>
          </a:ln>
        </p:spPr>
        <p:txBody>
          <a:bodyPr lIns="72000" tIns="0" rIns="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Criar e detalhar SSCs, documentação e configuração </a:t>
            </a:r>
          </a:p>
        </p:txBody>
      </p:sp>
      <p:sp>
        <p:nvSpPr>
          <p:cNvPr id="41987" name="Rectangle 4">
            <a:extLst>
              <a:ext uri="{FF2B5EF4-FFF2-40B4-BE49-F238E27FC236}">
                <a16:creationId xmlns:a16="http://schemas.microsoft.com/office/drawing/2014/main" id="{0EBCE59C-6BAD-1947-9CF0-C06F70962097}"/>
              </a:ext>
            </a:extLst>
          </p:cNvPr>
          <p:cNvSpPr>
            <a:spLocks noChangeArrowheads="1"/>
          </p:cNvSpPr>
          <p:nvPr/>
        </p:nvSpPr>
        <p:spPr bwMode="auto">
          <a:xfrm>
            <a:off x="447675" y="2135188"/>
            <a:ext cx="3649663" cy="4338637"/>
          </a:xfrm>
          <a:prstGeom prst="rect">
            <a:avLst/>
          </a:prstGeom>
          <a:solidFill>
            <a:srgbClr val="FFFF00"/>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41988" name="Oval 5">
            <a:extLst>
              <a:ext uri="{FF2B5EF4-FFF2-40B4-BE49-F238E27FC236}">
                <a16:creationId xmlns:a16="http://schemas.microsoft.com/office/drawing/2014/main" id="{87EF98DF-56B3-AD45-B480-F5D5535119A5}"/>
              </a:ext>
            </a:extLst>
          </p:cNvPr>
          <p:cNvSpPr>
            <a:spLocks noChangeArrowheads="1"/>
          </p:cNvSpPr>
          <p:nvPr/>
        </p:nvSpPr>
        <p:spPr bwMode="auto">
          <a:xfrm>
            <a:off x="963613" y="4465638"/>
            <a:ext cx="2427287" cy="1517650"/>
          </a:xfrm>
          <a:prstGeom prst="ellipse">
            <a:avLst/>
          </a:prstGeom>
          <a:solidFill>
            <a:srgbClr val="F8F8CA"/>
          </a:solidFill>
          <a:ln w="28575">
            <a:solidFill>
              <a:srgbClr val="00FF00"/>
            </a:solidFill>
            <a:round/>
            <a:headEnd/>
            <a:tailEnd/>
          </a:ln>
        </p:spPr>
        <p:txBody>
          <a:bodyPr wrap="none" lIns="72000" tIns="0" rIns="72000" bIns="0"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1800">
              <a:solidFill>
                <a:srgbClr val="000000"/>
              </a:solidFill>
            </a:endParaRPr>
          </a:p>
        </p:txBody>
      </p:sp>
      <p:sp>
        <p:nvSpPr>
          <p:cNvPr id="41989" name="Oval 6">
            <a:extLst>
              <a:ext uri="{FF2B5EF4-FFF2-40B4-BE49-F238E27FC236}">
                <a16:creationId xmlns:a16="http://schemas.microsoft.com/office/drawing/2014/main" id="{C61C202F-21F1-5C46-829C-4DAC052E1D48}"/>
              </a:ext>
            </a:extLst>
          </p:cNvPr>
          <p:cNvSpPr>
            <a:spLocks noChangeArrowheads="1"/>
          </p:cNvSpPr>
          <p:nvPr/>
        </p:nvSpPr>
        <p:spPr bwMode="auto">
          <a:xfrm>
            <a:off x="966788" y="2860675"/>
            <a:ext cx="2427287" cy="1517650"/>
          </a:xfrm>
          <a:prstGeom prst="ellipse">
            <a:avLst/>
          </a:prstGeom>
          <a:solidFill>
            <a:srgbClr val="F8F8CA"/>
          </a:solidFill>
          <a:ln w="28575">
            <a:solidFill>
              <a:srgbClr val="00FF00"/>
            </a:solidFill>
            <a:round/>
            <a:headEnd/>
            <a:tailEnd/>
          </a:ln>
        </p:spPr>
        <p:txBody>
          <a:bodyPr wrap="none" lIns="72000" tIns="0" rIns="72000" bIns="0"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41990" name="Text Box 7">
            <a:extLst>
              <a:ext uri="{FF2B5EF4-FFF2-40B4-BE49-F238E27FC236}">
                <a16:creationId xmlns:a16="http://schemas.microsoft.com/office/drawing/2014/main" id="{FB25300D-D48C-2445-B931-6B227C6A3DFA}"/>
              </a:ext>
            </a:extLst>
          </p:cNvPr>
          <p:cNvSpPr txBox="1">
            <a:spLocks noChangeArrowheads="1"/>
          </p:cNvSpPr>
          <p:nvPr/>
        </p:nvSpPr>
        <p:spPr bwMode="auto">
          <a:xfrm>
            <a:off x="1778000" y="4224338"/>
            <a:ext cx="855663" cy="258762"/>
          </a:xfrm>
          <a:prstGeom prst="rect">
            <a:avLst/>
          </a:prstGeom>
          <a:solidFill>
            <a:schemeClr val="bg1"/>
          </a:solidFill>
          <a:ln w="12700">
            <a:solidFill>
              <a:schemeClr val="tx1"/>
            </a:solidFill>
            <a:miter lim="800000"/>
            <a:headEnd/>
            <a:tailEnd/>
          </a:ln>
        </p:spPr>
        <p:txBody>
          <a:bodyPr wrap="none"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Integrar</a:t>
            </a:r>
          </a:p>
        </p:txBody>
      </p:sp>
      <p:grpSp>
        <p:nvGrpSpPr>
          <p:cNvPr id="41991" name="Group 8">
            <a:extLst>
              <a:ext uri="{FF2B5EF4-FFF2-40B4-BE49-F238E27FC236}">
                <a16:creationId xmlns:a16="http://schemas.microsoft.com/office/drawing/2014/main" id="{F1E6B17B-45DC-2C47-A041-CADFF7AF2F6C}"/>
              </a:ext>
            </a:extLst>
          </p:cNvPr>
          <p:cNvGrpSpPr>
            <a:grpSpLocks/>
          </p:cNvGrpSpPr>
          <p:nvPr/>
        </p:nvGrpSpPr>
        <p:grpSpPr bwMode="auto">
          <a:xfrm>
            <a:off x="771525" y="4772025"/>
            <a:ext cx="2982913" cy="893763"/>
            <a:chOff x="2865" y="1927"/>
            <a:chExt cx="1241" cy="370"/>
          </a:xfrm>
        </p:grpSpPr>
        <p:sp>
          <p:nvSpPr>
            <p:cNvPr id="42012" name="Text Box 9">
              <a:extLst>
                <a:ext uri="{FF2B5EF4-FFF2-40B4-BE49-F238E27FC236}">
                  <a16:creationId xmlns:a16="http://schemas.microsoft.com/office/drawing/2014/main" id="{9D9EB348-0A88-1E47-8D90-B1280D4021BF}"/>
                </a:ext>
              </a:extLst>
            </p:cNvPr>
            <p:cNvSpPr txBox="1">
              <a:spLocks noChangeArrowheads="1"/>
            </p:cNvSpPr>
            <p:nvPr/>
          </p:nvSpPr>
          <p:spPr bwMode="auto">
            <a:xfrm>
              <a:off x="3434" y="2190"/>
              <a:ext cx="672" cy="107"/>
            </a:xfrm>
            <a:prstGeom prst="rect">
              <a:avLst/>
            </a:prstGeom>
            <a:solidFill>
              <a:schemeClr val="bg1"/>
            </a:solidFill>
            <a:ln w="12700">
              <a:solidFill>
                <a:schemeClr val="tx1"/>
              </a:solidFill>
              <a:miter lim="800000"/>
              <a:headEnd/>
              <a:tailEnd/>
            </a:ln>
          </p:spPr>
          <p:txBody>
            <a:bodyPr wrap="none"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Completar BOM</a:t>
              </a:r>
            </a:p>
          </p:txBody>
        </p:sp>
        <p:sp>
          <p:nvSpPr>
            <p:cNvPr id="42013" name="Text Box 10">
              <a:extLst>
                <a:ext uri="{FF2B5EF4-FFF2-40B4-BE49-F238E27FC236}">
                  <a16:creationId xmlns:a16="http://schemas.microsoft.com/office/drawing/2014/main" id="{5A22F0E5-618F-3545-8F10-9F8F4628907D}"/>
                </a:ext>
              </a:extLst>
            </p:cNvPr>
            <p:cNvSpPr txBox="1">
              <a:spLocks noChangeArrowheads="1"/>
            </p:cNvSpPr>
            <p:nvPr/>
          </p:nvSpPr>
          <p:spPr bwMode="auto">
            <a:xfrm>
              <a:off x="2865" y="1927"/>
              <a:ext cx="867" cy="107"/>
            </a:xfrm>
            <a:prstGeom prst="rect">
              <a:avLst/>
            </a:prstGeom>
            <a:solidFill>
              <a:schemeClr val="bg1"/>
            </a:solidFill>
            <a:ln w="12700">
              <a:solidFill>
                <a:schemeClr val="tx1"/>
              </a:solidFill>
              <a:miter lim="800000"/>
              <a:headEnd/>
              <a:tailEnd/>
            </a:ln>
          </p:spPr>
          <p:txBody>
            <a:bodyPr wrap="none"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Finalizar documentos</a:t>
              </a:r>
            </a:p>
          </p:txBody>
        </p:sp>
      </p:grpSp>
      <p:sp>
        <p:nvSpPr>
          <p:cNvPr id="41992" name="Oval 11">
            <a:extLst>
              <a:ext uri="{FF2B5EF4-FFF2-40B4-BE49-F238E27FC236}">
                <a16:creationId xmlns:a16="http://schemas.microsoft.com/office/drawing/2014/main" id="{5B7B25BA-7E32-974D-9046-897D2273A933}"/>
              </a:ext>
            </a:extLst>
          </p:cNvPr>
          <p:cNvSpPr>
            <a:spLocks noChangeArrowheads="1"/>
          </p:cNvSpPr>
          <p:nvPr/>
        </p:nvSpPr>
        <p:spPr bwMode="auto">
          <a:xfrm rot="-1037357">
            <a:off x="3200400" y="2159000"/>
            <a:ext cx="2547938" cy="1052513"/>
          </a:xfrm>
          <a:prstGeom prst="ellipse">
            <a:avLst/>
          </a:prstGeom>
          <a:solidFill>
            <a:srgbClr val="E9FFFB">
              <a:alpha val="50195"/>
            </a:srgbClr>
          </a:solidFill>
          <a:ln w="28575">
            <a:solidFill>
              <a:schemeClr val="tx1"/>
            </a:solidFill>
            <a:round/>
            <a:headEnd/>
            <a:tailEnd/>
          </a:ln>
        </p:spPr>
        <p:txBody>
          <a:bodyPr lIns="72000" tIns="0" rIns="72000" bIns="0"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41993" name="Text Box 12">
            <a:extLst>
              <a:ext uri="{FF2B5EF4-FFF2-40B4-BE49-F238E27FC236}">
                <a16:creationId xmlns:a16="http://schemas.microsoft.com/office/drawing/2014/main" id="{AE23EB3A-D98C-EA4C-994F-FDF399AE38BE}"/>
              </a:ext>
            </a:extLst>
          </p:cNvPr>
          <p:cNvSpPr txBox="1">
            <a:spLocks noChangeArrowheads="1"/>
          </p:cNvSpPr>
          <p:nvPr/>
        </p:nvSpPr>
        <p:spPr bwMode="auto">
          <a:xfrm>
            <a:off x="4389438" y="1585913"/>
            <a:ext cx="1866900" cy="508000"/>
          </a:xfrm>
          <a:prstGeom prst="rect">
            <a:avLst/>
          </a:prstGeom>
          <a:solidFill>
            <a:schemeClr val="bg1"/>
          </a:solidFill>
          <a:ln w="19050">
            <a:solidFill>
              <a:schemeClr val="tx1"/>
            </a:solidFill>
            <a:miter lim="800000"/>
            <a:headEnd/>
            <a:tailEnd/>
          </a:ln>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Decidir fazer ou comprar SSC</a:t>
            </a:r>
            <a:r>
              <a:rPr lang="en-US" altLang="pt-BR" sz="1600">
                <a:solidFill>
                  <a:srgbClr val="000000"/>
                </a:solidFill>
              </a:rPr>
              <a:t>s</a:t>
            </a:r>
            <a:endParaRPr lang="pt-BR" altLang="pt-BR" sz="1600">
              <a:solidFill>
                <a:srgbClr val="000000"/>
              </a:solidFill>
            </a:endParaRPr>
          </a:p>
        </p:txBody>
      </p:sp>
      <p:sp>
        <p:nvSpPr>
          <p:cNvPr id="41994" name="Text Box 13">
            <a:extLst>
              <a:ext uri="{FF2B5EF4-FFF2-40B4-BE49-F238E27FC236}">
                <a16:creationId xmlns:a16="http://schemas.microsoft.com/office/drawing/2014/main" id="{1160F7C3-2619-084A-9524-29C0D4BDBCC8}"/>
              </a:ext>
            </a:extLst>
          </p:cNvPr>
          <p:cNvSpPr txBox="1">
            <a:spLocks noChangeArrowheads="1"/>
          </p:cNvSpPr>
          <p:nvPr/>
        </p:nvSpPr>
        <p:spPr bwMode="auto">
          <a:xfrm>
            <a:off x="5551488" y="2284413"/>
            <a:ext cx="1628775" cy="508000"/>
          </a:xfrm>
          <a:prstGeom prst="rect">
            <a:avLst/>
          </a:prstGeom>
          <a:solidFill>
            <a:schemeClr val="bg1"/>
          </a:solidFill>
          <a:ln w="19050">
            <a:solidFill>
              <a:schemeClr val="tx1"/>
            </a:solidFill>
            <a:miter lim="800000"/>
            <a:headEnd/>
            <a:tailEnd/>
          </a:ln>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Desenvolver fornecedores</a:t>
            </a:r>
          </a:p>
        </p:txBody>
      </p:sp>
      <p:sp>
        <p:nvSpPr>
          <p:cNvPr id="41995" name="Oval 14">
            <a:extLst>
              <a:ext uri="{FF2B5EF4-FFF2-40B4-BE49-F238E27FC236}">
                <a16:creationId xmlns:a16="http://schemas.microsoft.com/office/drawing/2014/main" id="{8BAE457A-F4F6-B747-8190-D3BFDA10DB03}"/>
              </a:ext>
            </a:extLst>
          </p:cNvPr>
          <p:cNvSpPr>
            <a:spLocks noChangeArrowheads="1"/>
          </p:cNvSpPr>
          <p:nvPr/>
        </p:nvSpPr>
        <p:spPr bwMode="auto">
          <a:xfrm>
            <a:off x="2587625" y="3738563"/>
            <a:ext cx="5784850" cy="1319212"/>
          </a:xfrm>
          <a:prstGeom prst="ellipse">
            <a:avLst/>
          </a:prstGeom>
          <a:solidFill>
            <a:srgbClr val="E9FFFB">
              <a:alpha val="50195"/>
            </a:srgbClr>
          </a:solidFill>
          <a:ln w="28575">
            <a:solidFill>
              <a:schemeClr val="tx1"/>
            </a:solidFill>
            <a:round/>
            <a:headEnd/>
            <a:tailEnd/>
          </a:ln>
        </p:spPr>
        <p:txBody>
          <a:bodyPr lIns="72000" tIns="0" rIns="72000" bIns="0"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41996" name="Text Box 15">
            <a:extLst>
              <a:ext uri="{FF2B5EF4-FFF2-40B4-BE49-F238E27FC236}">
                <a16:creationId xmlns:a16="http://schemas.microsoft.com/office/drawing/2014/main" id="{22A5D22E-3B57-2C48-94A3-0B9BB137348B}"/>
              </a:ext>
            </a:extLst>
          </p:cNvPr>
          <p:cNvSpPr txBox="1">
            <a:spLocks noChangeArrowheads="1"/>
          </p:cNvSpPr>
          <p:nvPr/>
        </p:nvSpPr>
        <p:spPr bwMode="auto">
          <a:xfrm>
            <a:off x="4470400" y="4918075"/>
            <a:ext cx="2063750" cy="996950"/>
          </a:xfrm>
          <a:prstGeom prst="rect">
            <a:avLst/>
          </a:prstGeom>
          <a:solidFill>
            <a:schemeClr val="bg1"/>
          </a:solidFill>
          <a:ln w="19050">
            <a:solidFill>
              <a:schemeClr val="tx1"/>
            </a:solidFill>
            <a:miter lim="800000"/>
            <a:headEnd/>
            <a:tailEnd/>
          </a:ln>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Avaliar SSCs, configuração e documentação do produto e processo </a:t>
            </a:r>
          </a:p>
        </p:txBody>
      </p:sp>
      <p:sp>
        <p:nvSpPr>
          <p:cNvPr id="41997" name="Text Box 16">
            <a:extLst>
              <a:ext uri="{FF2B5EF4-FFF2-40B4-BE49-F238E27FC236}">
                <a16:creationId xmlns:a16="http://schemas.microsoft.com/office/drawing/2014/main" id="{063BBEB1-F8DB-CA4C-9853-D772770629A7}"/>
              </a:ext>
            </a:extLst>
          </p:cNvPr>
          <p:cNvSpPr txBox="1">
            <a:spLocks noChangeArrowheads="1"/>
          </p:cNvSpPr>
          <p:nvPr/>
        </p:nvSpPr>
        <p:spPr bwMode="auto">
          <a:xfrm>
            <a:off x="4995863" y="2905125"/>
            <a:ext cx="1439862" cy="996950"/>
          </a:xfrm>
          <a:prstGeom prst="rect">
            <a:avLst/>
          </a:prstGeom>
          <a:solidFill>
            <a:srgbClr val="CCECFF"/>
          </a:solidFill>
          <a:ln w="19050">
            <a:solidFill>
              <a:schemeClr val="tx1"/>
            </a:solidFill>
            <a:miter lim="800000"/>
            <a:headEnd/>
            <a:tailEnd/>
          </a:ln>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Planejar processo de fabricação e montagem</a:t>
            </a:r>
          </a:p>
        </p:txBody>
      </p:sp>
      <p:sp>
        <p:nvSpPr>
          <p:cNvPr id="41998" name="Text Box 17">
            <a:extLst>
              <a:ext uri="{FF2B5EF4-FFF2-40B4-BE49-F238E27FC236}">
                <a16:creationId xmlns:a16="http://schemas.microsoft.com/office/drawing/2014/main" id="{54BC3550-7F17-754D-92A5-BB34EE11F097}"/>
              </a:ext>
            </a:extLst>
          </p:cNvPr>
          <p:cNvSpPr txBox="1">
            <a:spLocks noChangeArrowheads="1"/>
          </p:cNvSpPr>
          <p:nvPr/>
        </p:nvSpPr>
        <p:spPr bwMode="auto">
          <a:xfrm>
            <a:off x="6978650" y="4529138"/>
            <a:ext cx="1535113" cy="752475"/>
          </a:xfrm>
          <a:prstGeom prst="rect">
            <a:avLst/>
          </a:prstGeom>
          <a:solidFill>
            <a:schemeClr val="bg1"/>
          </a:solidFill>
          <a:ln w="19050">
            <a:solidFill>
              <a:schemeClr val="tx1"/>
            </a:solidFill>
            <a:miter lim="800000"/>
            <a:headEnd/>
            <a:tailEnd/>
          </a:ln>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Otimizar produto e processo </a:t>
            </a:r>
          </a:p>
        </p:txBody>
      </p:sp>
      <p:grpSp>
        <p:nvGrpSpPr>
          <p:cNvPr id="41999" name="Group 18">
            <a:extLst>
              <a:ext uri="{FF2B5EF4-FFF2-40B4-BE49-F238E27FC236}">
                <a16:creationId xmlns:a16="http://schemas.microsoft.com/office/drawing/2014/main" id="{D7976212-4B93-1847-96CF-A18D11263D8F}"/>
              </a:ext>
            </a:extLst>
          </p:cNvPr>
          <p:cNvGrpSpPr>
            <a:grpSpLocks/>
          </p:cNvGrpSpPr>
          <p:nvPr/>
        </p:nvGrpSpPr>
        <p:grpSpPr bwMode="auto">
          <a:xfrm>
            <a:off x="682625" y="3255963"/>
            <a:ext cx="3116263" cy="260350"/>
            <a:chOff x="559" y="2752"/>
            <a:chExt cx="1297" cy="108"/>
          </a:xfrm>
        </p:grpSpPr>
        <p:sp>
          <p:nvSpPr>
            <p:cNvPr id="42010" name="Text Box 19">
              <a:extLst>
                <a:ext uri="{FF2B5EF4-FFF2-40B4-BE49-F238E27FC236}">
                  <a16:creationId xmlns:a16="http://schemas.microsoft.com/office/drawing/2014/main" id="{EDCF5BB9-9336-774D-AB68-1BE3C3C147A7}"/>
                </a:ext>
              </a:extLst>
            </p:cNvPr>
            <p:cNvSpPr txBox="1">
              <a:spLocks noChangeArrowheads="1"/>
            </p:cNvSpPr>
            <p:nvPr/>
          </p:nvSpPr>
          <p:spPr bwMode="auto">
            <a:xfrm>
              <a:off x="559" y="2752"/>
              <a:ext cx="374" cy="107"/>
            </a:xfrm>
            <a:prstGeom prst="rect">
              <a:avLst/>
            </a:prstGeom>
            <a:solidFill>
              <a:schemeClr val="bg1"/>
            </a:solidFill>
            <a:ln w="12700">
              <a:solidFill>
                <a:schemeClr val="tx1"/>
              </a:solidFill>
              <a:miter lim="800000"/>
              <a:headEnd/>
              <a:tailEnd/>
            </a:ln>
          </p:spPr>
          <p:txBody>
            <a:bodyPr wrap="none"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Calcular</a:t>
              </a:r>
            </a:p>
          </p:txBody>
        </p:sp>
        <p:sp>
          <p:nvSpPr>
            <p:cNvPr id="42011" name="Text Box 20">
              <a:extLst>
                <a:ext uri="{FF2B5EF4-FFF2-40B4-BE49-F238E27FC236}">
                  <a16:creationId xmlns:a16="http://schemas.microsoft.com/office/drawing/2014/main" id="{DF6EB1D3-4622-BC43-8821-B2C655972098}"/>
                </a:ext>
              </a:extLst>
            </p:cNvPr>
            <p:cNvSpPr txBox="1">
              <a:spLocks noChangeArrowheads="1"/>
            </p:cNvSpPr>
            <p:nvPr/>
          </p:nvSpPr>
          <p:spPr bwMode="auto">
            <a:xfrm>
              <a:off x="1425" y="2753"/>
              <a:ext cx="431" cy="107"/>
            </a:xfrm>
            <a:prstGeom prst="rect">
              <a:avLst/>
            </a:prstGeom>
            <a:solidFill>
              <a:schemeClr val="bg1"/>
            </a:solidFill>
            <a:ln w="12700">
              <a:solidFill>
                <a:schemeClr val="tx1"/>
              </a:solidFill>
              <a:miter lim="800000"/>
              <a:headEnd/>
              <a:tailEnd/>
            </a:ln>
          </p:spPr>
          <p:txBody>
            <a:bodyPr wrap="none"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Desenhar</a:t>
              </a:r>
            </a:p>
          </p:txBody>
        </p:sp>
      </p:grpSp>
      <p:sp>
        <p:nvSpPr>
          <p:cNvPr id="42000" name="Text Box 21">
            <a:extLst>
              <a:ext uri="{FF2B5EF4-FFF2-40B4-BE49-F238E27FC236}">
                <a16:creationId xmlns:a16="http://schemas.microsoft.com/office/drawing/2014/main" id="{EED4B146-DA8D-7847-9865-E1B514316BAF}"/>
              </a:ext>
            </a:extLst>
          </p:cNvPr>
          <p:cNvSpPr txBox="1">
            <a:spLocks noChangeArrowheads="1"/>
          </p:cNvSpPr>
          <p:nvPr/>
        </p:nvSpPr>
        <p:spPr bwMode="auto">
          <a:xfrm>
            <a:off x="1042988" y="2700338"/>
            <a:ext cx="2351087" cy="255587"/>
          </a:xfrm>
          <a:prstGeom prst="rect">
            <a:avLst/>
          </a:prstGeom>
          <a:solidFill>
            <a:schemeClr val="bg1"/>
          </a:solidFill>
          <a:ln w="12700">
            <a:solidFill>
              <a:schemeClr val="tx1"/>
            </a:solidFill>
            <a:miter lim="800000"/>
            <a:headEnd/>
            <a:tailEnd/>
          </a:ln>
        </p:spPr>
        <p:txBody>
          <a:bodyPr wrap="none"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Criar, reutilizar, procurar</a:t>
            </a:r>
          </a:p>
        </p:txBody>
      </p:sp>
      <p:sp>
        <p:nvSpPr>
          <p:cNvPr id="42001" name="Text Box 22">
            <a:extLst>
              <a:ext uri="{FF2B5EF4-FFF2-40B4-BE49-F238E27FC236}">
                <a16:creationId xmlns:a16="http://schemas.microsoft.com/office/drawing/2014/main" id="{1205EE54-A6E4-E541-BA1B-A3B3D2FEF65F}"/>
              </a:ext>
            </a:extLst>
          </p:cNvPr>
          <p:cNvSpPr txBox="1">
            <a:spLocks noChangeArrowheads="1"/>
          </p:cNvSpPr>
          <p:nvPr/>
        </p:nvSpPr>
        <p:spPr bwMode="auto">
          <a:xfrm>
            <a:off x="5464175" y="4138613"/>
            <a:ext cx="1084263"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b="1">
                <a:solidFill>
                  <a:srgbClr val="000000"/>
                </a:solidFill>
              </a:rPr>
              <a:t>Ciclo de otimização</a:t>
            </a:r>
          </a:p>
        </p:txBody>
      </p:sp>
      <p:sp>
        <p:nvSpPr>
          <p:cNvPr id="42002" name="Text Box 23">
            <a:extLst>
              <a:ext uri="{FF2B5EF4-FFF2-40B4-BE49-F238E27FC236}">
                <a16:creationId xmlns:a16="http://schemas.microsoft.com/office/drawing/2014/main" id="{D7FF05A2-C2FB-144A-8A9D-5BFAEED87AFE}"/>
              </a:ext>
            </a:extLst>
          </p:cNvPr>
          <p:cNvSpPr txBox="1">
            <a:spLocks noChangeArrowheads="1"/>
          </p:cNvSpPr>
          <p:nvPr/>
        </p:nvSpPr>
        <p:spPr bwMode="auto">
          <a:xfrm>
            <a:off x="1209675" y="3578225"/>
            <a:ext cx="125095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b="1">
                <a:solidFill>
                  <a:srgbClr val="000000"/>
                </a:solidFill>
              </a:rPr>
              <a:t>Ciclo de detalhamento</a:t>
            </a:r>
          </a:p>
        </p:txBody>
      </p:sp>
      <p:sp>
        <p:nvSpPr>
          <p:cNvPr id="42003" name="Text Box 24">
            <a:extLst>
              <a:ext uri="{FF2B5EF4-FFF2-40B4-BE49-F238E27FC236}">
                <a16:creationId xmlns:a16="http://schemas.microsoft.com/office/drawing/2014/main" id="{09CAB737-911F-BF4C-AEBF-EDB6348CEF8E}"/>
              </a:ext>
            </a:extLst>
          </p:cNvPr>
          <p:cNvSpPr txBox="1">
            <a:spLocks noChangeArrowheads="1"/>
          </p:cNvSpPr>
          <p:nvPr/>
        </p:nvSpPr>
        <p:spPr bwMode="auto">
          <a:xfrm>
            <a:off x="3605213" y="2530475"/>
            <a:ext cx="113030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b="1">
                <a:solidFill>
                  <a:srgbClr val="000000"/>
                </a:solidFill>
              </a:rPr>
              <a:t>Ciclo de aquisição</a:t>
            </a:r>
          </a:p>
        </p:txBody>
      </p:sp>
      <p:sp>
        <p:nvSpPr>
          <p:cNvPr id="42004" name="AutoShape 25">
            <a:extLst>
              <a:ext uri="{FF2B5EF4-FFF2-40B4-BE49-F238E27FC236}">
                <a16:creationId xmlns:a16="http://schemas.microsoft.com/office/drawing/2014/main" id="{3747C879-94B8-1C44-85A8-1D8B0DD65293}"/>
              </a:ext>
            </a:extLst>
          </p:cNvPr>
          <p:cNvSpPr>
            <a:spLocks noChangeArrowheads="1"/>
          </p:cNvSpPr>
          <p:nvPr/>
        </p:nvSpPr>
        <p:spPr bwMode="auto">
          <a:xfrm rot="4902315">
            <a:off x="4379119" y="1799432"/>
            <a:ext cx="720725" cy="1500187"/>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2147483646 w 21600"/>
              <a:gd name="T9" fmla="*/ 2147483646 h 21600"/>
              <a:gd name="T10" fmla="*/ 2147483646 w 21600"/>
              <a:gd name="T11" fmla="*/ 2147483646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9668" y="10592"/>
                </a:moveTo>
                <a:cubicBezTo>
                  <a:pt x="19555" y="5775"/>
                  <a:pt x="15618" y="1929"/>
                  <a:pt x="10800" y="1929"/>
                </a:cubicBezTo>
                <a:cubicBezTo>
                  <a:pt x="5900" y="1929"/>
                  <a:pt x="1929" y="5900"/>
                  <a:pt x="1929" y="10800"/>
                </a:cubicBezTo>
                <a:cubicBezTo>
                  <a:pt x="1928" y="14075"/>
                  <a:pt x="3733" y="17083"/>
                  <a:pt x="6622" y="18625"/>
                </a:cubicBezTo>
                <a:lnTo>
                  <a:pt x="5714" y="20327"/>
                </a:lnTo>
                <a:cubicBezTo>
                  <a:pt x="2196" y="18450"/>
                  <a:pt x="0" y="14787"/>
                  <a:pt x="0" y="10800"/>
                </a:cubicBezTo>
                <a:cubicBezTo>
                  <a:pt x="0" y="4835"/>
                  <a:pt x="4835" y="0"/>
                  <a:pt x="10800" y="0"/>
                </a:cubicBezTo>
                <a:cubicBezTo>
                  <a:pt x="16666" y="-1"/>
                  <a:pt x="21459" y="4682"/>
                  <a:pt x="21597" y="10546"/>
                </a:cubicBezTo>
                <a:lnTo>
                  <a:pt x="24296" y="10483"/>
                </a:lnTo>
                <a:lnTo>
                  <a:pt x="20719" y="14233"/>
                </a:lnTo>
                <a:lnTo>
                  <a:pt x="16969" y="10655"/>
                </a:lnTo>
                <a:lnTo>
                  <a:pt x="19668" y="10592"/>
                </a:lnTo>
                <a:close/>
              </a:path>
            </a:pathLst>
          </a:cu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0" bIns="0" anchor="ctr">
            <a:spAutoFit/>
          </a:bodyPr>
          <a:lstStyle/>
          <a:p>
            <a:endParaRPr lang="pt-BR"/>
          </a:p>
        </p:txBody>
      </p:sp>
      <p:sp>
        <p:nvSpPr>
          <p:cNvPr id="42005" name="AutoShape 26">
            <a:extLst>
              <a:ext uri="{FF2B5EF4-FFF2-40B4-BE49-F238E27FC236}">
                <a16:creationId xmlns:a16="http://schemas.microsoft.com/office/drawing/2014/main" id="{56BB54D4-6F32-EE4F-A3E8-BCFF1FF34BC1}"/>
              </a:ext>
            </a:extLst>
          </p:cNvPr>
          <p:cNvSpPr>
            <a:spLocks noChangeArrowheads="1"/>
          </p:cNvSpPr>
          <p:nvPr/>
        </p:nvSpPr>
        <p:spPr bwMode="auto">
          <a:xfrm rot="15951951" flipV="1">
            <a:off x="3898900" y="3605213"/>
            <a:ext cx="835025" cy="1616075"/>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2147483646 w 21600"/>
              <a:gd name="T9" fmla="*/ 2147483646 h 21600"/>
              <a:gd name="T10" fmla="*/ 2147483646 w 21600"/>
              <a:gd name="T11" fmla="*/ 2147483646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9668" y="10592"/>
                </a:moveTo>
                <a:cubicBezTo>
                  <a:pt x="19555" y="5775"/>
                  <a:pt x="15618" y="1929"/>
                  <a:pt x="10800" y="1929"/>
                </a:cubicBezTo>
                <a:cubicBezTo>
                  <a:pt x="5900" y="1929"/>
                  <a:pt x="1929" y="5900"/>
                  <a:pt x="1929" y="10800"/>
                </a:cubicBezTo>
                <a:cubicBezTo>
                  <a:pt x="1928" y="13025"/>
                  <a:pt x="2765" y="15169"/>
                  <a:pt x="4272" y="16806"/>
                </a:cubicBezTo>
                <a:lnTo>
                  <a:pt x="2852" y="18112"/>
                </a:lnTo>
                <a:cubicBezTo>
                  <a:pt x="1018" y="16119"/>
                  <a:pt x="0" y="13509"/>
                  <a:pt x="0" y="10800"/>
                </a:cubicBezTo>
                <a:cubicBezTo>
                  <a:pt x="0" y="4835"/>
                  <a:pt x="4835" y="0"/>
                  <a:pt x="10800" y="0"/>
                </a:cubicBezTo>
                <a:cubicBezTo>
                  <a:pt x="16666" y="-1"/>
                  <a:pt x="21459" y="4682"/>
                  <a:pt x="21597" y="10546"/>
                </a:cubicBezTo>
                <a:lnTo>
                  <a:pt x="24296" y="10483"/>
                </a:lnTo>
                <a:lnTo>
                  <a:pt x="20719" y="14233"/>
                </a:lnTo>
                <a:lnTo>
                  <a:pt x="16969" y="10655"/>
                </a:lnTo>
                <a:lnTo>
                  <a:pt x="19668" y="10592"/>
                </a:lnTo>
                <a:close/>
              </a:path>
            </a:pathLst>
          </a:cu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0" bIns="0" anchor="ctr">
            <a:spAutoFit/>
          </a:bodyPr>
          <a:lstStyle/>
          <a:p>
            <a:endParaRPr lang="pt-BR"/>
          </a:p>
        </p:txBody>
      </p:sp>
      <p:sp>
        <p:nvSpPr>
          <p:cNvPr id="42006" name="AutoShape 27">
            <a:extLst>
              <a:ext uri="{FF2B5EF4-FFF2-40B4-BE49-F238E27FC236}">
                <a16:creationId xmlns:a16="http://schemas.microsoft.com/office/drawing/2014/main" id="{E337F352-AAF7-F142-8EA2-6127E8788303}"/>
              </a:ext>
            </a:extLst>
          </p:cNvPr>
          <p:cNvSpPr>
            <a:spLocks noChangeArrowheads="1"/>
          </p:cNvSpPr>
          <p:nvPr/>
        </p:nvSpPr>
        <p:spPr bwMode="auto">
          <a:xfrm rot="2186202">
            <a:off x="1735138" y="3125788"/>
            <a:ext cx="962025" cy="582612"/>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2147483646 w 21600"/>
              <a:gd name="T9" fmla="*/ 2147483646 h 21600"/>
              <a:gd name="T10" fmla="*/ 2147483646 w 21600"/>
              <a:gd name="T11" fmla="*/ 2147483646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8676" y="10417"/>
                </a:moveTo>
                <a:cubicBezTo>
                  <a:pt x="18472" y="6215"/>
                  <a:pt x="15006" y="2914"/>
                  <a:pt x="10800" y="2914"/>
                </a:cubicBezTo>
                <a:cubicBezTo>
                  <a:pt x="6444" y="2914"/>
                  <a:pt x="2914" y="6444"/>
                  <a:pt x="2914" y="10800"/>
                </a:cubicBezTo>
                <a:cubicBezTo>
                  <a:pt x="2913" y="12431"/>
                  <a:pt x="3419" y="14022"/>
                  <a:pt x="4361" y="15353"/>
                </a:cubicBezTo>
                <a:lnTo>
                  <a:pt x="1982" y="17036"/>
                </a:lnTo>
                <a:cubicBezTo>
                  <a:pt x="692" y="15212"/>
                  <a:pt x="0" y="13033"/>
                  <a:pt x="0" y="10800"/>
                </a:cubicBezTo>
                <a:cubicBezTo>
                  <a:pt x="0" y="4835"/>
                  <a:pt x="4835" y="0"/>
                  <a:pt x="10800" y="0"/>
                </a:cubicBezTo>
                <a:cubicBezTo>
                  <a:pt x="16560" y="-1"/>
                  <a:pt x="21307" y="4521"/>
                  <a:pt x="21587" y="10275"/>
                </a:cubicBezTo>
                <a:lnTo>
                  <a:pt x="24284" y="10144"/>
                </a:lnTo>
                <a:lnTo>
                  <a:pt x="20333" y="14498"/>
                </a:lnTo>
                <a:lnTo>
                  <a:pt x="15979" y="10548"/>
                </a:lnTo>
                <a:lnTo>
                  <a:pt x="18676" y="10417"/>
                </a:lnTo>
                <a:close/>
              </a:path>
            </a:pathLst>
          </a:cu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0" bIns="0" anchor="ctr">
            <a:spAutoFit/>
          </a:bodyPr>
          <a:lstStyle/>
          <a:p>
            <a:endParaRPr lang="pt-BR"/>
          </a:p>
        </p:txBody>
      </p:sp>
      <p:sp>
        <p:nvSpPr>
          <p:cNvPr id="42007" name="Text Box 28">
            <a:extLst>
              <a:ext uri="{FF2B5EF4-FFF2-40B4-BE49-F238E27FC236}">
                <a16:creationId xmlns:a16="http://schemas.microsoft.com/office/drawing/2014/main" id="{2F027841-5B49-2945-91BF-384CCFC1748F}"/>
              </a:ext>
            </a:extLst>
          </p:cNvPr>
          <p:cNvSpPr txBox="1">
            <a:spLocks noChangeArrowheads="1"/>
          </p:cNvSpPr>
          <p:nvPr/>
        </p:nvSpPr>
        <p:spPr bwMode="auto">
          <a:xfrm>
            <a:off x="6348413" y="2962275"/>
            <a:ext cx="1238250" cy="508000"/>
          </a:xfrm>
          <a:prstGeom prst="rect">
            <a:avLst/>
          </a:prstGeom>
          <a:solidFill>
            <a:srgbClr val="CCECFF"/>
          </a:solidFill>
          <a:ln w="19050">
            <a:solidFill>
              <a:schemeClr val="tx1"/>
            </a:solidFill>
            <a:miter lim="800000"/>
            <a:headEnd/>
            <a:tailEnd/>
          </a:ln>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000000"/>
                </a:solidFill>
              </a:rPr>
              <a:t>Projetar recursos</a:t>
            </a:r>
          </a:p>
        </p:txBody>
      </p:sp>
      <p:sp>
        <p:nvSpPr>
          <p:cNvPr id="42008" name="Text Box 29">
            <a:extLst>
              <a:ext uri="{FF2B5EF4-FFF2-40B4-BE49-F238E27FC236}">
                <a16:creationId xmlns:a16="http://schemas.microsoft.com/office/drawing/2014/main" id="{86B2D835-1A40-F74C-B844-1BF9DD44F3CB}"/>
              </a:ext>
            </a:extLst>
          </p:cNvPr>
          <p:cNvSpPr txBox="1">
            <a:spLocks noChangeArrowheads="1"/>
          </p:cNvSpPr>
          <p:nvPr/>
        </p:nvSpPr>
        <p:spPr bwMode="auto">
          <a:xfrm>
            <a:off x="6443663" y="5988050"/>
            <a:ext cx="252095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t>SSC: sistemas, subsitemas e componentes</a:t>
            </a:r>
          </a:p>
        </p:txBody>
      </p:sp>
      <p:sp>
        <p:nvSpPr>
          <p:cNvPr id="42009" name="Rectangle 30">
            <a:extLst>
              <a:ext uri="{FF2B5EF4-FFF2-40B4-BE49-F238E27FC236}">
                <a16:creationId xmlns:a16="http://schemas.microsoft.com/office/drawing/2014/main" id="{66038D46-7D67-294A-AA8D-BC9CE4B43754}"/>
              </a:ext>
            </a:extLst>
          </p:cNvPr>
          <p:cNvSpPr>
            <a:spLocks noChangeArrowheads="1"/>
          </p:cNvSpPr>
          <p:nvPr/>
        </p:nvSpPr>
        <p:spPr bwMode="auto">
          <a:xfrm>
            <a:off x="5519738" y="1881188"/>
            <a:ext cx="3489325" cy="3513137"/>
          </a:xfrm>
          <a:prstGeom prst="rect">
            <a:avLst/>
          </a:prstGeom>
          <a:solidFill>
            <a:srgbClr val="FF3300"/>
          </a:solidFill>
          <a:ln w="9525">
            <a:solidFill>
              <a:schemeClr val="tx1"/>
            </a:solidFill>
            <a:miter lim="800000"/>
            <a:headEnd/>
            <a:tailEnd/>
          </a:ln>
        </p:spPr>
        <p:txBody>
          <a:bodyPr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3200">
                <a:solidFill>
                  <a:schemeClr val="bg1"/>
                </a:solidFill>
              </a:rPr>
              <a:t>Serão descritos com maiores detalhes durante a apresentação das atividades da fase de projeto detalhado</a:t>
            </a:r>
          </a:p>
        </p:txBody>
      </p:sp>
    </p:spTree>
  </p:cSld>
  <p:clrMapOvr>
    <a:masterClrMapping/>
  </p:clrMapOvr>
  <p:transition>
    <p:cover di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033" name="Group 2">
            <a:extLst>
              <a:ext uri="{FF2B5EF4-FFF2-40B4-BE49-F238E27FC236}">
                <a16:creationId xmlns:a16="http://schemas.microsoft.com/office/drawing/2014/main" id="{D0A15F79-17FB-8747-A517-5A7B26F27010}"/>
              </a:ext>
            </a:extLst>
          </p:cNvPr>
          <p:cNvGrpSpPr>
            <a:grpSpLocks/>
          </p:cNvGrpSpPr>
          <p:nvPr/>
        </p:nvGrpSpPr>
        <p:grpSpPr bwMode="auto">
          <a:xfrm>
            <a:off x="-14288" y="611188"/>
            <a:ext cx="9096376" cy="6167437"/>
            <a:chOff x="-9" y="385"/>
            <a:chExt cx="5730" cy="3885"/>
          </a:xfrm>
        </p:grpSpPr>
        <p:sp>
          <p:nvSpPr>
            <p:cNvPr id="44039" name="Freeform 3">
              <a:extLst>
                <a:ext uri="{FF2B5EF4-FFF2-40B4-BE49-F238E27FC236}">
                  <a16:creationId xmlns:a16="http://schemas.microsoft.com/office/drawing/2014/main" id="{5A982EFF-D34A-FA40-8091-4CFD10D76441}"/>
                </a:ext>
              </a:extLst>
            </p:cNvPr>
            <p:cNvSpPr>
              <a:spLocks/>
            </p:cNvSpPr>
            <p:nvPr/>
          </p:nvSpPr>
          <p:spPr bwMode="auto">
            <a:xfrm>
              <a:off x="1302" y="385"/>
              <a:ext cx="4419" cy="3885"/>
            </a:xfrm>
            <a:custGeom>
              <a:avLst/>
              <a:gdLst>
                <a:gd name="T0" fmla="*/ 0 w 4419"/>
                <a:gd name="T1" fmla="*/ 1199 h 3885"/>
                <a:gd name="T2" fmla="*/ 907 w 4419"/>
                <a:gd name="T3" fmla="*/ 0 h 3885"/>
                <a:gd name="T4" fmla="*/ 4419 w 4419"/>
                <a:gd name="T5" fmla="*/ 0 h 3885"/>
                <a:gd name="T6" fmla="*/ 4413 w 4419"/>
                <a:gd name="T7" fmla="*/ 3885 h 3885"/>
                <a:gd name="T8" fmla="*/ 950 w 4419"/>
                <a:gd name="T9" fmla="*/ 3885 h 3885"/>
                <a:gd name="T10" fmla="*/ 39 w 4419"/>
                <a:gd name="T11" fmla="*/ 1483 h 3885"/>
                <a:gd name="T12" fmla="*/ 0 60000 65536"/>
                <a:gd name="T13" fmla="*/ 0 60000 65536"/>
                <a:gd name="T14" fmla="*/ 0 60000 65536"/>
                <a:gd name="T15" fmla="*/ 0 60000 65536"/>
                <a:gd name="T16" fmla="*/ 0 60000 65536"/>
                <a:gd name="T17" fmla="*/ 0 60000 65536"/>
                <a:gd name="T18" fmla="*/ 0 w 4419"/>
                <a:gd name="T19" fmla="*/ 0 h 3885"/>
                <a:gd name="T20" fmla="*/ 4419 w 4419"/>
                <a:gd name="T21" fmla="*/ 3885 h 3885"/>
              </a:gdLst>
              <a:ahLst/>
              <a:cxnLst>
                <a:cxn ang="T12">
                  <a:pos x="T0" y="T1"/>
                </a:cxn>
                <a:cxn ang="T13">
                  <a:pos x="T2" y="T3"/>
                </a:cxn>
                <a:cxn ang="T14">
                  <a:pos x="T4" y="T5"/>
                </a:cxn>
                <a:cxn ang="T15">
                  <a:pos x="T6" y="T7"/>
                </a:cxn>
                <a:cxn ang="T16">
                  <a:pos x="T8" y="T9"/>
                </a:cxn>
                <a:cxn ang="T17">
                  <a:pos x="T10" y="T11"/>
                </a:cxn>
              </a:cxnLst>
              <a:rect l="T18" t="T19" r="T20" b="T21"/>
              <a:pathLst>
                <a:path w="4419" h="3885">
                  <a:moveTo>
                    <a:pt x="0" y="1199"/>
                  </a:moveTo>
                  <a:lnTo>
                    <a:pt x="907" y="0"/>
                  </a:lnTo>
                  <a:lnTo>
                    <a:pt x="4419" y="0"/>
                  </a:lnTo>
                  <a:lnTo>
                    <a:pt x="4413" y="3885"/>
                  </a:lnTo>
                  <a:lnTo>
                    <a:pt x="950" y="3885"/>
                  </a:lnTo>
                  <a:lnTo>
                    <a:pt x="39" y="1483"/>
                  </a:lnTo>
                </a:path>
              </a:pathLst>
            </a:custGeom>
            <a:solidFill>
              <a:srgbClr val="FFFF99"/>
            </a:solidFill>
            <a:ln>
              <a:noFill/>
            </a:ln>
            <a:extLst>
              <a:ext uri="{91240B29-F687-4F45-9708-019B960494DF}">
                <a14:hiddenLine xmlns:a14="http://schemas.microsoft.com/office/drawing/2010/main" w="12700" cap="flat" cmpd="sng">
                  <a:solidFill>
                    <a:srgbClr val="000000"/>
                  </a:solidFill>
                  <a:prstDash val="solid"/>
                  <a:round/>
                  <a:headEnd/>
                  <a:tailEnd/>
                </a14:hiddenLine>
              </a:ext>
            </a:extLst>
          </p:spPr>
          <p:txBody>
            <a:bodyPr wrap="none" lIns="72000" tIns="0" rIns="72000" bIns="0" anchor="ctr">
              <a:spAutoFit/>
            </a:bodyPr>
            <a:lstStyle/>
            <a:p>
              <a:endParaRPr lang="pt-BR"/>
            </a:p>
          </p:txBody>
        </p:sp>
        <p:sp>
          <p:nvSpPr>
            <p:cNvPr id="44040" name="AutoShape 4">
              <a:extLst>
                <a:ext uri="{FF2B5EF4-FFF2-40B4-BE49-F238E27FC236}">
                  <a16:creationId xmlns:a16="http://schemas.microsoft.com/office/drawing/2014/main" id="{8132E2CD-267A-6547-A939-A580ECCC20A2}"/>
                </a:ext>
              </a:extLst>
            </p:cNvPr>
            <p:cNvSpPr>
              <a:spLocks noChangeArrowheads="1"/>
            </p:cNvSpPr>
            <p:nvPr/>
          </p:nvSpPr>
          <p:spPr bwMode="auto">
            <a:xfrm>
              <a:off x="368" y="1516"/>
              <a:ext cx="1025" cy="392"/>
            </a:xfrm>
            <a:prstGeom prst="roundRect">
              <a:avLst>
                <a:gd name="adj" fmla="val 16667"/>
              </a:avLst>
            </a:prstGeom>
            <a:solidFill>
              <a:srgbClr val="FFFF99"/>
            </a:solidFill>
            <a:ln w="12700">
              <a:solidFill>
                <a:schemeClr val="tx1"/>
              </a:solidFill>
              <a:round/>
              <a:headEnd/>
              <a:tailEnd/>
            </a:ln>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800">
                  <a:solidFill>
                    <a:srgbClr val="000000"/>
                  </a:solidFill>
                </a:rPr>
                <a:t>Projeto Detalhado</a:t>
              </a:r>
            </a:p>
          </p:txBody>
        </p:sp>
        <p:sp>
          <p:nvSpPr>
            <p:cNvPr id="44041" name="AutoShape 5">
              <a:extLst>
                <a:ext uri="{FF2B5EF4-FFF2-40B4-BE49-F238E27FC236}">
                  <a16:creationId xmlns:a16="http://schemas.microsoft.com/office/drawing/2014/main" id="{9B70D6E6-EB90-D34C-B45E-B86F6C4CF76B}"/>
                </a:ext>
              </a:extLst>
            </p:cNvPr>
            <p:cNvSpPr>
              <a:spLocks noChangeArrowheads="1"/>
            </p:cNvSpPr>
            <p:nvPr/>
          </p:nvSpPr>
          <p:spPr bwMode="auto">
            <a:xfrm rot="10800000">
              <a:off x="671" y="2012"/>
              <a:ext cx="419" cy="97"/>
            </a:xfrm>
            <a:prstGeom prst="triangle">
              <a:avLst>
                <a:gd name="adj" fmla="val 50000"/>
              </a:avLst>
            </a:prstGeom>
            <a:solidFill>
              <a:schemeClr val="bg2"/>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44042" name="AutoShape 6">
              <a:extLst>
                <a:ext uri="{FF2B5EF4-FFF2-40B4-BE49-F238E27FC236}">
                  <a16:creationId xmlns:a16="http://schemas.microsoft.com/office/drawing/2014/main" id="{0874EC5D-0DCC-1C4C-8E71-C1A6BD76DA00}"/>
                </a:ext>
              </a:extLst>
            </p:cNvPr>
            <p:cNvSpPr>
              <a:spLocks noChangeArrowheads="1"/>
            </p:cNvSpPr>
            <p:nvPr/>
          </p:nvSpPr>
          <p:spPr bwMode="auto">
            <a:xfrm rot="10800000">
              <a:off x="671" y="1352"/>
              <a:ext cx="419" cy="97"/>
            </a:xfrm>
            <a:prstGeom prst="triangle">
              <a:avLst>
                <a:gd name="adj" fmla="val 50000"/>
              </a:avLst>
            </a:prstGeom>
            <a:solidFill>
              <a:schemeClr val="bg2"/>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44043" name="Text Box 7">
              <a:extLst>
                <a:ext uri="{FF2B5EF4-FFF2-40B4-BE49-F238E27FC236}">
                  <a16:creationId xmlns:a16="http://schemas.microsoft.com/office/drawing/2014/main" id="{2D673673-9901-5F4E-83B4-592F94F7082A}"/>
                </a:ext>
              </a:extLst>
            </p:cNvPr>
            <p:cNvSpPr txBox="1">
              <a:spLocks noChangeArrowheads="1"/>
            </p:cNvSpPr>
            <p:nvPr/>
          </p:nvSpPr>
          <p:spPr bwMode="auto">
            <a:xfrm>
              <a:off x="114" y="836"/>
              <a:ext cx="171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pt-BR" altLang="pt-BR" sz="1600">
                  <a:solidFill>
                    <a:srgbClr val="000000"/>
                  </a:solidFill>
                </a:rPr>
                <a:t>Especificações Preliminares</a:t>
              </a:r>
              <a:endParaRPr lang="pt-BR" altLang="pt-BR" sz="1400">
                <a:solidFill>
                  <a:srgbClr val="000000"/>
                </a:solidFill>
              </a:endParaRPr>
            </a:p>
            <a:p>
              <a:pPr eaLnBrk="1" hangingPunct="1">
                <a:spcBef>
                  <a:spcPct val="50000"/>
                </a:spcBef>
                <a:buFontTx/>
                <a:buNone/>
              </a:pPr>
              <a:r>
                <a:rPr lang="pt-BR" altLang="pt-BR" sz="1400">
                  <a:solidFill>
                    <a:srgbClr val="000000"/>
                  </a:solidFill>
                </a:rPr>
                <a:t>Mockup (protótipo não funcional)</a:t>
              </a:r>
            </a:p>
            <a:p>
              <a:pPr eaLnBrk="1" hangingPunct="1">
                <a:spcBef>
                  <a:spcPct val="50000"/>
                </a:spcBef>
                <a:buFontTx/>
                <a:buNone/>
              </a:pPr>
              <a:r>
                <a:rPr lang="pt-BR" altLang="pt-BR" sz="1400">
                  <a:solidFill>
                    <a:srgbClr val="000000"/>
                  </a:solidFill>
                </a:rPr>
                <a:t>Relatórios de testes   </a:t>
              </a:r>
            </a:p>
          </p:txBody>
        </p:sp>
        <p:sp>
          <p:nvSpPr>
            <p:cNvPr id="44044" name="Text Box 8">
              <a:extLst>
                <a:ext uri="{FF2B5EF4-FFF2-40B4-BE49-F238E27FC236}">
                  <a16:creationId xmlns:a16="http://schemas.microsoft.com/office/drawing/2014/main" id="{9618C043-0FB7-EC45-B666-F548E906A812}"/>
                </a:ext>
              </a:extLst>
            </p:cNvPr>
            <p:cNvSpPr txBox="1">
              <a:spLocks noChangeArrowheads="1"/>
            </p:cNvSpPr>
            <p:nvPr/>
          </p:nvSpPr>
          <p:spPr bwMode="auto">
            <a:xfrm>
              <a:off x="-9" y="2187"/>
              <a:ext cx="1954" cy="1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19050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pt-BR" altLang="pt-BR" sz="1600">
                  <a:solidFill>
                    <a:srgbClr val="000000"/>
                  </a:solidFill>
                </a:rPr>
                <a:t>Especificações Finais</a:t>
              </a:r>
            </a:p>
            <a:p>
              <a:pPr lvl="1" eaLnBrk="1" hangingPunct="1">
                <a:spcBef>
                  <a:spcPct val="50000"/>
                </a:spcBef>
                <a:buFontTx/>
                <a:buChar char="•"/>
              </a:pPr>
              <a:r>
                <a:rPr lang="pt-BR" altLang="pt-BR" sz="1400">
                  <a:solidFill>
                    <a:srgbClr val="000000"/>
                  </a:solidFill>
                </a:rPr>
                <a:t>Configuração final do produto</a:t>
              </a:r>
            </a:p>
            <a:p>
              <a:pPr lvl="1" eaLnBrk="1" hangingPunct="1">
                <a:spcBef>
                  <a:spcPct val="50000"/>
                </a:spcBef>
                <a:buFontTx/>
                <a:buChar char="•"/>
              </a:pPr>
              <a:r>
                <a:rPr lang="pt-BR" altLang="pt-BR" sz="1400">
                  <a:solidFill>
                    <a:srgbClr val="000000"/>
                  </a:solidFill>
                </a:rPr>
                <a:t>Desenhos finais com tolerâncias</a:t>
              </a:r>
            </a:p>
            <a:p>
              <a:pPr lvl="1" eaLnBrk="1" hangingPunct="1">
                <a:spcBef>
                  <a:spcPct val="50000"/>
                </a:spcBef>
                <a:buFontTx/>
                <a:buChar char="•"/>
              </a:pPr>
              <a:r>
                <a:rPr lang="pt-BR" altLang="pt-BR" sz="1400">
                  <a:solidFill>
                    <a:srgbClr val="000000"/>
                  </a:solidFill>
                </a:rPr>
                <a:t>Planos de Processo Fabricação / Montagem</a:t>
              </a:r>
            </a:p>
            <a:p>
              <a:pPr lvl="1" eaLnBrk="1" hangingPunct="1">
                <a:spcBef>
                  <a:spcPct val="50000"/>
                </a:spcBef>
                <a:buFontTx/>
                <a:buChar char="•"/>
              </a:pPr>
              <a:r>
                <a:rPr lang="pt-BR" altLang="pt-BR" sz="1400">
                  <a:solidFill>
                    <a:srgbClr val="000000"/>
                  </a:solidFill>
                </a:rPr>
                <a:t>Projeto de embalagem</a:t>
              </a:r>
            </a:p>
            <a:p>
              <a:pPr lvl="1" eaLnBrk="1" hangingPunct="1">
                <a:spcBef>
                  <a:spcPct val="50000"/>
                </a:spcBef>
                <a:buFontTx/>
                <a:buChar char="•"/>
              </a:pPr>
              <a:r>
                <a:rPr lang="pt-BR" altLang="pt-BR" sz="1400">
                  <a:solidFill>
                    <a:srgbClr val="000000"/>
                  </a:solidFill>
                </a:rPr>
                <a:t>Material de suporte do produto</a:t>
              </a:r>
            </a:p>
            <a:p>
              <a:pPr eaLnBrk="1" hangingPunct="1">
                <a:spcBef>
                  <a:spcPct val="50000"/>
                </a:spcBef>
                <a:buFontTx/>
                <a:buNone/>
              </a:pPr>
              <a:r>
                <a:rPr lang="pt-BR" altLang="pt-BR" sz="1400">
                  <a:solidFill>
                    <a:srgbClr val="000000"/>
                  </a:solidFill>
                </a:rPr>
                <a:t>Protótipo funcional</a:t>
              </a:r>
            </a:p>
            <a:p>
              <a:pPr eaLnBrk="1" hangingPunct="1">
                <a:spcBef>
                  <a:spcPct val="50000"/>
                </a:spcBef>
                <a:buFontTx/>
                <a:buNone/>
              </a:pPr>
              <a:r>
                <a:rPr lang="pt-BR" altLang="pt-BR" sz="1400">
                  <a:solidFill>
                    <a:srgbClr val="000000"/>
                  </a:solidFill>
                </a:rPr>
                <a:t>Projeto dos recursos</a:t>
              </a:r>
            </a:p>
            <a:p>
              <a:pPr eaLnBrk="1" hangingPunct="1">
                <a:spcBef>
                  <a:spcPct val="50000"/>
                </a:spcBef>
                <a:buFontTx/>
                <a:buNone/>
              </a:pPr>
              <a:r>
                <a:rPr lang="pt-BR" altLang="pt-BR" sz="1400">
                  <a:solidFill>
                    <a:srgbClr val="000000"/>
                  </a:solidFill>
                </a:rPr>
                <a:t>Plano de fim de vida</a:t>
              </a:r>
            </a:p>
          </p:txBody>
        </p:sp>
        <p:cxnSp>
          <p:nvCxnSpPr>
            <p:cNvPr id="44045" name="AutoShape 9">
              <a:extLst>
                <a:ext uri="{FF2B5EF4-FFF2-40B4-BE49-F238E27FC236}">
                  <a16:creationId xmlns:a16="http://schemas.microsoft.com/office/drawing/2014/main" id="{4A58EB78-98A7-5F40-A0B4-52676EEC5C9C}"/>
                </a:ext>
              </a:extLst>
            </p:cNvPr>
            <p:cNvCxnSpPr>
              <a:cxnSpLocks noChangeShapeType="1"/>
              <a:stCxn id="44049" idx="1"/>
              <a:endCxn id="44107" idx="3"/>
            </p:cNvCxnSpPr>
            <p:nvPr/>
          </p:nvCxnSpPr>
          <p:spPr bwMode="auto">
            <a:xfrm flipH="1">
              <a:off x="3127" y="2539"/>
              <a:ext cx="1156" cy="360"/>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4046" name="AutoShape 10">
              <a:extLst>
                <a:ext uri="{FF2B5EF4-FFF2-40B4-BE49-F238E27FC236}">
                  <a16:creationId xmlns:a16="http://schemas.microsoft.com/office/drawing/2014/main" id="{4C621ED5-C327-D14D-965E-411F825D2984}"/>
                </a:ext>
              </a:extLst>
            </p:cNvPr>
            <p:cNvCxnSpPr>
              <a:cxnSpLocks noChangeShapeType="1"/>
              <a:stCxn id="44052" idx="1"/>
              <a:endCxn id="44108" idx="3"/>
            </p:cNvCxnSpPr>
            <p:nvPr/>
          </p:nvCxnSpPr>
          <p:spPr bwMode="auto">
            <a:xfrm flipH="1">
              <a:off x="3127" y="2877"/>
              <a:ext cx="1447" cy="177"/>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4047" name="Text Box 11">
              <a:extLst>
                <a:ext uri="{FF2B5EF4-FFF2-40B4-BE49-F238E27FC236}">
                  <a16:creationId xmlns:a16="http://schemas.microsoft.com/office/drawing/2014/main" id="{7FF1DD6E-AEF6-DB41-9C52-E089EBCD4A62}"/>
                </a:ext>
              </a:extLst>
            </p:cNvPr>
            <p:cNvSpPr txBox="1">
              <a:spLocks noChangeArrowheads="1"/>
            </p:cNvSpPr>
            <p:nvPr/>
          </p:nvSpPr>
          <p:spPr bwMode="auto">
            <a:xfrm>
              <a:off x="2186" y="2093"/>
              <a:ext cx="1157" cy="548"/>
            </a:xfrm>
            <a:prstGeom prst="rect">
              <a:avLst/>
            </a:prstGeom>
            <a:solidFill>
              <a:schemeClr val="bg1"/>
            </a:solidFill>
            <a:ln w="19050">
              <a:solidFill>
                <a:schemeClr val="tx1"/>
              </a:solidFill>
              <a:miter lim="800000"/>
              <a:headEnd/>
              <a:tailEnd/>
            </a:ln>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solidFill>
                    <a:srgbClr val="000000"/>
                  </a:solidFill>
                </a:rPr>
                <a:t>Avaliar SSCs, configuração e documentação do produto e processo </a:t>
              </a:r>
            </a:p>
          </p:txBody>
        </p:sp>
        <p:sp>
          <p:nvSpPr>
            <p:cNvPr id="44048" name="Text Box 12">
              <a:extLst>
                <a:ext uri="{FF2B5EF4-FFF2-40B4-BE49-F238E27FC236}">
                  <a16:creationId xmlns:a16="http://schemas.microsoft.com/office/drawing/2014/main" id="{21DCE31C-24FE-1B43-A37A-C42A681461AF}"/>
                </a:ext>
              </a:extLst>
            </p:cNvPr>
            <p:cNvSpPr txBox="1">
              <a:spLocks noChangeArrowheads="1"/>
            </p:cNvSpPr>
            <p:nvPr/>
          </p:nvSpPr>
          <p:spPr bwMode="auto">
            <a:xfrm>
              <a:off x="1491" y="468"/>
              <a:ext cx="1174" cy="280"/>
            </a:xfrm>
            <a:prstGeom prst="rect">
              <a:avLst/>
            </a:prstGeom>
            <a:solidFill>
              <a:schemeClr val="bg1"/>
            </a:solidFill>
            <a:ln w="19050">
              <a:solidFill>
                <a:schemeClr val="tx1"/>
              </a:solidFill>
              <a:miter lim="800000"/>
              <a:headEnd/>
              <a:tailEnd/>
            </a:ln>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solidFill>
                    <a:srgbClr val="000000"/>
                  </a:solidFill>
                </a:rPr>
                <a:t>Atualizar o Plano do Projeto Detalhado</a:t>
              </a:r>
            </a:p>
          </p:txBody>
        </p:sp>
        <p:sp>
          <p:nvSpPr>
            <p:cNvPr id="44049" name="Text Box 13">
              <a:extLst>
                <a:ext uri="{FF2B5EF4-FFF2-40B4-BE49-F238E27FC236}">
                  <a16:creationId xmlns:a16="http://schemas.microsoft.com/office/drawing/2014/main" id="{181C7760-2711-9047-8511-9E02D0810CFB}"/>
                </a:ext>
              </a:extLst>
            </p:cNvPr>
            <p:cNvSpPr txBox="1">
              <a:spLocks noChangeArrowheads="1"/>
            </p:cNvSpPr>
            <p:nvPr/>
          </p:nvSpPr>
          <p:spPr bwMode="auto">
            <a:xfrm>
              <a:off x="4289" y="2399"/>
              <a:ext cx="1062" cy="280"/>
            </a:xfrm>
            <a:prstGeom prst="rect">
              <a:avLst/>
            </a:prstGeom>
            <a:solidFill>
              <a:schemeClr val="bg1"/>
            </a:solidFill>
            <a:ln w="19050">
              <a:solidFill>
                <a:schemeClr val="tx1"/>
              </a:solidFill>
              <a:miter lim="800000"/>
              <a:headEnd/>
              <a:tailEnd/>
            </a:ln>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solidFill>
                    <a:srgbClr val="000000"/>
                  </a:solidFill>
                </a:rPr>
                <a:t>Criar  material de suporte do produto</a:t>
              </a:r>
            </a:p>
          </p:txBody>
        </p:sp>
        <p:cxnSp>
          <p:nvCxnSpPr>
            <p:cNvPr id="44050" name="AutoShape 14">
              <a:extLst>
                <a:ext uri="{FF2B5EF4-FFF2-40B4-BE49-F238E27FC236}">
                  <a16:creationId xmlns:a16="http://schemas.microsoft.com/office/drawing/2014/main" id="{8EF6CF95-D699-C244-9BA0-6E79F4EA5875}"/>
                </a:ext>
              </a:extLst>
            </p:cNvPr>
            <p:cNvCxnSpPr>
              <a:cxnSpLocks noChangeShapeType="1"/>
              <a:stCxn id="44097" idx="1"/>
              <a:endCxn id="44047" idx="1"/>
            </p:cNvCxnSpPr>
            <p:nvPr/>
          </p:nvCxnSpPr>
          <p:spPr bwMode="auto">
            <a:xfrm rot="10800000" flipH="1" flipV="1">
              <a:off x="2159" y="1177"/>
              <a:ext cx="21" cy="1190"/>
            </a:xfrm>
            <a:prstGeom prst="bentConnector3">
              <a:avLst>
                <a:gd name="adj1" fmla="val -909528"/>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44051" name="AutoShape 15">
              <a:extLst>
                <a:ext uri="{FF2B5EF4-FFF2-40B4-BE49-F238E27FC236}">
                  <a16:creationId xmlns:a16="http://schemas.microsoft.com/office/drawing/2014/main" id="{A37EDBA6-F29B-3D42-A8A5-1FBEBE842ED8}"/>
                </a:ext>
              </a:extLst>
            </p:cNvPr>
            <p:cNvCxnSpPr>
              <a:cxnSpLocks noChangeShapeType="1"/>
              <a:stCxn id="44094" idx="3"/>
              <a:endCxn id="44049" idx="3"/>
            </p:cNvCxnSpPr>
            <p:nvPr/>
          </p:nvCxnSpPr>
          <p:spPr bwMode="auto">
            <a:xfrm>
              <a:off x="3372" y="1019"/>
              <a:ext cx="1985" cy="1520"/>
            </a:xfrm>
            <a:prstGeom prst="bentConnector3">
              <a:avLst>
                <a:gd name="adj1" fmla="val 106954"/>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44052" name="Text Box 16">
              <a:extLst>
                <a:ext uri="{FF2B5EF4-FFF2-40B4-BE49-F238E27FC236}">
                  <a16:creationId xmlns:a16="http://schemas.microsoft.com/office/drawing/2014/main" id="{41793A9A-F92D-3348-BFAE-42B4CF102580}"/>
                </a:ext>
              </a:extLst>
            </p:cNvPr>
            <p:cNvSpPr txBox="1">
              <a:spLocks noChangeArrowheads="1"/>
            </p:cNvSpPr>
            <p:nvPr/>
          </p:nvSpPr>
          <p:spPr bwMode="auto">
            <a:xfrm>
              <a:off x="4580" y="2737"/>
              <a:ext cx="771" cy="280"/>
            </a:xfrm>
            <a:prstGeom prst="rect">
              <a:avLst/>
            </a:prstGeom>
            <a:solidFill>
              <a:schemeClr val="bg1"/>
            </a:solidFill>
            <a:ln w="19050">
              <a:solidFill>
                <a:schemeClr val="tx1"/>
              </a:solidFill>
              <a:miter lim="800000"/>
              <a:headEnd/>
              <a:tailEnd/>
            </a:ln>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solidFill>
                    <a:srgbClr val="000000"/>
                  </a:solidFill>
                </a:rPr>
                <a:t>Projetar embalagem</a:t>
              </a:r>
            </a:p>
          </p:txBody>
        </p:sp>
        <p:sp>
          <p:nvSpPr>
            <p:cNvPr id="44053" name="Text Box 17">
              <a:extLst>
                <a:ext uri="{FF2B5EF4-FFF2-40B4-BE49-F238E27FC236}">
                  <a16:creationId xmlns:a16="http://schemas.microsoft.com/office/drawing/2014/main" id="{65827EAE-06F6-5143-B0A3-7C9DA56DEBD6}"/>
                </a:ext>
              </a:extLst>
            </p:cNvPr>
            <p:cNvSpPr txBox="1">
              <a:spLocks noChangeArrowheads="1"/>
            </p:cNvSpPr>
            <p:nvPr/>
          </p:nvSpPr>
          <p:spPr bwMode="auto">
            <a:xfrm>
              <a:off x="4474" y="1795"/>
              <a:ext cx="871" cy="414"/>
            </a:xfrm>
            <a:prstGeom prst="rect">
              <a:avLst/>
            </a:prstGeom>
            <a:solidFill>
              <a:schemeClr val="bg1"/>
            </a:solidFill>
            <a:ln w="19050">
              <a:solidFill>
                <a:schemeClr val="tx1"/>
              </a:solidFill>
              <a:miter lim="800000"/>
              <a:headEnd/>
              <a:tailEnd/>
            </a:ln>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solidFill>
                    <a:srgbClr val="000000"/>
                  </a:solidFill>
                </a:rPr>
                <a:t>Projetar recursos de fabricação</a:t>
              </a:r>
            </a:p>
          </p:txBody>
        </p:sp>
        <p:cxnSp>
          <p:nvCxnSpPr>
            <p:cNvPr id="44054" name="AutoShape 18">
              <a:extLst>
                <a:ext uri="{FF2B5EF4-FFF2-40B4-BE49-F238E27FC236}">
                  <a16:creationId xmlns:a16="http://schemas.microsoft.com/office/drawing/2014/main" id="{EE62BA66-E724-904B-84E6-48F80F507D5B}"/>
                </a:ext>
              </a:extLst>
            </p:cNvPr>
            <p:cNvCxnSpPr>
              <a:cxnSpLocks noChangeShapeType="1"/>
              <a:stCxn id="44047" idx="2"/>
              <a:endCxn id="44105" idx="0"/>
            </p:cNvCxnSpPr>
            <p:nvPr/>
          </p:nvCxnSpPr>
          <p:spPr bwMode="auto">
            <a:xfrm rot="5400000">
              <a:off x="2699" y="2713"/>
              <a:ext cx="131" cy="0"/>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4055" name="AutoShape 19">
              <a:extLst>
                <a:ext uri="{FF2B5EF4-FFF2-40B4-BE49-F238E27FC236}">
                  <a16:creationId xmlns:a16="http://schemas.microsoft.com/office/drawing/2014/main" id="{92EFA83F-B883-304C-A47D-8E5DA8E0EEEB}"/>
                </a:ext>
              </a:extLst>
            </p:cNvPr>
            <p:cNvCxnSpPr>
              <a:cxnSpLocks noChangeShapeType="1"/>
              <a:stCxn id="44094" idx="3"/>
              <a:endCxn id="44052" idx="3"/>
            </p:cNvCxnSpPr>
            <p:nvPr/>
          </p:nvCxnSpPr>
          <p:spPr bwMode="auto">
            <a:xfrm>
              <a:off x="3372" y="1019"/>
              <a:ext cx="1985" cy="1858"/>
            </a:xfrm>
            <a:prstGeom prst="bentConnector3">
              <a:avLst>
                <a:gd name="adj1" fmla="val 106954"/>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44056" name="Text Box 20">
              <a:extLst>
                <a:ext uri="{FF2B5EF4-FFF2-40B4-BE49-F238E27FC236}">
                  <a16:creationId xmlns:a16="http://schemas.microsoft.com/office/drawing/2014/main" id="{8C6133CA-D938-D243-BDEA-090AF2039392}"/>
                </a:ext>
              </a:extLst>
            </p:cNvPr>
            <p:cNvSpPr txBox="1">
              <a:spLocks noChangeArrowheads="1"/>
            </p:cNvSpPr>
            <p:nvPr/>
          </p:nvSpPr>
          <p:spPr bwMode="auto">
            <a:xfrm>
              <a:off x="1543" y="3242"/>
              <a:ext cx="852" cy="548"/>
            </a:xfrm>
            <a:prstGeom prst="rect">
              <a:avLst/>
            </a:prstGeom>
            <a:solidFill>
              <a:schemeClr val="bg1"/>
            </a:solidFill>
            <a:ln w="19050">
              <a:solidFill>
                <a:schemeClr val="tx1"/>
              </a:solidFill>
              <a:miter lim="800000"/>
              <a:headEnd/>
              <a:tailEnd/>
            </a:ln>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solidFill>
                    <a:srgbClr val="000000"/>
                  </a:solidFill>
                </a:rPr>
                <a:t>Enviar documentação do produto a parceiros</a:t>
              </a:r>
            </a:p>
          </p:txBody>
        </p:sp>
        <p:sp>
          <p:nvSpPr>
            <p:cNvPr id="44057" name="Text Box 21">
              <a:extLst>
                <a:ext uri="{FF2B5EF4-FFF2-40B4-BE49-F238E27FC236}">
                  <a16:creationId xmlns:a16="http://schemas.microsoft.com/office/drawing/2014/main" id="{DBE964E8-3650-BE4E-A52F-326EA16F75D4}"/>
                </a:ext>
              </a:extLst>
            </p:cNvPr>
            <p:cNvSpPr txBox="1">
              <a:spLocks noChangeArrowheads="1"/>
            </p:cNvSpPr>
            <p:nvPr/>
          </p:nvSpPr>
          <p:spPr bwMode="auto">
            <a:xfrm>
              <a:off x="4780" y="3526"/>
              <a:ext cx="885" cy="682"/>
            </a:xfrm>
            <a:prstGeom prst="rect">
              <a:avLst/>
            </a:prstGeom>
            <a:solidFill>
              <a:schemeClr val="bg1"/>
            </a:solidFill>
            <a:ln w="19050">
              <a:solidFill>
                <a:schemeClr val="tx1"/>
              </a:solidFill>
              <a:miter lim="800000"/>
              <a:headEnd/>
              <a:tailEnd/>
            </a:ln>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a:spcBef>
                  <a:spcPct val="50000"/>
                </a:spcBef>
                <a:buFontTx/>
                <a:buNone/>
              </a:pPr>
              <a:r>
                <a:rPr lang="pt-BR" altLang="pt-BR" sz="1400">
                  <a:solidFill>
                    <a:srgbClr val="000000"/>
                  </a:solidFill>
                </a:rPr>
                <a:t>Documentar as decisões tomadas e registrar lições aprendidas</a:t>
              </a:r>
            </a:p>
          </p:txBody>
        </p:sp>
        <p:sp>
          <p:nvSpPr>
            <p:cNvPr id="44058" name="Text Box 22">
              <a:extLst>
                <a:ext uri="{FF2B5EF4-FFF2-40B4-BE49-F238E27FC236}">
                  <a16:creationId xmlns:a16="http://schemas.microsoft.com/office/drawing/2014/main" id="{655000B0-1BF2-3C4B-99C5-E837C687F8F1}"/>
                </a:ext>
              </a:extLst>
            </p:cNvPr>
            <p:cNvSpPr txBox="1">
              <a:spLocks noChangeArrowheads="1"/>
            </p:cNvSpPr>
            <p:nvPr/>
          </p:nvSpPr>
          <p:spPr bwMode="auto">
            <a:xfrm>
              <a:off x="4468" y="3075"/>
              <a:ext cx="884" cy="280"/>
            </a:xfrm>
            <a:prstGeom prst="rect">
              <a:avLst/>
            </a:prstGeom>
            <a:solidFill>
              <a:schemeClr val="bg1"/>
            </a:solidFill>
            <a:ln w="19050">
              <a:solidFill>
                <a:schemeClr val="tx1"/>
              </a:solidFill>
              <a:miter lim="800000"/>
              <a:headEnd/>
              <a:tailEnd/>
            </a:ln>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solidFill>
                    <a:srgbClr val="000000"/>
                  </a:solidFill>
                </a:rPr>
                <a:t>Planejar fim de vida do produto</a:t>
              </a:r>
            </a:p>
          </p:txBody>
        </p:sp>
        <p:grpSp>
          <p:nvGrpSpPr>
            <p:cNvPr id="44059" name="Group 23">
              <a:extLst>
                <a:ext uri="{FF2B5EF4-FFF2-40B4-BE49-F238E27FC236}">
                  <a16:creationId xmlns:a16="http://schemas.microsoft.com/office/drawing/2014/main" id="{C17B24D4-8120-3D4F-BBEB-523974BC4443}"/>
                </a:ext>
              </a:extLst>
            </p:cNvPr>
            <p:cNvGrpSpPr>
              <a:grpSpLocks/>
            </p:cNvGrpSpPr>
            <p:nvPr/>
          </p:nvGrpSpPr>
          <p:grpSpPr bwMode="auto">
            <a:xfrm>
              <a:off x="3859" y="3425"/>
              <a:ext cx="529" cy="788"/>
              <a:chOff x="3747" y="3425"/>
              <a:chExt cx="529" cy="788"/>
            </a:xfrm>
          </p:grpSpPr>
          <p:sp>
            <p:nvSpPr>
              <p:cNvPr id="44109" name="Text Box 24">
                <a:extLst>
                  <a:ext uri="{FF2B5EF4-FFF2-40B4-BE49-F238E27FC236}">
                    <a16:creationId xmlns:a16="http://schemas.microsoft.com/office/drawing/2014/main" id="{21EC3457-D006-7D43-9486-3CA4F6A9E55D}"/>
                  </a:ext>
                </a:extLst>
              </p:cNvPr>
              <p:cNvSpPr txBox="1">
                <a:spLocks noChangeArrowheads="1"/>
              </p:cNvSpPr>
              <p:nvPr/>
            </p:nvSpPr>
            <p:spPr bwMode="auto">
              <a:xfrm>
                <a:off x="3747" y="3425"/>
                <a:ext cx="529" cy="280"/>
              </a:xfrm>
              <a:prstGeom prst="rect">
                <a:avLst/>
              </a:prstGeom>
              <a:solidFill>
                <a:schemeClr val="bg1"/>
              </a:solidFill>
              <a:ln w="19050">
                <a:solidFill>
                  <a:schemeClr val="tx1"/>
                </a:solidFill>
                <a:miter lim="800000"/>
                <a:headEnd/>
                <a:tailEnd/>
              </a:ln>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a:spcBef>
                    <a:spcPct val="50000"/>
                  </a:spcBef>
                  <a:buFontTx/>
                  <a:buNone/>
                </a:pPr>
                <a:r>
                  <a:rPr lang="pt-BR" altLang="pt-BR" sz="1400">
                    <a:solidFill>
                      <a:srgbClr val="000000"/>
                    </a:solidFill>
                  </a:rPr>
                  <a:t>Avaliar Fase</a:t>
                </a:r>
              </a:p>
            </p:txBody>
          </p:sp>
          <p:sp>
            <p:nvSpPr>
              <p:cNvPr id="44110" name="Text Box 25">
                <a:extLst>
                  <a:ext uri="{FF2B5EF4-FFF2-40B4-BE49-F238E27FC236}">
                    <a16:creationId xmlns:a16="http://schemas.microsoft.com/office/drawing/2014/main" id="{0A6F9BAE-E792-2D4D-80D8-9228A4368537}"/>
                  </a:ext>
                </a:extLst>
              </p:cNvPr>
              <p:cNvSpPr txBox="1">
                <a:spLocks noChangeArrowheads="1"/>
              </p:cNvSpPr>
              <p:nvPr/>
            </p:nvSpPr>
            <p:spPr bwMode="auto">
              <a:xfrm>
                <a:off x="3764" y="3933"/>
                <a:ext cx="496" cy="280"/>
              </a:xfrm>
              <a:prstGeom prst="rect">
                <a:avLst/>
              </a:prstGeom>
              <a:solidFill>
                <a:schemeClr val="bg1"/>
              </a:solidFill>
              <a:ln w="19050">
                <a:solidFill>
                  <a:schemeClr val="tx1"/>
                </a:solidFill>
                <a:miter lim="800000"/>
                <a:headEnd/>
                <a:tailEnd/>
              </a:ln>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a:spcBef>
                    <a:spcPct val="50000"/>
                  </a:spcBef>
                  <a:buFontTx/>
                  <a:buNone/>
                </a:pPr>
                <a:r>
                  <a:rPr lang="pt-BR" altLang="pt-BR" sz="1400">
                    <a:solidFill>
                      <a:srgbClr val="000000"/>
                    </a:solidFill>
                  </a:rPr>
                  <a:t>Aprovar Fase</a:t>
                </a:r>
              </a:p>
            </p:txBody>
          </p:sp>
          <p:cxnSp>
            <p:nvCxnSpPr>
              <p:cNvPr id="44111" name="AutoShape 26">
                <a:extLst>
                  <a:ext uri="{FF2B5EF4-FFF2-40B4-BE49-F238E27FC236}">
                    <a16:creationId xmlns:a16="http://schemas.microsoft.com/office/drawing/2014/main" id="{3E2F2EB9-F4D6-BB44-9DE2-3328D16861F8}"/>
                  </a:ext>
                </a:extLst>
              </p:cNvPr>
              <p:cNvCxnSpPr>
                <a:cxnSpLocks noChangeShapeType="1"/>
                <a:stCxn id="44109" idx="2"/>
                <a:endCxn id="44110" idx="0"/>
              </p:cNvCxnSpPr>
              <p:nvPr/>
            </p:nvCxnSpPr>
            <p:spPr bwMode="auto">
              <a:xfrm>
                <a:off x="4012" y="3711"/>
                <a:ext cx="0" cy="216"/>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grpSp>
        <p:cxnSp>
          <p:nvCxnSpPr>
            <p:cNvPr id="44060" name="AutoShape 27">
              <a:extLst>
                <a:ext uri="{FF2B5EF4-FFF2-40B4-BE49-F238E27FC236}">
                  <a16:creationId xmlns:a16="http://schemas.microsoft.com/office/drawing/2014/main" id="{897A47F3-FEC7-C54B-BA6F-C3815D8D8DD3}"/>
                </a:ext>
              </a:extLst>
            </p:cNvPr>
            <p:cNvCxnSpPr>
              <a:cxnSpLocks noChangeShapeType="1"/>
              <a:stCxn id="44110" idx="3"/>
              <a:endCxn id="44057" idx="1"/>
            </p:cNvCxnSpPr>
            <p:nvPr/>
          </p:nvCxnSpPr>
          <p:spPr bwMode="auto">
            <a:xfrm flipV="1">
              <a:off x="4378" y="3867"/>
              <a:ext cx="396" cy="206"/>
            </a:xfrm>
            <a:prstGeom prst="bentConnector3">
              <a:avLst>
                <a:gd name="adj1" fmla="val 50000"/>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44061" name="AutoShape 28">
              <a:extLst>
                <a:ext uri="{FF2B5EF4-FFF2-40B4-BE49-F238E27FC236}">
                  <a16:creationId xmlns:a16="http://schemas.microsoft.com/office/drawing/2014/main" id="{2BDB0B26-BD14-0F4E-9DE1-A53FA1C74543}"/>
                </a:ext>
              </a:extLst>
            </p:cNvPr>
            <p:cNvCxnSpPr>
              <a:cxnSpLocks noChangeShapeType="1"/>
              <a:stCxn id="44089" idx="3"/>
              <a:endCxn id="44109" idx="1"/>
            </p:cNvCxnSpPr>
            <p:nvPr/>
          </p:nvCxnSpPr>
          <p:spPr bwMode="auto">
            <a:xfrm flipV="1">
              <a:off x="3474" y="3565"/>
              <a:ext cx="379" cy="441"/>
            </a:xfrm>
            <a:prstGeom prst="bentConnector3">
              <a:avLst>
                <a:gd name="adj1" fmla="val 49870"/>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44062" name="AutoShape 29">
              <a:extLst>
                <a:ext uri="{FF2B5EF4-FFF2-40B4-BE49-F238E27FC236}">
                  <a16:creationId xmlns:a16="http://schemas.microsoft.com/office/drawing/2014/main" id="{A7CCB0B7-1C63-6B43-8D43-FA6B1328B47D}"/>
                </a:ext>
              </a:extLst>
            </p:cNvPr>
            <p:cNvCxnSpPr>
              <a:cxnSpLocks noChangeShapeType="1"/>
              <a:stCxn id="44100" idx="0"/>
              <a:endCxn id="44097" idx="2"/>
            </p:cNvCxnSpPr>
            <p:nvPr/>
          </p:nvCxnSpPr>
          <p:spPr bwMode="auto">
            <a:xfrm flipV="1">
              <a:off x="2765" y="1390"/>
              <a:ext cx="4" cy="216"/>
            </a:xfrm>
            <a:prstGeom prst="straightConnector1">
              <a:avLst/>
            </a:prstGeom>
            <a:noFill/>
            <a:ln w="12700">
              <a:solidFill>
                <a:schemeClr val="tx1"/>
              </a:solidFill>
              <a:prstDash val="sysDot"/>
              <a:round/>
              <a:headEnd/>
              <a:tailEnd type="triangle" w="med" len="med"/>
            </a:ln>
            <a:extLst>
              <a:ext uri="{909E8E84-426E-40DD-AFC4-6F175D3DCCD1}">
                <a14:hiddenFill xmlns:a14="http://schemas.microsoft.com/office/drawing/2010/main">
                  <a:noFill/>
                </a14:hiddenFill>
              </a:ext>
            </a:extLst>
          </p:spPr>
        </p:cxnSp>
        <p:grpSp>
          <p:nvGrpSpPr>
            <p:cNvPr id="44063" name="Group 30">
              <a:extLst>
                <a:ext uri="{FF2B5EF4-FFF2-40B4-BE49-F238E27FC236}">
                  <a16:creationId xmlns:a16="http://schemas.microsoft.com/office/drawing/2014/main" id="{81008E95-AEEC-2743-A14B-83E2B8E3FF77}"/>
                </a:ext>
              </a:extLst>
            </p:cNvPr>
            <p:cNvGrpSpPr>
              <a:grpSpLocks/>
            </p:cNvGrpSpPr>
            <p:nvPr/>
          </p:nvGrpSpPr>
          <p:grpSpPr bwMode="auto">
            <a:xfrm>
              <a:off x="2391" y="2779"/>
              <a:ext cx="748" cy="386"/>
              <a:chOff x="2347" y="2760"/>
              <a:chExt cx="748" cy="386"/>
            </a:xfrm>
          </p:grpSpPr>
          <p:sp>
            <p:nvSpPr>
              <p:cNvPr id="44105" name="Text Box 31">
                <a:extLst>
                  <a:ext uri="{FF2B5EF4-FFF2-40B4-BE49-F238E27FC236}">
                    <a16:creationId xmlns:a16="http://schemas.microsoft.com/office/drawing/2014/main" id="{13DCFC4F-1F38-3149-AE75-DA8900591653}"/>
                  </a:ext>
                </a:extLst>
              </p:cNvPr>
              <p:cNvSpPr txBox="1">
                <a:spLocks noChangeArrowheads="1"/>
              </p:cNvSpPr>
              <p:nvPr/>
            </p:nvSpPr>
            <p:spPr bwMode="auto">
              <a:xfrm>
                <a:off x="2347" y="2765"/>
                <a:ext cx="748" cy="381"/>
              </a:xfrm>
              <a:prstGeom prst="rect">
                <a:avLst/>
              </a:prstGeom>
              <a:solidFill>
                <a:schemeClr val="bg1"/>
              </a:solidFill>
              <a:ln w="19050">
                <a:solidFill>
                  <a:schemeClr val="tx1"/>
                </a:solidFill>
                <a:miter lim="800000"/>
                <a:headEnd/>
                <a:tailEnd/>
              </a:ln>
            </p:spPr>
            <p:txBody>
              <a:bodyPr lIns="72000" tIns="0" rIns="72000" bIns="0"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solidFill>
                      <a:srgbClr val="000000"/>
                    </a:solidFill>
                  </a:rPr>
                  <a:t>Testar</a:t>
                </a:r>
                <a:r>
                  <a:rPr lang="en-US" altLang="pt-BR" sz="1400">
                    <a:solidFill>
                      <a:srgbClr val="000000"/>
                    </a:solidFill>
                  </a:rPr>
                  <a:t> e </a:t>
                </a:r>
                <a:r>
                  <a:rPr lang="pt-BR" altLang="pt-BR" sz="1400">
                    <a:solidFill>
                      <a:srgbClr val="000000"/>
                    </a:solidFill>
                  </a:rPr>
                  <a:t>Homologar produto</a:t>
                </a:r>
              </a:p>
            </p:txBody>
          </p:sp>
          <p:sp>
            <p:nvSpPr>
              <p:cNvPr id="44106" name="Rectangle 32">
                <a:extLst>
                  <a:ext uri="{FF2B5EF4-FFF2-40B4-BE49-F238E27FC236}">
                    <a16:creationId xmlns:a16="http://schemas.microsoft.com/office/drawing/2014/main" id="{1A9A91DF-B77A-A742-9D0E-8F87CA222EF7}"/>
                  </a:ext>
                </a:extLst>
              </p:cNvPr>
              <p:cNvSpPr>
                <a:spLocks noChangeArrowheads="1"/>
              </p:cNvSpPr>
              <p:nvPr/>
            </p:nvSpPr>
            <p:spPr bwMode="auto">
              <a:xfrm>
                <a:off x="2978" y="2760"/>
                <a:ext cx="106"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44107" name="Rectangle 33">
                <a:extLst>
                  <a:ext uri="{FF2B5EF4-FFF2-40B4-BE49-F238E27FC236}">
                    <a16:creationId xmlns:a16="http://schemas.microsoft.com/office/drawing/2014/main" id="{04787B2D-420C-2344-B88B-01035EE60ED5}"/>
                  </a:ext>
                </a:extLst>
              </p:cNvPr>
              <p:cNvSpPr>
                <a:spLocks noChangeArrowheads="1"/>
              </p:cNvSpPr>
              <p:nvPr/>
            </p:nvSpPr>
            <p:spPr bwMode="auto">
              <a:xfrm>
                <a:off x="2993" y="2859"/>
                <a:ext cx="90" cy="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44108" name="Rectangle 34">
                <a:extLst>
                  <a:ext uri="{FF2B5EF4-FFF2-40B4-BE49-F238E27FC236}">
                    <a16:creationId xmlns:a16="http://schemas.microsoft.com/office/drawing/2014/main" id="{F9D30B38-BE27-4240-BDA1-0C74ACC56E65}"/>
                  </a:ext>
                </a:extLst>
              </p:cNvPr>
              <p:cNvSpPr>
                <a:spLocks noChangeArrowheads="1"/>
              </p:cNvSpPr>
              <p:nvPr/>
            </p:nvSpPr>
            <p:spPr bwMode="auto">
              <a:xfrm>
                <a:off x="2993" y="3013"/>
                <a:ext cx="90" cy="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cxnSp>
          <p:nvCxnSpPr>
            <p:cNvPr id="44064" name="AutoShape 35">
              <a:extLst>
                <a:ext uri="{FF2B5EF4-FFF2-40B4-BE49-F238E27FC236}">
                  <a16:creationId xmlns:a16="http://schemas.microsoft.com/office/drawing/2014/main" id="{BC71F500-DEB8-F54D-BCB2-371E11692104}"/>
                </a:ext>
              </a:extLst>
            </p:cNvPr>
            <p:cNvCxnSpPr>
              <a:cxnSpLocks noChangeShapeType="1"/>
              <a:stCxn id="44097" idx="1"/>
              <a:endCxn id="44105" idx="1"/>
            </p:cNvCxnSpPr>
            <p:nvPr/>
          </p:nvCxnSpPr>
          <p:spPr bwMode="auto">
            <a:xfrm rot="10800000" flipH="1" flipV="1">
              <a:off x="2159" y="1177"/>
              <a:ext cx="226" cy="1798"/>
            </a:xfrm>
            <a:prstGeom prst="bentConnector3">
              <a:avLst>
                <a:gd name="adj1" fmla="val -84958"/>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44065" name="AutoShape 36">
              <a:extLst>
                <a:ext uri="{FF2B5EF4-FFF2-40B4-BE49-F238E27FC236}">
                  <a16:creationId xmlns:a16="http://schemas.microsoft.com/office/drawing/2014/main" id="{9896CF38-14FD-9040-BF81-B2CA93243B03}"/>
                </a:ext>
              </a:extLst>
            </p:cNvPr>
            <p:cNvCxnSpPr>
              <a:cxnSpLocks noChangeShapeType="1"/>
              <a:stCxn id="44047" idx="0"/>
              <a:endCxn id="44100" idx="2"/>
            </p:cNvCxnSpPr>
            <p:nvPr/>
          </p:nvCxnSpPr>
          <p:spPr bwMode="auto">
            <a:xfrm flipV="1">
              <a:off x="2765" y="1898"/>
              <a:ext cx="0" cy="189"/>
            </a:xfrm>
            <a:prstGeom prst="straightConnector1">
              <a:avLst/>
            </a:prstGeom>
            <a:noFill/>
            <a:ln w="12700">
              <a:solidFill>
                <a:schemeClr val="tx1"/>
              </a:solidFill>
              <a:prstDash val="sysDot"/>
              <a:round/>
              <a:headEnd/>
              <a:tailEnd type="triangle" w="med" len="med"/>
            </a:ln>
            <a:extLst>
              <a:ext uri="{909E8E84-426E-40DD-AFC4-6F175D3DCCD1}">
                <a14:hiddenFill xmlns:a14="http://schemas.microsoft.com/office/drawing/2010/main">
                  <a:noFill/>
                </a14:hiddenFill>
              </a:ext>
            </a:extLst>
          </p:spPr>
        </p:cxnSp>
        <p:cxnSp>
          <p:nvCxnSpPr>
            <p:cNvPr id="44066" name="AutoShape 37">
              <a:extLst>
                <a:ext uri="{FF2B5EF4-FFF2-40B4-BE49-F238E27FC236}">
                  <a16:creationId xmlns:a16="http://schemas.microsoft.com/office/drawing/2014/main" id="{0B094B0F-8670-034A-A9E4-1AF5249344AF}"/>
                </a:ext>
              </a:extLst>
            </p:cNvPr>
            <p:cNvCxnSpPr>
              <a:cxnSpLocks noChangeShapeType="1"/>
              <a:stCxn id="44102" idx="3"/>
              <a:endCxn id="44053" idx="0"/>
            </p:cNvCxnSpPr>
            <p:nvPr/>
          </p:nvCxnSpPr>
          <p:spPr bwMode="auto">
            <a:xfrm>
              <a:off x="4758" y="1557"/>
              <a:ext cx="152" cy="232"/>
            </a:xfrm>
            <a:prstGeom prst="bentConnector2">
              <a:avLst/>
            </a:prstGeom>
            <a:noFill/>
            <a:ln w="12700">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cxnSp>
        <p:grpSp>
          <p:nvGrpSpPr>
            <p:cNvPr id="44067" name="Group 38">
              <a:extLst>
                <a:ext uri="{FF2B5EF4-FFF2-40B4-BE49-F238E27FC236}">
                  <a16:creationId xmlns:a16="http://schemas.microsoft.com/office/drawing/2014/main" id="{8A7856C4-528F-E949-836C-68F9D183FCB9}"/>
                </a:ext>
              </a:extLst>
            </p:cNvPr>
            <p:cNvGrpSpPr>
              <a:grpSpLocks/>
            </p:cNvGrpSpPr>
            <p:nvPr/>
          </p:nvGrpSpPr>
          <p:grpSpPr bwMode="auto">
            <a:xfrm>
              <a:off x="3441" y="1417"/>
              <a:ext cx="1311" cy="281"/>
              <a:chOff x="3441" y="1505"/>
              <a:chExt cx="1311" cy="281"/>
            </a:xfrm>
          </p:grpSpPr>
          <p:sp>
            <p:nvSpPr>
              <p:cNvPr id="44102" name="Text Box 39">
                <a:extLst>
                  <a:ext uri="{FF2B5EF4-FFF2-40B4-BE49-F238E27FC236}">
                    <a16:creationId xmlns:a16="http://schemas.microsoft.com/office/drawing/2014/main" id="{8D7A23BC-75AB-C341-BB5A-E1BAD15D85A3}"/>
                  </a:ext>
                </a:extLst>
              </p:cNvPr>
              <p:cNvSpPr txBox="1">
                <a:spLocks noChangeArrowheads="1"/>
              </p:cNvSpPr>
              <p:nvPr/>
            </p:nvSpPr>
            <p:spPr bwMode="auto">
              <a:xfrm>
                <a:off x="3441" y="1505"/>
                <a:ext cx="1311" cy="280"/>
              </a:xfrm>
              <a:prstGeom prst="rect">
                <a:avLst/>
              </a:prstGeom>
              <a:solidFill>
                <a:schemeClr val="bg1"/>
              </a:solidFill>
              <a:ln w="19050">
                <a:solidFill>
                  <a:schemeClr val="tx1"/>
                </a:solidFill>
                <a:miter lim="800000"/>
                <a:headEnd/>
                <a:tailEnd/>
              </a:ln>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solidFill>
                      <a:srgbClr val="000000"/>
                    </a:solidFill>
                  </a:rPr>
                  <a:t>Planejar processo de fabricação e montagem</a:t>
                </a:r>
              </a:p>
            </p:txBody>
          </p:sp>
          <p:sp>
            <p:nvSpPr>
              <p:cNvPr id="44103" name="Rectangle 40">
                <a:extLst>
                  <a:ext uri="{FF2B5EF4-FFF2-40B4-BE49-F238E27FC236}">
                    <a16:creationId xmlns:a16="http://schemas.microsoft.com/office/drawing/2014/main" id="{C1E0246F-DA21-D84C-91CD-16E51777D3C2}"/>
                  </a:ext>
                </a:extLst>
              </p:cNvPr>
              <p:cNvSpPr>
                <a:spLocks noChangeArrowheads="1"/>
              </p:cNvSpPr>
              <p:nvPr/>
            </p:nvSpPr>
            <p:spPr bwMode="auto">
              <a:xfrm>
                <a:off x="3908" y="1696"/>
                <a:ext cx="12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44104" name="Rectangle 41">
                <a:extLst>
                  <a:ext uri="{FF2B5EF4-FFF2-40B4-BE49-F238E27FC236}">
                    <a16:creationId xmlns:a16="http://schemas.microsoft.com/office/drawing/2014/main" id="{15A8DF25-42EC-3642-8064-1D02AD097FBE}"/>
                  </a:ext>
                </a:extLst>
              </p:cNvPr>
              <p:cNvSpPr>
                <a:spLocks noChangeArrowheads="1"/>
              </p:cNvSpPr>
              <p:nvPr/>
            </p:nvSpPr>
            <p:spPr bwMode="auto">
              <a:xfrm>
                <a:off x="3621" y="1700"/>
                <a:ext cx="12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cxnSp>
          <p:nvCxnSpPr>
            <p:cNvPr id="44068" name="AutoShape 42">
              <a:extLst>
                <a:ext uri="{FF2B5EF4-FFF2-40B4-BE49-F238E27FC236}">
                  <a16:creationId xmlns:a16="http://schemas.microsoft.com/office/drawing/2014/main" id="{39BB7DA1-7D91-EE46-B30B-511DD35EC5F6}"/>
                </a:ext>
              </a:extLst>
            </p:cNvPr>
            <p:cNvCxnSpPr>
              <a:cxnSpLocks noChangeShapeType="1"/>
              <a:stCxn id="44047" idx="3"/>
              <a:endCxn id="44104" idx="2"/>
            </p:cNvCxnSpPr>
            <p:nvPr/>
          </p:nvCxnSpPr>
          <p:spPr bwMode="auto">
            <a:xfrm flipV="1">
              <a:off x="3349" y="1698"/>
              <a:ext cx="335" cy="669"/>
            </a:xfrm>
            <a:prstGeom prst="bentConnector2">
              <a:avLst/>
            </a:prstGeom>
            <a:noFill/>
            <a:ln w="12700">
              <a:solidFill>
                <a:schemeClr val="tx1"/>
              </a:solidFill>
              <a:miter lim="800000"/>
              <a:headEnd type="triangle" w="med" len="med"/>
              <a:tailEnd/>
            </a:ln>
            <a:extLst>
              <a:ext uri="{909E8E84-426E-40DD-AFC4-6F175D3DCCD1}">
                <a14:hiddenFill xmlns:a14="http://schemas.microsoft.com/office/drawing/2010/main">
                  <a:noFill/>
                </a14:hiddenFill>
              </a:ext>
            </a:extLst>
          </p:spPr>
        </p:cxnSp>
        <p:cxnSp>
          <p:nvCxnSpPr>
            <p:cNvPr id="44069" name="AutoShape 43">
              <a:extLst>
                <a:ext uri="{FF2B5EF4-FFF2-40B4-BE49-F238E27FC236}">
                  <a16:creationId xmlns:a16="http://schemas.microsoft.com/office/drawing/2014/main" id="{E90C4439-6827-0C46-BDF0-8E2D066EE29D}"/>
                </a:ext>
              </a:extLst>
            </p:cNvPr>
            <p:cNvCxnSpPr>
              <a:cxnSpLocks noChangeShapeType="1"/>
              <a:stCxn id="44097" idx="3"/>
              <a:endCxn id="44102" idx="0"/>
            </p:cNvCxnSpPr>
            <p:nvPr/>
          </p:nvCxnSpPr>
          <p:spPr bwMode="auto">
            <a:xfrm>
              <a:off x="3378" y="1177"/>
              <a:ext cx="719" cy="234"/>
            </a:xfrm>
            <a:prstGeom prst="bentConnector2">
              <a:avLst/>
            </a:prstGeom>
            <a:noFill/>
            <a:ln w="12700">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cxnSp>
        <p:grpSp>
          <p:nvGrpSpPr>
            <p:cNvPr id="44070" name="Group 44">
              <a:extLst>
                <a:ext uri="{FF2B5EF4-FFF2-40B4-BE49-F238E27FC236}">
                  <a16:creationId xmlns:a16="http://schemas.microsoft.com/office/drawing/2014/main" id="{7638228D-9107-8F44-B2A2-3DEBC43B2340}"/>
                </a:ext>
              </a:extLst>
            </p:cNvPr>
            <p:cNvGrpSpPr>
              <a:grpSpLocks/>
            </p:cNvGrpSpPr>
            <p:nvPr/>
          </p:nvGrpSpPr>
          <p:grpSpPr bwMode="auto">
            <a:xfrm>
              <a:off x="2281" y="1603"/>
              <a:ext cx="967" cy="289"/>
              <a:chOff x="2285" y="1569"/>
              <a:chExt cx="967" cy="289"/>
            </a:xfrm>
          </p:grpSpPr>
          <p:sp>
            <p:nvSpPr>
              <p:cNvPr id="44100" name="Text Box 45">
                <a:extLst>
                  <a:ext uri="{FF2B5EF4-FFF2-40B4-BE49-F238E27FC236}">
                    <a16:creationId xmlns:a16="http://schemas.microsoft.com/office/drawing/2014/main" id="{A1B50016-2D35-1946-B3A3-298490402C12}"/>
                  </a:ext>
                </a:extLst>
              </p:cNvPr>
              <p:cNvSpPr txBox="1">
                <a:spLocks noChangeArrowheads="1"/>
              </p:cNvSpPr>
              <p:nvPr/>
            </p:nvSpPr>
            <p:spPr bwMode="auto">
              <a:xfrm>
                <a:off x="2285" y="1578"/>
                <a:ext cx="967" cy="280"/>
              </a:xfrm>
              <a:prstGeom prst="rect">
                <a:avLst/>
              </a:prstGeom>
              <a:solidFill>
                <a:schemeClr val="bg1"/>
              </a:solidFill>
              <a:ln w="19050">
                <a:solidFill>
                  <a:schemeClr val="tx1"/>
                </a:solidFill>
                <a:miter lim="800000"/>
                <a:headEnd/>
                <a:tailEnd/>
              </a:ln>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solidFill>
                      <a:srgbClr val="000000"/>
                    </a:solidFill>
                  </a:rPr>
                  <a:t>Otimizar produto e processo </a:t>
                </a:r>
              </a:p>
            </p:txBody>
          </p:sp>
          <p:sp>
            <p:nvSpPr>
              <p:cNvPr id="44101" name="Rectangle 46">
                <a:extLst>
                  <a:ext uri="{FF2B5EF4-FFF2-40B4-BE49-F238E27FC236}">
                    <a16:creationId xmlns:a16="http://schemas.microsoft.com/office/drawing/2014/main" id="{B96CD340-BFC6-254C-AB62-9EA8635F10AA}"/>
                  </a:ext>
                </a:extLst>
              </p:cNvPr>
              <p:cNvSpPr>
                <a:spLocks noChangeArrowheads="1"/>
              </p:cNvSpPr>
              <p:nvPr/>
            </p:nvSpPr>
            <p:spPr bwMode="auto">
              <a:xfrm>
                <a:off x="3080" y="1569"/>
                <a:ext cx="103"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cxnSp>
          <p:nvCxnSpPr>
            <p:cNvPr id="44071" name="AutoShape 47">
              <a:extLst>
                <a:ext uri="{FF2B5EF4-FFF2-40B4-BE49-F238E27FC236}">
                  <a16:creationId xmlns:a16="http://schemas.microsoft.com/office/drawing/2014/main" id="{AD0B25AE-461B-3D46-ACF6-A91826B1B2FC}"/>
                </a:ext>
              </a:extLst>
            </p:cNvPr>
            <p:cNvCxnSpPr>
              <a:cxnSpLocks noChangeShapeType="1"/>
              <a:stCxn id="44100" idx="3"/>
              <a:endCxn id="44102" idx="1"/>
            </p:cNvCxnSpPr>
            <p:nvPr/>
          </p:nvCxnSpPr>
          <p:spPr bwMode="auto">
            <a:xfrm flipV="1">
              <a:off x="3254" y="1557"/>
              <a:ext cx="181" cy="195"/>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4072" name="Text Box 48">
              <a:extLst>
                <a:ext uri="{FF2B5EF4-FFF2-40B4-BE49-F238E27FC236}">
                  <a16:creationId xmlns:a16="http://schemas.microsoft.com/office/drawing/2014/main" id="{711971AB-25BC-DC4E-9F93-1B69DD68FCA9}"/>
                </a:ext>
              </a:extLst>
            </p:cNvPr>
            <p:cNvSpPr txBox="1">
              <a:spLocks noChangeArrowheads="1"/>
            </p:cNvSpPr>
            <p:nvPr/>
          </p:nvSpPr>
          <p:spPr bwMode="auto">
            <a:xfrm>
              <a:off x="3427" y="456"/>
              <a:ext cx="975" cy="280"/>
            </a:xfrm>
            <a:prstGeom prst="rect">
              <a:avLst/>
            </a:prstGeom>
            <a:solidFill>
              <a:schemeClr val="bg1"/>
            </a:solidFill>
            <a:ln w="19050">
              <a:solidFill>
                <a:schemeClr val="tx1"/>
              </a:solidFill>
              <a:miter lim="800000"/>
              <a:headEnd/>
              <a:tailEnd/>
            </a:ln>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solidFill>
                    <a:srgbClr val="000000"/>
                  </a:solidFill>
                </a:rPr>
                <a:t>Decidir fazer ou comprar SSC</a:t>
              </a:r>
              <a:r>
                <a:rPr lang="en-US" altLang="pt-BR" sz="1400">
                  <a:solidFill>
                    <a:srgbClr val="000000"/>
                  </a:solidFill>
                </a:rPr>
                <a:t>s</a:t>
              </a:r>
              <a:r>
                <a:rPr lang="pt-BR" altLang="pt-BR" sz="1400">
                  <a:solidFill>
                    <a:srgbClr val="000000"/>
                  </a:solidFill>
                </a:rPr>
                <a:t> </a:t>
              </a:r>
            </a:p>
          </p:txBody>
        </p:sp>
        <p:sp>
          <p:nvSpPr>
            <p:cNvPr id="44073" name="Text Box 49">
              <a:extLst>
                <a:ext uri="{FF2B5EF4-FFF2-40B4-BE49-F238E27FC236}">
                  <a16:creationId xmlns:a16="http://schemas.microsoft.com/office/drawing/2014/main" id="{9CD9BD9D-CCA1-DA49-BE09-6C3015A15E2E}"/>
                </a:ext>
              </a:extLst>
            </p:cNvPr>
            <p:cNvSpPr txBox="1">
              <a:spLocks noChangeArrowheads="1"/>
            </p:cNvSpPr>
            <p:nvPr/>
          </p:nvSpPr>
          <p:spPr bwMode="auto">
            <a:xfrm>
              <a:off x="4632" y="457"/>
              <a:ext cx="834" cy="280"/>
            </a:xfrm>
            <a:prstGeom prst="rect">
              <a:avLst/>
            </a:prstGeom>
            <a:solidFill>
              <a:schemeClr val="bg1"/>
            </a:solidFill>
            <a:ln w="19050">
              <a:solidFill>
                <a:schemeClr val="tx1"/>
              </a:solidFill>
              <a:miter lim="800000"/>
              <a:headEnd/>
              <a:tailEnd/>
            </a:ln>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solidFill>
                    <a:srgbClr val="000000"/>
                  </a:solidFill>
                </a:rPr>
                <a:t>Desenvolver fornecedores</a:t>
              </a:r>
            </a:p>
          </p:txBody>
        </p:sp>
        <p:cxnSp>
          <p:nvCxnSpPr>
            <p:cNvPr id="44074" name="AutoShape 50">
              <a:extLst>
                <a:ext uri="{FF2B5EF4-FFF2-40B4-BE49-F238E27FC236}">
                  <a16:creationId xmlns:a16="http://schemas.microsoft.com/office/drawing/2014/main" id="{D7D124A2-E494-2944-9B06-5AD44F70E0CB}"/>
                </a:ext>
              </a:extLst>
            </p:cNvPr>
            <p:cNvCxnSpPr>
              <a:cxnSpLocks noChangeShapeType="1"/>
              <a:stCxn id="44072" idx="3"/>
              <a:endCxn id="44073" idx="1"/>
            </p:cNvCxnSpPr>
            <p:nvPr/>
          </p:nvCxnSpPr>
          <p:spPr bwMode="auto">
            <a:xfrm>
              <a:off x="4408" y="596"/>
              <a:ext cx="218" cy="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nvGrpSpPr>
            <p:cNvPr id="44075" name="Group 51">
              <a:extLst>
                <a:ext uri="{FF2B5EF4-FFF2-40B4-BE49-F238E27FC236}">
                  <a16:creationId xmlns:a16="http://schemas.microsoft.com/office/drawing/2014/main" id="{F643D084-1793-B74C-87C3-AB6A1C8133B1}"/>
                </a:ext>
              </a:extLst>
            </p:cNvPr>
            <p:cNvGrpSpPr>
              <a:grpSpLocks/>
            </p:cNvGrpSpPr>
            <p:nvPr/>
          </p:nvGrpSpPr>
          <p:grpSpPr bwMode="auto">
            <a:xfrm>
              <a:off x="2165" y="941"/>
              <a:ext cx="1207" cy="443"/>
              <a:chOff x="2165" y="941"/>
              <a:chExt cx="1207" cy="443"/>
            </a:xfrm>
          </p:grpSpPr>
          <p:grpSp>
            <p:nvGrpSpPr>
              <p:cNvPr id="44091" name="Group 52">
                <a:extLst>
                  <a:ext uri="{FF2B5EF4-FFF2-40B4-BE49-F238E27FC236}">
                    <a16:creationId xmlns:a16="http://schemas.microsoft.com/office/drawing/2014/main" id="{E2279696-0F76-2D41-8A30-E6C3CF526A85}"/>
                  </a:ext>
                </a:extLst>
              </p:cNvPr>
              <p:cNvGrpSpPr>
                <a:grpSpLocks/>
              </p:cNvGrpSpPr>
              <p:nvPr/>
            </p:nvGrpSpPr>
            <p:grpSpPr bwMode="auto">
              <a:xfrm>
                <a:off x="2165" y="967"/>
                <a:ext cx="1207" cy="417"/>
                <a:chOff x="2216" y="918"/>
                <a:chExt cx="1108" cy="417"/>
              </a:xfrm>
            </p:grpSpPr>
            <p:grpSp>
              <p:nvGrpSpPr>
                <p:cNvPr id="44093" name="Group 53">
                  <a:extLst>
                    <a:ext uri="{FF2B5EF4-FFF2-40B4-BE49-F238E27FC236}">
                      <a16:creationId xmlns:a16="http://schemas.microsoft.com/office/drawing/2014/main" id="{6507F742-FB1F-9A45-A8CA-4C41499B6F82}"/>
                    </a:ext>
                  </a:extLst>
                </p:cNvPr>
                <p:cNvGrpSpPr>
                  <a:grpSpLocks/>
                </p:cNvGrpSpPr>
                <p:nvPr/>
              </p:nvGrpSpPr>
              <p:grpSpPr bwMode="auto">
                <a:xfrm>
                  <a:off x="2216" y="918"/>
                  <a:ext cx="1108" cy="417"/>
                  <a:chOff x="2216" y="918"/>
                  <a:chExt cx="1108" cy="417"/>
                </a:xfrm>
              </p:grpSpPr>
              <p:grpSp>
                <p:nvGrpSpPr>
                  <p:cNvPr id="44095" name="Group 54">
                    <a:extLst>
                      <a:ext uri="{FF2B5EF4-FFF2-40B4-BE49-F238E27FC236}">
                        <a16:creationId xmlns:a16="http://schemas.microsoft.com/office/drawing/2014/main" id="{A4A61A53-BF4B-9B46-B88B-DF87558E3B9D}"/>
                      </a:ext>
                    </a:extLst>
                  </p:cNvPr>
                  <p:cNvGrpSpPr>
                    <a:grpSpLocks/>
                  </p:cNvGrpSpPr>
                  <p:nvPr/>
                </p:nvGrpSpPr>
                <p:grpSpPr bwMode="auto">
                  <a:xfrm>
                    <a:off x="2216" y="918"/>
                    <a:ext cx="1108" cy="417"/>
                    <a:chOff x="2053" y="918"/>
                    <a:chExt cx="1335" cy="417"/>
                  </a:xfrm>
                </p:grpSpPr>
                <p:sp>
                  <p:nvSpPr>
                    <p:cNvPr id="44097" name="Text Box 55">
                      <a:extLst>
                        <a:ext uri="{FF2B5EF4-FFF2-40B4-BE49-F238E27FC236}">
                          <a16:creationId xmlns:a16="http://schemas.microsoft.com/office/drawing/2014/main" id="{FC784613-5679-2D40-8DB0-DC6F65C35173}"/>
                        </a:ext>
                      </a:extLst>
                    </p:cNvPr>
                    <p:cNvSpPr txBox="1">
                      <a:spLocks noChangeArrowheads="1"/>
                    </p:cNvSpPr>
                    <p:nvPr/>
                  </p:nvSpPr>
                  <p:spPr bwMode="auto">
                    <a:xfrm>
                      <a:off x="2053" y="921"/>
                      <a:ext cx="1335" cy="414"/>
                    </a:xfrm>
                    <a:prstGeom prst="rect">
                      <a:avLst/>
                    </a:prstGeom>
                    <a:solidFill>
                      <a:schemeClr val="bg1"/>
                    </a:solidFill>
                    <a:ln w="19050">
                      <a:solidFill>
                        <a:schemeClr val="tx1"/>
                      </a:solidFill>
                      <a:miter lim="800000"/>
                      <a:headEnd/>
                      <a:tailEnd/>
                    </a:ln>
                  </p:spPr>
                  <p:txBody>
                    <a:bodyPr lIns="72000" tIns="0" rIns="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solidFill>
                            <a:srgbClr val="000000"/>
                          </a:solidFill>
                        </a:rPr>
                        <a:t>Criar e detalhar SSCs, documentação e configuração </a:t>
                      </a:r>
                    </a:p>
                  </p:txBody>
                </p:sp>
                <p:sp>
                  <p:nvSpPr>
                    <p:cNvPr id="44098" name="Rectangle 56">
                      <a:extLst>
                        <a:ext uri="{FF2B5EF4-FFF2-40B4-BE49-F238E27FC236}">
                          <a16:creationId xmlns:a16="http://schemas.microsoft.com/office/drawing/2014/main" id="{F9DFEB2D-10EA-D84A-B55A-CF3A86230115}"/>
                        </a:ext>
                      </a:extLst>
                    </p:cNvPr>
                    <p:cNvSpPr>
                      <a:spLocks noChangeArrowheads="1"/>
                    </p:cNvSpPr>
                    <p:nvPr/>
                  </p:nvSpPr>
                  <p:spPr bwMode="auto">
                    <a:xfrm>
                      <a:off x="2057" y="1091"/>
                      <a:ext cx="106"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72000" tIns="0" rIns="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44099" name="Rectangle 57">
                      <a:extLst>
                        <a:ext uri="{FF2B5EF4-FFF2-40B4-BE49-F238E27FC236}">
                          <a16:creationId xmlns:a16="http://schemas.microsoft.com/office/drawing/2014/main" id="{02BB6C99-F55C-094B-8C2B-37CFE59D99C0}"/>
                        </a:ext>
                      </a:extLst>
                    </p:cNvPr>
                    <p:cNvSpPr>
                      <a:spLocks noChangeArrowheads="1"/>
                    </p:cNvSpPr>
                    <p:nvPr/>
                  </p:nvSpPr>
                  <p:spPr bwMode="auto">
                    <a:xfrm>
                      <a:off x="2056" y="918"/>
                      <a:ext cx="106"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72000" tIns="0" rIns="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sp>
                <p:nvSpPr>
                  <p:cNvPr id="44096" name="Rectangle 58">
                    <a:extLst>
                      <a:ext uri="{FF2B5EF4-FFF2-40B4-BE49-F238E27FC236}">
                        <a16:creationId xmlns:a16="http://schemas.microsoft.com/office/drawing/2014/main" id="{520326A7-CB63-8045-918D-FE35F846E749}"/>
                      </a:ext>
                    </a:extLst>
                  </p:cNvPr>
                  <p:cNvSpPr>
                    <a:spLocks noChangeArrowheads="1"/>
                  </p:cNvSpPr>
                  <p:nvPr/>
                </p:nvSpPr>
                <p:spPr bwMode="auto">
                  <a:xfrm>
                    <a:off x="3186" y="1215"/>
                    <a:ext cx="81" cy="1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72000" tIns="0" rIns="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sp>
              <p:nvSpPr>
                <p:cNvPr id="44094" name="Rectangle 59">
                  <a:extLst>
                    <a:ext uri="{FF2B5EF4-FFF2-40B4-BE49-F238E27FC236}">
                      <a16:creationId xmlns:a16="http://schemas.microsoft.com/office/drawing/2014/main" id="{2EA0B2E1-0811-244B-AC48-4548CDCCFCC3}"/>
                    </a:ext>
                  </a:extLst>
                </p:cNvPr>
                <p:cNvSpPr>
                  <a:spLocks noChangeArrowheads="1"/>
                </p:cNvSpPr>
                <p:nvPr/>
              </p:nvSpPr>
              <p:spPr bwMode="auto">
                <a:xfrm>
                  <a:off x="3221" y="918"/>
                  <a:ext cx="103"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2000" tIns="0" rIns="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sp>
            <p:nvSpPr>
              <p:cNvPr id="44092" name="Rectangle 60">
                <a:extLst>
                  <a:ext uri="{FF2B5EF4-FFF2-40B4-BE49-F238E27FC236}">
                    <a16:creationId xmlns:a16="http://schemas.microsoft.com/office/drawing/2014/main" id="{08470329-A239-574E-AB66-0612F38BF921}"/>
                  </a:ext>
                </a:extLst>
              </p:cNvPr>
              <p:cNvSpPr>
                <a:spLocks noChangeArrowheads="1"/>
              </p:cNvSpPr>
              <p:nvPr/>
            </p:nvSpPr>
            <p:spPr bwMode="auto">
              <a:xfrm>
                <a:off x="3065" y="941"/>
                <a:ext cx="14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2000" tIns="0" rIns="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cxnSp>
          <p:nvCxnSpPr>
            <p:cNvPr id="44076" name="AutoShape 61">
              <a:extLst>
                <a:ext uri="{FF2B5EF4-FFF2-40B4-BE49-F238E27FC236}">
                  <a16:creationId xmlns:a16="http://schemas.microsoft.com/office/drawing/2014/main" id="{DF002049-7D7F-8147-B6B4-11E0CBA53F75}"/>
                </a:ext>
              </a:extLst>
            </p:cNvPr>
            <p:cNvCxnSpPr>
              <a:cxnSpLocks noChangeShapeType="1"/>
              <a:stCxn id="44073" idx="2"/>
              <a:endCxn id="44092" idx="0"/>
            </p:cNvCxnSpPr>
            <p:nvPr/>
          </p:nvCxnSpPr>
          <p:spPr bwMode="auto">
            <a:xfrm rot="5400000">
              <a:off x="3993" y="-115"/>
              <a:ext cx="198" cy="1914"/>
            </a:xfrm>
            <a:prstGeom prst="bentConnector3">
              <a:avLst>
                <a:gd name="adj1" fmla="val 48486"/>
              </a:avLst>
            </a:prstGeom>
            <a:noFill/>
            <a:ln w="952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cxnSp>
        <p:cxnSp>
          <p:nvCxnSpPr>
            <p:cNvPr id="44077" name="AutoShape 62">
              <a:extLst>
                <a:ext uri="{FF2B5EF4-FFF2-40B4-BE49-F238E27FC236}">
                  <a16:creationId xmlns:a16="http://schemas.microsoft.com/office/drawing/2014/main" id="{4F508AA2-0070-4A46-84BF-1E4E31B5A79C}"/>
                </a:ext>
              </a:extLst>
            </p:cNvPr>
            <p:cNvCxnSpPr>
              <a:cxnSpLocks noChangeShapeType="1"/>
              <a:stCxn id="44072" idx="1"/>
              <a:endCxn id="44097" idx="0"/>
            </p:cNvCxnSpPr>
            <p:nvPr/>
          </p:nvCxnSpPr>
          <p:spPr bwMode="auto">
            <a:xfrm rot="10800000" flipV="1">
              <a:off x="2769" y="596"/>
              <a:ext cx="652" cy="368"/>
            </a:xfrm>
            <a:prstGeom prst="bentConnector2">
              <a:avLst/>
            </a:prstGeom>
            <a:noFill/>
            <a:ln w="952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cxnSp>
        <p:cxnSp>
          <p:nvCxnSpPr>
            <p:cNvPr id="44078" name="AutoShape 63">
              <a:extLst>
                <a:ext uri="{FF2B5EF4-FFF2-40B4-BE49-F238E27FC236}">
                  <a16:creationId xmlns:a16="http://schemas.microsoft.com/office/drawing/2014/main" id="{2C21DF1C-7AA5-6540-9347-70528C52D641}"/>
                </a:ext>
              </a:extLst>
            </p:cNvPr>
            <p:cNvCxnSpPr>
              <a:cxnSpLocks noChangeShapeType="1"/>
              <a:stCxn id="44097" idx="1"/>
              <a:endCxn id="44056" idx="0"/>
            </p:cNvCxnSpPr>
            <p:nvPr/>
          </p:nvCxnSpPr>
          <p:spPr bwMode="auto">
            <a:xfrm rot="10800000" flipV="1">
              <a:off x="1969" y="1177"/>
              <a:ext cx="190" cy="2059"/>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44079" name="AutoShape 64">
              <a:extLst>
                <a:ext uri="{FF2B5EF4-FFF2-40B4-BE49-F238E27FC236}">
                  <a16:creationId xmlns:a16="http://schemas.microsoft.com/office/drawing/2014/main" id="{57C39220-3D86-8D45-842A-651CC95BAB8A}"/>
                </a:ext>
              </a:extLst>
            </p:cNvPr>
            <p:cNvCxnSpPr>
              <a:cxnSpLocks noChangeShapeType="1"/>
              <a:stCxn id="44105" idx="2"/>
              <a:endCxn id="44056" idx="3"/>
            </p:cNvCxnSpPr>
            <p:nvPr/>
          </p:nvCxnSpPr>
          <p:spPr bwMode="auto">
            <a:xfrm rot="5400000">
              <a:off x="2410" y="3162"/>
              <a:ext cx="345" cy="364"/>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44080" name="AutoShape 65">
              <a:extLst>
                <a:ext uri="{FF2B5EF4-FFF2-40B4-BE49-F238E27FC236}">
                  <a16:creationId xmlns:a16="http://schemas.microsoft.com/office/drawing/2014/main" id="{0BE76209-29D6-3146-A34E-D8D83E38E682}"/>
                </a:ext>
              </a:extLst>
            </p:cNvPr>
            <p:cNvCxnSpPr>
              <a:cxnSpLocks noChangeShapeType="1"/>
              <a:stCxn id="44105" idx="2"/>
              <a:endCxn id="44089" idx="0"/>
            </p:cNvCxnSpPr>
            <p:nvPr/>
          </p:nvCxnSpPr>
          <p:spPr bwMode="auto">
            <a:xfrm>
              <a:off x="2765" y="3171"/>
              <a:ext cx="252" cy="6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nvGrpSpPr>
            <p:cNvPr id="44081" name="Group 66">
              <a:extLst>
                <a:ext uri="{FF2B5EF4-FFF2-40B4-BE49-F238E27FC236}">
                  <a16:creationId xmlns:a16="http://schemas.microsoft.com/office/drawing/2014/main" id="{D1ED73BF-6542-6E43-A25B-4E7D2A2BB6DA}"/>
                </a:ext>
              </a:extLst>
            </p:cNvPr>
            <p:cNvGrpSpPr>
              <a:grpSpLocks/>
            </p:cNvGrpSpPr>
            <p:nvPr/>
          </p:nvGrpSpPr>
          <p:grpSpPr bwMode="auto">
            <a:xfrm>
              <a:off x="2566" y="3799"/>
              <a:ext cx="902" cy="414"/>
              <a:chOff x="2566" y="3799"/>
              <a:chExt cx="902" cy="414"/>
            </a:xfrm>
          </p:grpSpPr>
          <p:grpSp>
            <p:nvGrpSpPr>
              <p:cNvPr id="44087" name="Group 67">
                <a:extLst>
                  <a:ext uri="{FF2B5EF4-FFF2-40B4-BE49-F238E27FC236}">
                    <a16:creationId xmlns:a16="http://schemas.microsoft.com/office/drawing/2014/main" id="{A95EDA19-72E6-BC4E-BC54-79F9CB871A15}"/>
                  </a:ext>
                </a:extLst>
              </p:cNvPr>
              <p:cNvGrpSpPr>
                <a:grpSpLocks/>
              </p:cNvGrpSpPr>
              <p:nvPr/>
            </p:nvGrpSpPr>
            <p:grpSpPr bwMode="auto">
              <a:xfrm>
                <a:off x="2566" y="3799"/>
                <a:ext cx="902" cy="414"/>
                <a:chOff x="1017" y="3652"/>
                <a:chExt cx="760" cy="704"/>
              </a:xfrm>
            </p:grpSpPr>
            <p:sp>
              <p:nvSpPr>
                <p:cNvPr id="44089" name="Text Box 68">
                  <a:extLst>
                    <a:ext uri="{FF2B5EF4-FFF2-40B4-BE49-F238E27FC236}">
                      <a16:creationId xmlns:a16="http://schemas.microsoft.com/office/drawing/2014/main" id="{6FC6B3E0-9B33-E74C-ABC8-D2C4A64586F8}"/>
                    </a:ext>
                  </a:extLst>
                </p:cNvPr>
                <p:cNvSpPr txBox="1">
                  <a:spLocks noChangeArrowheads="1"/>
                </p:cNvSpPr>
                <p:nvPr/>
              </p:nvSpPr>
              <p:spPr bwMode="auto">
                <a:xfrm>
                  <a:off x="1017" y="3652"/>
                  <a:ext cx="760" cy="704"/>
                </a:xfrm>
                <a:prstGeom prst="rect">
                  <a:avLst/>
                </a:prstGeom>
                <a:solidFill>
                  <a:schemeClr val="bg1"/>
                </a:solidFill>
                <a:ln w="19050">
                  <a:solidFill>
                    <a:schemeClr val="tx1"/>
                  </a:solidFill>
                  <a:miter lim="800000"/>
                  <a:headEnd/>
                  <a:tailEnd/>
                </a:ln>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a:spcBef>
                      <a:spcPct val="50000"/>
                    </a:spcBef>
                    <a:buFontTx/>
                    <a:buNone/>
                  </a:pPr>
                  <a:r>
                    <a:rPr lang="pt-BR" altLang="pt-BR" sz="1400">
                      <a:solidFill>
                        <a:srgbClr val="000000"/>
                      </a:solidFill>
                    </a:rPr>
                    <a:t>Monitorar viabilidade econômica</a:t>
                  </a:r>
                </a:p>
              </p:txBody>
            </p:sp>
            <p:sp>
              <p:nvSpPr>
                <p:cNvPr id="44090" name="Rectangle 69">
                  <a:extLst>
                    <a:ext uri="{FF2B5EF4-FFF2-40B4-BE49-F238E27FC236}">
                      <a16:creationId xmlns:a16="http://schemas.microsoft.com/office/drawing/2014/main" id="{361AF573-6EA1-4F47-87BF-785399AED78C}"/>
                    </a:ext>
                  </a:extLst>
                </p:cNvPr>
                <p:cNvSpPr>
                  <a:spLocks noChangeArrowheads="1"/>
                </p:cNvSpPr>
                <p:nvPr/>
              </p:nvSpPr>
              <p:spPr bwMode="auto">
                <a:xfrm>
                  <a:off x="1660" y="3660"/>
                  <a:ext cx="108" cy="84"/>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sp>
            <p:nvSpPr>
              <p:cNvPr id="44088" name="Rectangle 70">
                <a:extLst>
                  <a:ext uri="{FF2B5EF4-FFF2-40B4-BE49-F238E27FC236}">
                    <a16:creationId xmlns:a16="http://schemas.microsoft.com/office/drawing/2014/main" id="{7B20F59E-DCCD-D743-8AC2-B1C9D933D456}"/>
                  </a:ext>
                </a:extLst>
              </p:cNvPr>
              <p:cNvSpPr>
                <a:spLocks noChangeArrowheads="1"/>
              </p:cNvSpPr>
              <p:nvPr/>
            </p:nvSpPr>
            <p:spPr bwMode="auto">
              <a:xfrm>
                <a:off x="3179" y="3799"/>
                <a:ext cx="164"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sp>
          <p:nvSpPr>
            <p:cNvPr id="44082" name="Rectangle 71">
              <a:extLst>
                <a:ext uri="{FF2B5EF4-FFF2-40B4-BE49-F238E27FC236}">
                  <a16:creationId xmlns:a16="http://schemas.microsoft.com/office/drawing/2014/main" id="{3AA40663-FD73-F845-87B7-BAAFC9765C7C}"/>
                </a:ext>
              </a:extLst>
            </p:cNvPr>
            <p:cNvSpPr>
              <a:spLocks noChangeArrowheads="1"/>
            </p:cNvSpPr>
            <p:nvPr/>
          </p:nvSpPr>
          <p:spPr bwMode="auto">
            <a:xfrm>
              <a:off x="3333" y="2997"/>
              <a:ext cx="89" cy="57"/>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44083" name="Rectangle 72">
              <a:extLst>
                <a:ext uri="{FF2B5EF4-FFF2-40B4-BE49-F238E27FC236}">
                  <a16:creationId xmlns:a16="http://schemas.microsoft.com/office/drawing/2014/main" id="{8E0EDB3A-06E4-A448-8381-32064F5BFEEA}"/>
                </a:ext>
              </a:extLst>
            </p:cNvPr>
            <p:cNvSpPr>
              <a:spLocks noChangeArrowheads="1"/>
            </p:cNvSpPr>
            <p:nvPr/>
          </p:nvSpPr>
          <p:spPr bwMode="auto">
            <a:xfrm>
              <a:off x="3421" y="2755"/>
              <a:ext cx="89" cy="57"/>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cxnSp>
          <p:nvCxnSpPr>
            <p:cNvPr id="44084" name="AutoShape 73">
              <a:extLst>
                <a:ext uri="{FF2B5EF4-FFF2-40B4-BE49-F238E27FC236}">
                  <a16:creationId xmlns:a16="http://schemas.microsoft.com/office/drawing/2014/main" id="{F2152615-35A5-0C47-B73F-5E8D992E396F}"/>
                </a:ext>
              </a:extLst>
            </p:cNvPr>
            <p:cNvCxnSpPr>
              <a:cxnSpLocks noChangeShapeType="1"/>
              <a:stCxn id="44102" idx="2"/>
              <a:endCxn id="44088" idx="0"/>
            </p:cNvCxnSpPr>
            <p:nvPr/>
          </p:nvCxnSpPr>
          <p:spPr bwMode="auto">
            <a:xfrm rot="5400000">
              <a:off x="2631" y="2333"/>
              <a:ext cx="2096" cy="836"/>
            </a:xfrm>
            <a:prstGeom prst="curvedConnector3">
              <a:avLst>
                <a:gd name="adj1" fmla="val 43366"/>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4085" name="AutoShape 74">
              <a:extLst>
                <a:ext uri="{FF2B5EF4-FFF2-40B4-BE49-F238E27FC236}">
                  <a16:creationId xmlns:a16="http://schemas.microsoft.com/office/drawing/2014/main" id="{783E4A75-6359-B74F-8B5C-1ADD1BA8FAF0}"/>
                </a:ext>
              </a:extLst>
            </p:cNvPr>
            <p:cNvCxnSpPr>
              <a:cxnSpLocks noChangeShapeType="1"/>
              <a:stCxn id="44094" idx="3"/>
              <a:endCxn id="44058" idx="3"/>
            </p:cNvCxnSpPr>
            <p:nvPr/>
          </p:nvCxnSpPr>
          <p:spPr bwMode="auto">
            <a:xfrm>
              <a:off x="3372" y="1019"/>
              <a:ext cx="1986" cy="2196"/>
            </a:xfrm>
            <a:prstGeom prst="bentConnector3">
              <a:avLst>
                <a:gd name="adj1" fmla="val 106949"/>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44086" name="AutoShape 75">
              <a:extLst>
                <a:ext uri="{FF2B5EF4-FFF2-40B4-BE49-F238E27FC236}">
                  <a16:creationId xmlns:a16="http://schemas.microsoft.com/office/drawing/2014/main" id="{9D463640-93ED-4F42-9794-27060557C5A3}"/>
                </a:ext>
              </a:extLst>
            </p:cNvPr>
            <p:cNvCxnSpPr>
              <a:cxnSpLocks noChangeShapeType="1"/>
              <a:stCxn id="44058" idx="1"/>
              <a:endCxn id="44109" idx="0"/>
            </p:cNvCxnSpPr>
            <p:nvPr/>
          </p:nvCxnSpPr>
          <p:spPr bwMode="auto">
            <a:xfrm rot="10800000" flipV="1">
              <a:off x="4124" y="3215"/>
              <a:ext cx="338" cy="204"/>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grpSp>
      <p:sp>
        <p:nvSpPr>
          <p:cNvPr id="44034" name="Rectangle 76">
            <a:extLst>
              <a:ext uri="{FF2B5EF4-FFF2-40B4-BE49-F238E27FC236}">
                <a16:creationId xmlns:a16="http://schemas.microsoft.com/office/drawing/2014/main" id="{58B93D80-7199-394B-A7CB-1D3DE87515D2}"/>
              </a:ext>
            </a:extLst>
          </p:cNvPr>
          <p:cNvSpPr>
            <a:spLocks noGrp="1" noChangeArrowheads="1"/>
          </p:cNvSpPr>
          <p:nvPr>
            <p:ph type="title"/>
          </p:nvPr>
        </p:nvSpPr>
        <p:spPr>
          <a:noFill/>
        </p:spPr>
        <p:txBody>
          <a:bodyPr/>
          <a:lstStyle/>
          <a:p>
            <a:pPr eaLnBrk="1" hangingPunct="1"/>
            <a:r>
              <a:rPr lang="pt-BR" altLang="pt-BR">
                <a:ea typeface="ＭＳ Ｐゴシック" panose="020B0600070205080204" pitchFamily="34" charset="-128"/>
              </a:rPr>
              <a:t>Informações principais e dependência entre as atividades da fase de Projeto Detalhado</a:t>
            </a:r>
          </a:p>
        </p:txBody>
      </p:sp>
      <p:sp>
        <p:nvSpPr>
          <p:cNvPr id="218189" name="AutoShape 77">
            <a:extLst>
              <a:ext uri="{FF2B5EF4-FFF2-40B4-BE49-F238E27FC236}">
                <a16:creationId xmlns:a16="http://schemas.microsoft.com/office/drawing/2014/main" id="{AC665862-0063-1042-A888-019D84D8A6BF}"/>
              </a:ext>
            </a:extLst>
          </p:cNvPr>
          <p:cNvSpPr>
            <a:spLocks noChangeArrowheads="1"/>
          </p:cNvSpPr>
          <p:nvPr/>
        </p:nvSpPr>
        <p:spPr bwMode="auto">
          <a:xfrm rot="2186202">
            <a:off x="2771775" y="1700213"/>
            <a:ext cx="962025" cy="582612"/>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2147483646 w 21600"/>
              <a:gd name="T9" fmla="*/ 2147483646 h 21600"/>
              <a:gd name="T10" fmla="*/ 2147483646 w 21600"/>
              <a:gd name="T11" fmla="*/ 2147483646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8676" y="10417"/>
                </a:moveTo>
                <a:cubicBezTo>
                  <a:pt x="18472" y="6215"/>
                  <a:pt x="15006" y="2914"/>
                  <a:pt x="10800" y="2914"/>
                </a:cubicBezTo>
                <a:cubicBezTo>
                  <a:pt x="6444" y="2914"/>
                  <a:pt x="2914" y="6444"/>
                  <a:pt x="2914" y="10800"/>
                </a:cubicBezTo>
                <a:cubicBezTo>
                  <a:pt x="2913" y="12431"/>
                  <a:pt x="3419" y="14022"/>
                  <a:pt x="4361" y="15353"/>
                </a:cubicBezTo>
                <a:lnTo>
                  <a:pt x="1982" y="17036"/>
                </a:lnTo>
                <a:cubicBezTo>
                  <a:pt x="692" y="15212"/>
                  <a:pt x="0" y="13033"/>
                  <a:pt x="0" y="10800"/>
                </a:cubicBezTo>
                <a:cubicBezTo>
                  <a:pt x="0" y="4835"/>
                  <a:pt x="4835" y="0"/>
                  <a:pt x="10800" y="0"/>
                </a:cubicBezTo>
                <a:cubicBezTo>
                  <a:pt x="16560" y="-1"/>
                  <a:pt x="21307" y="4521"/>
                  <a:pt x="21587" y="10275"/>
                </a:cubicBezTo>
                <a:lnTo>
                  <a:pt x="24284" y="10144"/>
                </a:lnTo>
                <a:lnTo>
                  <a:pt x="20333" y="14498"/>
                </a:lnTo>
                <a:lnTo>
                  <a:pt x="15979" y="10548"/>
                </a:lnTo>
                <a:lnTo>
                  <a:pt x="18676" y="10417"/>
                </a:lnTo>
                <a:close/>
              </a:path>
            </a:pathLst>
          </a:cu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0" bIns="0" anchor="ctr">
            <a:spAutoFit/>
          </a:bodyPr>
          <a:lstStyle/>
          <a:p>
            <a:endParaRPr lang="pt-BR"/>
          </a:p>
        </p:txBody>
      </p:sp>
      <p:sp>
        <p:nvSpPr>
          <p:cNvPr id="218190" name="AutoShape 78">
            <a:extLst>
              <a:ext uri="{FF2B5EF4-FFF2-40B4-BE49-F238E27FC236}">
                <a16:creationId xmlns:a16="http://schemas.microsoft.com/office/drawing/2014/main" id="{B020A8E3-1980-1345-A866-C79DBDF4798F}"/>
              </a:ext>
            </a:extLst>
          </p:cNvPr>
          <p:cNvSpPr>
            <a:spLocks noChangeArrowheads="1"/>
          </p:cNvSpPr>
          <p:nvPr/>
        </p:nvSpPr>
        <p:spPr bwMode="auto">
          <a:xfrm rot="4902315">
            <a:off x="5682456" y="807244"/>
            <a:ext cx="720725" cy="1500188"/>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2147483646 w 21600"/>
              <a:gd name="T9" fmla="*/ 2147483646 h 21600"/>
              <a:gd name="T10" fmla="*/ 2147483646 w 21600"/>
              <a:gd name="T11" fmla="*/ 2147483646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9668" y="10592"/>
                </a:moveTo>
                <a:cubicBezTo>
                  <a:pt x="19555" y="5775"/>
                  <a:pt x="15618" y="1929"/>
                  <a:pt x="10800" y="1929"/>
                </a:cubicBezTo>
                <a:cubicBezTo>
                  <a:pt x="5900" y="1929"/>
                  <a:pt x="1929" y="5900"/>
                  <a:pt x="1929" y="10800"/>
                </a:cubicBezTo>
                <a:cubicBezTo>
                  <a:pt x="1928" y="14075"/>
                  <a:pt x="3733" y="17083"/>
                  <a:pt x="6622" y="18625"/>
                </a:cubicBezTo>
                <a:lnTo>
                  <a:pt x="5714" y="20327"/>
                </a:lnTo>
                <a:cubicBezTo>
                  <a:pt x="2196" y="18450"/>
                  <a:pt x="0" y="14787"/>
                  <a:pt x="0" y="10800"/>
                </a:cubicBezTo>
                <a:cubicBezTo>
                  <a:pt x="0" y="4835"/>
                  <a:pt x="4835" y="0"/>
                  <a:pt x="10800" y="0"/>
                </a:cubicBezTo>
                <a:cubicBezTo>
                  <a:pt x="16666" y="-1"/>
                  <a:pt x="21459" y="4682"/>
                  <a:pt x="21597" y="10546"/>
                </a:cubicBezTo>
                <a:lnTo>
                  <a:pt x="24296" y="10483"/>
                </a:lnTo>
                <a:lnTo>
                  <a:pt x="20719" y="14233"/>
                </a:lnTo>
                <a:lnTo>
                  <a:pt x="16969" y="10655"/>
                </a:lnTo>
                <a:lnTo>
                  <a:pt x="19668" y="10592"/>
                </a:lnTo>
                <a:close/>
              </a:path>
            </a:pathLst>
          </a:cu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0" bIns="0" anchor="ctr">
            <a:spAutoFit/>
          </a:bodyPr>
          <a:lstStyle/>
          <a:p>
            <a:endParaRPr lang="pt-BR"/>
          </a:p>
        </p:txBody>
      </p:sp>
      <p:sp>
        <p:nvSpPr>
          <p:cNvPr id="218191" name="AutoShape 79">
            <a:extLst>
              <a:ext uri="{FF2B5EF4-FFF2-40B4-BE49-F238E27FC236}">
                <a16:creationId xmlns:a16="http://schemas.microsoft.com/office/drawing/2014/main" id="{DB6C096C-39CB-EF45-828E-B815924193B7}"/>
              </a:ext>
            </a:extLst>
          </p:cNvPr>
          <p:cNvSpPr>
            <a:spLocks noChangeArrowheads="1"/>
          </p:cNvSpPr>
          <p:nvPr/>
        </p:nvSpPr>
        <p:spPr bwMode="auto">
          <a:xfrm rot="15951951" flipV="1">
            <a:off x="5033963" y="2390775"/>
            <a:ext cx="835025" cy="1616075"/>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2147483646 w 21600"/>
              <a:gd name="T9" fmla="*/ 2147483646 h 21600"/>
              <a:gd name="T10" fmla="*/ 2147483646 w 21600"/>
              <a:gd name="T11" fmla="*/ 2147483646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9668" y="10592"/>
                </a:moveTo>
                <a:cubicBezTo>
                  <a:pt x="19555" y="5775"/>
                  <a:pt x="15618" y="1929"/>
                  <a:pt x="10800" y="1929"/>
                </a:cubicBezTo>
                <a:cubicBezTo>
                  <a:pt x="5900" y="1929"/>
                  <a:pt x="1929" y="5900"/>
                  <a:pt x="1929" y="10800"/>
                </a:cubicBezTo>
                <a:cubicBezTo>
                  <a:pt x="1928" y="13025"/>
                  <a:pt x="2765" y="15169"/>
                  <a:pt x="4272" y="16806"/>
                </a:cubicBezTo>
                <a:lnTo>
                  <a:pt x="2852" y="18112"/>
                </a:lnTo>
                <a:cubicBezTo>
                  <a:pt x="1018" y="16119"/>
                  <a:pt x="0" y="13509"/>
                  <a:pt x="0" y="10800"/>
                </a:cubicBezTo>
                <a:cubicBezTo>
                  <a:pt x="0" y="4835"/>
                  <a:pt x="4835" y="0"/>
                  <a:pt x="10800" y="0"/>
                </a:cubicBezTo>
                <a:cubicBezTo>
                  <a:pt x="16666" y="-1"/>
                  <a:pt x="21459" y="4682"/>
                  <a:pt x="21597" y="10546"/>
                </a:cubicBezTo>
                <a:lnTo>
                  <a:pt x="24296" y="10483"/>
                </a:lnTo>
                <a:lnTo>
                  <a:pt x="20719" y="14233"/>
                </a:lnTo>
                <a:lnTo>
                  <a:pt x="16969" y="10655"/>
                </a:lnTo>
                <a:lnTo>
                  <a:pt x="19668" y="10592"/>
                </a:lnTo>
                <a:close/>
              </a:path>
            </a:pathLst>
          </a:cu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0" bIns="0" anchor="ctr">
            <a:spAutoFit/>
          </a:bodyPr>
          <a:lstStyle/>
          <a:p>
            <a:endParaRPr lang="pt-BR"/>
          </a:p>
        </p:txBody>
      </p:sp>
      <p:sp>
        <p:nvSpPr>
          <p:cNvPr id="218192" name="Text Box 80">
            <a:extLst>
              <a:ext uri="{FF2B5EF4-FFF2-40B4-BE49-F238E27FC236}">
                <a16:creationId xmlns:a16="http://schemas.microsoft.com/office/drawing/2014/main" id="{596621B4-7520-784C-92A9-672F851F64BD}"/>
              </a:ext>
            </a:extLst>
          </p:cNvPr>
          <p:cNvSpPr txBox="1">
            <a:spLocks noChangeArrowheads="1"/>
          </p:cNvSpPr>
          <p:nvPr/>
        </p:nvSpPr>
        <p:spPr bwMode="auto">
          <a:xfrm>
            <a:off x="468313" y="5613400"/>
            <a:ext cx="2159000"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lnSpc>
                <a:spcPct val="90000"/>
              </a:lnSpc>
              <a:spcBef>
                <a:spcPct val="50000"/>
              </a:spcBef>
              <a:buFontTx/>
              <a:buNone/>
            </a:pPr>
            <a:r>
              <a:rPr lang="pt-BR" altLang="pt-BR" b="1">
                <a:solidFill>
                  <a:srgbClr val="FF3300"/>
                </a:solidFill>
              </a:rPr>
              <a:t>Ciclos do projeto detalhado</a:t>
            </a:r>
          </a:p>
        </p:txBody>
      </p:sp>
    </p:spTree>
  </p:cSld>
  <p:clrMapOvr>
    <a:masterClrMapping/>
  </p:clrMapOvr>
  <p:transition>
    <p:cover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2" presetClass="entr" presetSubtype="0" fill="hold" nodeType="clickEffect">
                                  <p:stCondLst>
                                    <p:cond delay="0"/>
                                  </p:stCondLst>
                                  <p:childTnLst>
                                    <p:set>
                                      <p:cBhvr>
                                        <p:cTn id="6" dur="1" fill="hold">
                                          <p:stCondLst>
                                            <p:cond delay="0"/>
                                          </p:stCondLst>
                                        </p:cTn>
                                        <p:tgtEl>
                                          <p:spTgt spid="218189"/>
                                        </p:tgtEl>
                                        <p:attrNameLst>
                                          <p:attrName>style.visibility</p:attrName>
                                        </p:attrNameLst>
                                      </p:cBhvr>
                                      <p:to>
                                        <p:strVal val="visible"/>
                                      </p:to>
                                    </p:set>
                                    <p:animScale>
                                      <p:cBhvr>
                                        <p:cTn id="7" dur="1000" decel="50000" fill="hold">
                                          <p:stCondLst>
                                            <p:cond delay="0"/>
                                          </p:stCondLst>
                                        </p:cTn>
                                        <p:tgtEl>
                                          <p:spTgt spid="218189"/>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218189"/>
                                        </p:tgtEl>
                                        <p:attrNameLst>
                                          <p:attrName>ppt_x</p:attrName>
                                          <p:attrName>ppt_y</p:attrName>
                                        </p:attrNameLst>
                                      </p:cBhvr>
                                    </p:animMotion>
                                    <p:animEffect transition="in" filter="fade">
                                      <p:cBhvr>
                                        <p:cTn id="9" dur="1000"/>
                                        <p:tgtEl>
                                          <p:spTgt spid="218189"/>
                                        </p:tgtEl>
                                      </p:cBhvr>
                                    </p:animEffect>
                                  </p:childTnLst>
                                </p:cTn>
                              </p:par>
                            </p:childTnLst>
                          </p:cTn>
                        </p:par>
                        <p:par>
                          <p:cTn id="10" fill="hold" nodeType="afterGroup">
                            <p:stCondLst>
                              <p:cond delay="1000"/>
                            </p:stCondLst>
                            <p:childTnLst>
                              <p:par>
                                <p:cTn id="11" presetID="52" presetClass="entr" presetSubtype="0" fill="hold" nodeType="afterEffect">
                                  <p:stCondLst>
                                    <p:cond delay="0"/>
                                  </p:stCondLst>
                                  <p:childTnLst>
                                    <p:set>
                                      <p:cBhvr>
                                        <p:cTn id="12" dur="1" fill="hold">
                                          <p:stCondLst>
                                            <p:cond delay="0"/>
                                          </p:stCondLst>
                                        </p:cTn>
                                        <p:tgtEl>
                                          <p:spTgt spid="218190"/>
                                        </p:tgtEl>
                                        <p:attrNameLst>
                                          <p:attrName>style.visibility</p:attrName>
                                        </p:attrNameLst>
                                      </p:cBhvr>
                                      <p:to>
                                        <p:strVal val="visible"/>
                                      </p:to>
                                    </p:set>
                                    <p:animScale>
                                      <p:cBhvr>
                                        <p:cTn id="13" dur="1000" decel="50000" fill="hold">
                                          <p:stCondLst>
                                            <p:cond delay="0"/>
                                          </p:stCondLst>
                                        </p:cTn>
                                        <p:tgtEl>
                                          <p:spTgt spid="21819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4" dur="1000" decel="50000" fill="hold">
                                          <p:stCondLst>
                                            <p:cond delay="0"/>
                                          </p:stCondLst>
                                        </p:cTn>
                                        <p:tgtEl>
                                          <p:spTgt spid="218190"/>
                                        </p:tgtEl>
                                        <p:attrNameLst>
                                          <p:attrName>ppt_x</p:attrName>
                                          <p:attrName>ppt_y</p:attrName>
                                        </p:attrNameLst>
                                      </p:cBhvr>
                                    </p:animMotion>
                                    <p:animEffect transition="in" filter="fade">
                                      <p:cBhvr>
                                        <p:cTn id="15" dur="1000"/>
                                        <p:tgtEl>
                                          <p:spTgt spid="218190"/>
                                        </p:tgtEl>
                                      </p:cBhvr>
                                    </p:animEffect>
                                  </p:childTnLst>
                                </p:cTn>
                              </p:par>
                            </p:childTnLst>
                          </p:cTn>
                        </p:par>
                        <p:par>
                          <p:cTn id="16" fill="hold" nodeType="afterGroup">
                            <p:stCondLst>
                              <p:cond delay="2000"/>
                            </p:stCondLst>
                            <p:childTnLst>
                              <p:par>
                                <p:cTn id="17" presetID="52" presetClass="entr" presetSubtype="0" fill="hold" nodeType="afterEffect">
                                  <p:stCondLst>
                                    <p:cond delay="0"/>
                                  </p:stCondLst>
                                  <p:childTnLst>
                                    <p:set>
                                      <p:cBhvr>
                                        <p:cTn id="18" dur="1" fill="hold">
                                          <p:stCondLst>
                                            <p:cond delay="0"/>
                                          </p:stCondLst>
                                        </p:cTn>
                                        <p:tgtEl>
                                          <p:spTgt spid="218191"/>
                                        </p:tgtEl>
                                        <p:attrNameLst>
                                          <p:attrName>style.visibility</p:attrName>
                                        </p:attrNameLst>
                                      </p:cBhvr>
                                      <p:to>
                                        <p:strVal val="visible"/>
                                      </p:to>
                                    </p:set>
                                    <p:animScale>
                                      <p:cBhvr>
                                        <p:cTn id="19" dur="1000" decel="50000" fill="hold">
                                          <p:stCondLst>
                                            <p:cond delay="0"/>
                                          </p:stCondLst>
                                        </p:cTn>
                                        <p:tgtEl>
                                          <p:spTgt spid="218191"/>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0" dur="1000" decel="50000" fill="hold">
                                          <p:stCondLst>
                                            <p:cond delay="0"/>
                                          </p:stCondLst>
                                        </p:cTn>
                                        <p:tgtEl>
                                          <p:spTgt spid="218191"/>
                                        </p:tgtEl>
                                        <p:attrNameLst>
                                          <p:attrName>ppt_x</p:attrName>
                                          <p:attrName>ppt_y</p:attrName>
                                        </p:attrNameLst>
                                      </p:cBhvr>
                                    </p:animMotion>
                                    <p:animEffect transition="in" filter="fade">
                                      <p:cBhvr>
                                        <p:cTn id="21" dur="1000"/>
                                        <p:tgtEl>
                                          <p:spTgt spid="218191"/>
                                        </p:tgtEl>
                                      </p:cBhvr>
                                    </p:animEffect>
                                  </p:childTnLst>
                                </p:cTn>
                              </p:par>
                              <p:par>
                                <p:cTn id="22" presetID="2" presetClass="entr" presetSubtype="4" fill="hold" grpId="0" nodeType="withEffect">
                                  <p:stCondLst>
                                    <p:cond delay="0"/>
                                  </p:stCondLst>
                                  <p:childTnLst>
                                    <p:set>
                                      <p:cBhvr>
                                        <p:cTn id="23" dur="1" fill="hold">
                                          <p:stCondLst>
                                            <p:cond delay="0"/>
                                          </p:stCondLst>
                                        </p:cTn>
                                        <p:tgtEl>
                                          <p:spTgt spid="218192"/>
                                        </p:tgtEl>
                                        <p:attrNameLst>
                                          <p:attrName>style.visibility</p:attrName>
                                        </p:attrNameLst>
                                      </p:cBhvr>
                                      <p:to>
                                        <p:strVal val="visible"/>
                                      </p:to>
                                    </p:set>
                                    <p:anim calcmode="lin" valueType="num">
                                      <p:cBhvr additive="base">
                                        <p:cTn id="24" dur="500" fill="hold"/>
                                        <p:tgtEl>
                                          <p:spTgt spid="218192"/>
                                        </p:tgtEl>
                                        <p:attrNameLst>
                                          <p:attrName>ppt_x</p:attrName>
                                        </p:attrNameLst>
                                      </p:cBhvr>
                                      <p:tavLst>
                                        <p:tav tm="0">
                                          <p:val>
                                            <p:strVal val="#ppt_x"/>
                                          </p:val>
                                        </p:tav>
                                        <p:tav tm="100000">
                                          <p:val>
                                            <p:strVal val="#ppt_x"/>
                                          </p:val>
                                        </p:tav>
                                      </p:tavLst>
                                    </p:anim>
                                    <p:anim calcmode="lin" valueType="num">
                                      <p:cBhvr additive="base">
                                        <p:cTn id="25" dur="500" fill="hold"/>
                                        <p:tgtEl>
                                          <p:spTgt spid="21819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9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Freeform 2">
            <a:extLst>
              <a:ext uri="{FF2B5EF4-FFF2-40B4-BE49-F238E27FC236}">
                <a16:creationId xmlns:a16="http://schemas.microsoft.com/office/drawing/2014/main" id="{C4B44622-93B8-4542-B828-183D49A207F0}"/>
              </a:ext>
            </a:extLst>
          </p:cNvPr>
          <p:cNvSpPr>
            <a:spLocks/>
          </p:cNvSpPr>
          <p:nvPr/>
        </p:nvSpPr>
        <p:spPr bwMode="auto">
          <a:xfrm>
            <a:off x="2066925" y="611188"/>
            <a:ext cx="7015163" cy="6167437"/>
          </a:xfrm>
          <a:custGeom>
            <a:avLst/>
            <a:gdLst>
              <a:gd name="T0" fmla="*/ 0 w 4419"/>
              <a:gd name="T1" fmla="*/ 2147483646 h 3885"/>
              <a:gd name="T2" fmla="*/ 2147483646 w 4419"/>
              <a:gd name="T3" fmla="*/ 0 h 3885"/>
              <a:gd name="T4" fmla="*/ 2147483646 w 4419"/>
              <a:gd name="T5" fmla="*/ 0 h 3885"/>
              <a:gd name="T6" fmla="*/ 2147483646 w 4419"/>
              <a:gd name="T7" fmla="*/ 2147483646 h 3885"/>
              <a:gd name="T8" fmla="*/ 2147483646 w 4419"/>
              <a:gd name="T9" fmla="*/ 2147483646 h 3885"/>
              <a:gd name="T10" fmla="*/ 2147483646 w 4419"/>
              <a:gd name="T11" fmla="*/ 2147483646 h 3885"/>
              <a:gd name="T12" fmla="*/ 0 60000 65536"/>
              <a:gd name="T13" fmla="*/ 0 60000 65536"/>
              <a:gd name="T14" fmla="*/ 0 60000 65536"/>
              <a:gd name="T15" fmla="*/ 0 60000 65536"/>
              <a:gd name="T16" fmla="*/ 0 60000 65536"/>
              <a:gd name="T17" fmla="*/ 0 60000 65536"/>
              <a:gd name="T18" fmla="*/ 0 w 4419"/>
              <a:gd name="T19" fmla="*/ 0 h 3885"/>
              <a:gd name="T20" fmla="*/ 4419 w 4419"/>
              <a:gd name="T21" fmla="*/ 3885 h 3885"/>
            </a:gdLst>
            <a:ahLst/>
            <a:cxnLst>
              <a:cxn ang="T12">
                <a:pos x="T0" y="T1"/>
              </a:cxn>
              <a:cxn ang="T13">
                <a:pos x="T2" y="T3"/>
              </a:cxn>
              <a:cxn ang="T14">
                <a:pos x="T4" y="T5"/>
              </a:cxn>
              <a:cxn ang="T15">
                <a:pos x="T6" y="T7"/>
              </a:cxn>
              <a:cxn ang="T16">
                <a:pos x="T8" y="T9"/>
              </a:cxn>
              <a:cxn ang="T17">
                <a:pos x="T10" y="T11"/>
              </a:cxn>
            </a:cxnLst>
            <a:rect l="T18" t="T19" r="T20" b="T21"/>
            <a:pathLst>
              <a:path w="4419" h="3885">
                <a:moveTo>
                  <a:pt x="0" y="1199"/>
                </a:moveTo>
                <a:lnTo>
                  <a:pt x="907" y="0"/>
                </a:lnTo>
                <a:lnTo>
                  <a:pt x="4419" y="0"/>
                </a:lnTo>
                <a:lnTo>
                  <a:pt x="4413" y="3885"/>
                </a:lnTo>
                <a:lnTo>
                  <a:pt x="950" y="3885"/>
                </a:lnTo>
                <a:lnTo>
                  <a:pt x="39" y="1483"/>
                </a:lnTo>
              </a:path>
            </a:pathLst>
          </a:custGeom>
          <a:solidFill>
            <a:srgbClr val="FFFF99"/>
          </a:solidFill>
          <a:ln>
            <a:noFill/>
          </a:ln>
          <a:extLst>
            <a:ext uri="{91240B29-F687-4F45-9708-019B960494DF}">
              <a14:hiddenLine xmlns:a14="http://schemas.microsoft.com/office/drawing/2010/main" w="12700" cap="flat" cmpd="sng">
                <a:solidFill>
                  <a:srgbClr val="000000"/>
                </a:solidFill>
                <a:prstDash val="solid"/>
                <a:round/>
                <a:headEnd/>
                <a:tailEnd/>
              </a14:hiddenLine>
            </a:ext>
          </a:extLst>
        </p:spPr>
        <p:txBody>
          <a:bodyPr wrap="none" lIns="72000" tIns="0" rIns="72000" bIns="0" anchor="ctr">
            <a:spAutoFit/>
          </a:bodyPr>
          <a:lstStyle/>
          <a:p>
            <a:endParaRPr lang="pt-BR"/>
          </a:p>
        </p:txBody>
      </p:sp>
      <p:sp>
        <p:nvSpPr>
          <p:cNvPr id="46082" name="AutoShape 3">
            <a:extLst>
              <a:ext uri="{FF2B5EF4-FFF2-40B4-BE49-F238E27FC236}">
                <a16:creationId xmlns:a16="http://schemas.microsoft.com/office/drawing/2014/main" id="{2A102D08-2E3D-714B-AD00-7BC6842863E1}"/>
              </a:ext>
            </a:extLst>
          </p:cNvPr>
          <p:cNvSpPr>
            <a:spLocks noChangeArrowheads="1"/>
          </p:cNvSpPr>
          <p:nvPr/>
        </p:nvSpPr>
        <p:spPr bwMode="auto">
          <a:xfrm>
            <a:off x="584200" y="2406650"/>
            <a:ext cx="1627188" cy="622300"/>
          </a:xfrm>
          <a:prstGeom prst="roundRect">
            <a:avLst>
              <a:gd name="adj" fmla="val 16667"/>
            </a:avLst>
          </a:prstGeom>
          <a:solidFill>
            <a:srgbClr val="FFFF99"/>
          </a:solidFill>
          <a:ln w="12700">
            <a:solidFill>
              <a:schemeClr val="tx1"/>
            </a:solidFill>
            <a:round/>
            <a:headEnd/>
            <a:tailEnd/>
          </a:ln>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800">
                <a:solidFill>
                  <a:srgbClr val="000000"/>
                </a:solidFill>
              </a:rPr>
              <a:t>Projeto Detalhado</a:t>
            </a:r>
          </a:p>
        </p:txBody>
      </p:sp>
      <p:sp>
        <p:nvSpPr>
          <p:cNvPr id="46083" name="AutoShape 4">
            <a:extLst>
              <a:ext uri="{FF2B5EF4-FFF2-40B4-BE49-F238E27FC236}">
                <a16:creationId xmlns:a16="http://schemas.microsoft.com/office/drawing/2014/main" id="{CEC0A996-005B-3D45-9BF3-F773156A67F4}"/>
              </a:ext>
            </a:extLst>
          </p:cNvPr>
          <p:cNvSpPr>
            <a:spLocks noChangeArrowheads="1"/>
          </p:cNvSpPr>
          <p:nvPr/>
        </p:nvSpPr>
        <p:spPr bwMode="auto">
          <a:xfrm rot="10800000">
            <a:off x="1065213" y="3194050"/>
            <a:ext cx="665162" cy="153988"/>
          </a:xfrm>
          <a:prstGeom prst="triangle">
            <a:avLst>
              <a:gd name="adj" fmla="val 50000"/>
            </a:avLst>
          </a:prstGeom>
          <a:solidFill>
            <a:schemeClr val="bg2"/>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46084" name="AutoShape 5">
            <a:extLst>
              <a:ext uri="{FF2B5EF4-FFF2-40B4-BE49-F238E27FC236}">
                <a16:creationId xmlns:a16="http://schemas.microsoft.com/office/drawing/2014/main" id="{F1C4F6F5-A1AF-F84A-9C21-844C50C3CFA4}"/>
              </a:ext>
            </a:extLst>
          </p:cNvPr>
          <p:cNvSpPr>
            <a:spLocks noChangeArrowheads="1"/>
          </p:cNvSpPr>
          <p:nvPr/>
        </p:nvSpPr>
        <p:spPr bwMode="auto">
          <a:xfrm rot="10800000">
            <a:off x="1065213" y="2146300"/>
            <a:ext cx="665162" cy="153988"/>
          </a:xfrm>
          <a:prstGeom prst="triangle">
            <a:avLst>
              <a:gd name="adj" fmla="val 50000"/>
            </a:avLst>
          </a:prstGeom>
          <a:solidFill>
            <a:schemeClr val="bg2"/>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46085" name="Text Box 6">
            <a:extLst>
              <a:ext uri="{FF2B5EF4-FFF2-40B4-BE49-F238E27FC236}">
                <a16:creationId xmlns:a16="http://schemas.microsoft.com/office/drawing/2014/main" id="{89418186-BF95-6144-A6CA-CBB88269C8AA}"/>
              </a:ext>
            </a:extLst>
          </p:cNvPr>
          <p:cNvSpPr txBox="1">
            <a:spLocks noChangeArrowheads="1"/>
          </p:cNvSpPr>
          <p:nvPr/>
        </p:nvSpPr>
        <p:spPr bwMode="auto">
          <a:xfrm>
            <a:off x="180975" y="1327150"/>
            <a:ext cx="2722563"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pt-BR" altLang="pt-BR" sz="1600">
                <a:solidFill>
                  <a:srgbClr val="000000"/>
                </a:solidFill>
              </a:rPr>
              <a:t>Especificações Preliminares</a:t>
            </a:r>
            <a:endParaRPr lang="pt-BR" altLang="pt-BR" sz="1400">
              <a:solidFill>
                <a:srgbClr val="000000"/>
              </a:solidFill>
            </a:endParaRPr>
          </a:p>
          <a:p>
            <a:pPr eaLnBrk="1" hangingPunct="1">
              <a:spcBef>
                <a:spcPct val="50000"/>
              </a:spcBef>
              <a:buFontTx/>
              <a:buNone/>
            </a:pPr>
            <a:r>
              <a:rPr lang="pt-BR" altLang="pt-BR" sz="1400">
                <a:solidFill>
                  <a:srgbClr val="000000"/>
                </a:solidFill>
              </a:rPr>
              <a:t>Mockup (protótipo não funcional)</a:t>
            </a:r>
          </a:p>
          <a:p>
            <a:pPr eaLnBrk="1" hangingPunct="1">
              <a:spcBef>
                <a:spcPct val="50000"/>
              </a:spcBef>
              <a:buFontTx/>
              <a:buNone/>
            </a:pPr>
            <a:r>
              <a:rPr lang="pt-BR" altLang="pt-BR" sz="1400">
                <a:solidFill>
                  <a:srgbClr val="000000"/>
                </a:solidFill>
              </a:rPr>
              <a:t>Relatórios de testes   </a:t>
            </a:r>
          </a:p>
        </p:txBody>
      </p:sp>
      <p:sp>
        <p:nvSpPr>
          <p:cNvPr id="46086" name="Text Box 7">
            <a:extLst>
              <a:ext uri="{FF2B5EF4-FFF2-40B4-BE49-F238E27FC236}">
                <a16:creationId xmlns:a16="http://schemas.microsoft.com/office/drawing/2014/main" id="{42AED8A3-40BF-FB4C-A28D-3E5F90FE3D33}"/>
              </a:ext>
            </a:extLst>
          </p:cNvPr>
          <p:cNvSpPr txBox="1">
            <a:spLocks noChangeArrowheads="1"/>
          </p:cNvSpPr>
          <p:nvPr/>
        </p:nvSpPr>
        <p:spPr bwMode="auto">
          <a:xfrm>
            <a:off x="-14288" y="3471863"/>
            <a:ext cx="3101976" cy="215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19050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pt-BR" altLang="pt-BR" sz="1600">
                <a:solidFill>
                  <a:srgbClr val="000000"/>
                </a:solidFill>
              </a:rPr>
              <a:t>Especificações Finais</a:t>
            </a:r>
          </a:p>
          <a:p>
            <a:pPr lvl="1" eaLnBrk="1" hangingPunct="1">
              <a:spcBef>
                <a:spcPct val="50000"/>
              </a:spcBef>
              <a:buFontTx/>
              <a:buChar char="•"/>
            </a:pPr>
            <a:r>
              <a:rPr lang="pt-BR" altLang="pt-BR" sz="1400">
                <a:solidFill>
                  <a:srgbClr val="000000"/>
                </a:solidFill>
              </a:rPr>
              <a:t>Configuração final do produto</a:t>
            </a:r>
          </a:p>
          <a:p>
            <a:pPr lvl="1" eaLnBrk="1" hangingPunct="1">
              <a:spcBef>
                <a:spcPct val="50000"/>
              </a:spcBef>
              <a:buFontTx/>
              <a:buChar char="•"/>
            </a:pPr>
            <a:r>
              <a:rPr lang="pt-BR" altLang="pt-BR" sz="1400">
                <a:solidFill>
                  <a:srgbClr val="000000"/>
                </a:solidFill>
              </a:rPr>
              <a:t>Desenhos finais com tolerâncias</a:t>
            </a:r>
          </a:p>
          <a:p>
            <a:pPr lvl="1" eaLnBrk="1" hangingPunct="1">
              <a:spcBef>
                <a:spcPct val="50000"/>
              </a:spcBef>
              <a:buFontTx/>
              <a:buChar char="•"/>
            </a:pPr>
            <a:r>
              <a:rPr lang="pt-BR" altLang="pt-BR" sz="1400">
                <a:solidFill>
                  <a:srgbClr val="000000"/>
                </a:solidFill>
              </a:rPr>
              <a:t>Planos de Processo Fabricação / Montagem</a:t>
            </a:r>
          </a:p>
          <a:p>
            <a:pPr lvl="1" eaLnBrk="1" hangingPunct="1">
              <a:spcBef>
                <a:spcPct val="50000"/>
              </a:spcBef>
              <a:buFontTx/>
              <a:buChar char="•"/>
            </a:pPr>
            <a:r>
              <a:rPr lang="pt-BR" altLang="pt-BR" sz="1400">
                <a:solidFill>
                  <a:srgbClr val="000000"/>
                </a:solidFill>
              </a:rPr>
              <a:t>Projeto de embalagem</a:t>
            </a:r>
          </a:p>
          <a:p>
            <a:pPr lvl="1" eaLnBrk="1" hangingPunct="1">
              <a:spcBef>
                <a:spcPct val="50000"/>
              </a:spcBef>
              <a:buFontTx/>
              <a:buChar char="•"/>
            </a:pPr>
            <a:r>
              <a:rPr lang="pt-BR" altLang="pt-BR" sz="1400">
                <a:solidFill>
                  <a:srgbClr val="000000"/>
                </a:solidFill>
              </a:rPr>
              <a:t>Material de suporte do produto</a:t>
            </a:r>
          </a:p>
          <a:p>
            <a:pPr eaLnBrk="1" hangingPunct="1">
              <a:spcBef>
                <a:spcPct val="50000"/>
              </a:spcBef>
              <a:buFontTx/>
              <a:buNone/>
            </a:pPr>
            <a:r>
              <a:rPr lang="pt-BR" altLang="pt-BR" sz="1400">
                <a:solidFill>
                  <a:srgbClr val="000000"/>
                </a:solidFill>
              </a:rPr>
              <a:t>Protótipo funcional</a:t>
            </a:r>
          </a:p>
          <a:p>
            <a:pPr eaLnBrk="1" hangingPunct="1">
              <a:spcBef>
                <a:spcPct val="50000"/>
              </a:spcBef>
              <a:buFontTx/>
              <a:buNone/>
            </a:pPr>
            <a:r>
              <a:rPr lang="pt-BR" altLang="pt-BR" sz="1400">
                <a:solidFill>
                  <a:srgbClr val="000000"/>
                </a:solidFill>
              </a:rPr>
              <a:t>Projeto dos recursos</a:t>
            </a:r>
          </a:p>
          <a:p>
            <a:pPr eaLnBrk="1" hangingPunct="1">
              <a:spcBef>
                <a:spcPct val="50000"/>
              </a:spcBef>
              <a:buFontTx/>
              <a:buNone/>
            </a:pPr>
            <a:r>
              <a:rPr lang="pt-BR" altLang="pt-BR" sz="1400">
                <a:solidFill>
                  <a:srgbClr val="000000"/>
                </a:solidFill>
              </a:rPr>
              <a:t>Plano de fim de vida</a:t>
            </a:r>
          </a:p>
        </p:txBody>
      </p:sp>
      <p:cxnSp>
        <p:nvCxnSpPr>
          <p:cNvPr id="46087" name="AutoShape 8">
            <a:extLst>
              <a:ext uri="{FF2B5EF4-FFF2-40B4-BE49-F238E27FC236}">
                <a16:creationId xmlns:a16="http://schemas.microsoft.com/office/drawing/2014/main" id="{A0622339-CFAA-114E-9031-DD29B3E17515}"/>
              </a:ext>
            </a:extLst>
          </p:cNvPr>
          <p:cNvCxnSpPr>
            <a:cxnSpLocks noChangeShapeType="1"/>
            <a:stCxn id="46091" idx="1"/>
            <a:endCxn id="46154" idx="3"/>
          </p:cNvCxnSpPr>
          <p:nvPr/>
        </p:nvCxnSpPr>
        <p:spPr bwMode="auto">
          <a:xfrm flipH="1">
            <a:off x="4964113" y="4030663"/>
            <a:ext cx="1835150" cy="571500"/>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6088" name="AutoShape 9">
            <a:extLst>
              <a:ext uri="{FF2B5EF4-FFF2-40B4-BE49-F238E27FC236}">
                <a16:creationId xmlns:a16="http://schemas.microsoft.com/office/drawing/2014/main" id="{A85699C0-DA6C-4B4C-8D27-5EF50F198CDB}"/>
              </a:ext>
            </a:extLst>
          </p:cNvPr>
          <p:cNvCxnSpPr>
            <a:cxnSpLocks noChangeShapeType="1"/>
            <a:stCxn id="46094" idx="1"/>
            <a:endCxn id="46155" idx="3"/>
          </p:cNvCxnSpPr>
          <p:nvPr/>
        </p:nvCxnSpPr>
        <p:spPr bwMode="auto">
          <a:xfrm flipH="1">
            <a:off x="4964113" y="4567238"/>
            <a:ext cx="2297112" cy="280987"/>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6089" name="Text Box 10">
            <a:extLst>
              <a:ext uri="{FF2B5EF4-FFF2-40B4-BE49-F238E27FC236}">
                <a16:creationId xmlns:a16="http://schemas.microsoft.com/office/drawing/2014/main" id="{D6287FAB-A291-0743-BB63-F612996FE96F}"/>
              </a:ext>
            </a:extLst>
          </p:cNvPr>
          <p:cNvSpPr txBox="1">
            <a:spLocks noChangeArrowheads="1"/>
          </p:cNvSpPr>
          <p:nvPr/>
        </p:nvSpPr>
        <p:spPr bwMode="auto">
          <a:xfrm>
            <a:off x="3470275" y="3322638"/>
            <a:ext cx="1836738" cy="869950"/>
          </a:xfrm>
          <a:prstGeom prst="rect">
            <a:avLst/>
          </a:prstGeom>
          <a:solidFill>
            <a:srgbClr val="CCFFFF"/>
          </a:solidFill>
          <a:ln w="19050">
            <a:solidFill>
              <a:schemeClr val="tx1"/>
            </a:solidFill>
            <a:miter lim="800000"/>
            <a:headEnd/>
            <a:tailEnd/>
          </a:ln>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solidFill>
                  <a:srgbClr val="000000"/>
                </a:solidFill>
              </a:rPr>
              <a:t>Avaliar SSCs, configuração e documentação do produto e processo </a:t>
            </a:r>
          </a:p>
        </p:txBody>
      </p:sp>
      <p:sp>
        <p:nvSpPr>
          <p:cNvPr id="46090" name="Text Box 11">
            <a:extLst>
              <a:ext uri="{FF2B5EF4-FFF2-40B4-BE49-F238E27FC236}">
                <a16:creationId xmlns:a16="http://schemas.microsoft.com/office/drawing/2014/main" id="{5D772533-F7D0-C84B-AA59-46BF8F09CAC2}"/>
              </a:ext>
            </a:extLst>
          </p:cNvPr>
          <p:cNvSpPr txBox="1">
            <a:spLocks noChangeArrowheads="1"/>
          </p:cNvSpPr>
          <p:nvPr/>
        </p:nvSpPr>
        <p:spPr bwMode="auto">
          <a:xfrm>
            <a:off x="2366963" y="742950"/>
            <a:ext cx="1863725" cy="444500"/>
          </a:xfrm>
          <a:prstGeom prst="rect">
            <a:avLst/>
          </a:prstGeom>
          <a:solidFill>
            <a:schemeClr val="bg1"/>
          </a:solidFill>
          <a:ln w="19050">
            <a:solidFill>
              <a:schemeClr val="tx1"/>
            </a:solidFill>
            <a:miter lim="800000"/>
            <a:headEnd/>
            <a:tailEnd/>
          </a:ln>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solidFill>
                  <a:srgbClr val="000000"/>
                </a:solidFill>
              </a:rPr>
              <a:t>Atualizar o Plano do Projeto Detalhado</a:t>
            </a:r>
          </a:p>
        </p:txBody>
      </p:sp>
      <p:sp>
        <p:nvSpPr>
          <p:cNvPr id="46091" name="Text Box 12">
            <a:extLst>
              <a:ext uri="{FF2B5EF4-FFF2-40B4-BE49-F238E27FC236}">
                <a16:creationId xmlns:a16="http://schemas.microsoft.com/office/drawing/2014/main" id="{950CE122-E906-7844-B9C0-BB7BB7E8B5A8}"/>
              </a:ext>
            </a:extLst>
          </p:cNvPr>
          <p:cNvSpPr txBox="1">
            <a:spLocks noChangeArrowheads="1"/>
          </p:cNvSpPr>
          <p:nvPr/>
        </p:nvSpPr>
        <p:spPr bwMode="auto">
          <a:xfrm>
            <a:off x="6808788" y="3808413"/>
            <a:ext cx="1685925" cy="444500"/>
          </a:xfrm>
          <a:prstGeom prst="rect">
            <a:avLst/>
          </a:prstGeom>
          <a:solidFill>
            <a:schemeClr val="bg1"/>
          </a:solidFill>
          <a:ln w="19050">
            <a:solidFill>
              <a:schemeClr val="tx1"/>
            </a:solidFill>
            <a:miter lim="800000"/>
            <a:headEnd/>
            <a:tailEnd/>
          </a:ln>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solidFill>
                  <a:srgbClr val="000000"/>
                </a:solidFill>
              </a:rPr>
              <a:t>Criar  material de suporte do produto</a:t>
            </a:r>
          </a:p>
        </p:txBody>
      </p:sp>
      <p:cxnSp>
        <p:nvCxnSpPr>
          <p:cNvPr id="46092" name="AutoShape 13">
            <a:extLst>
              <a:ext uri="{FF2B5EF4-FFF2-40B4-BE49-F238E27FC236}">
                <a16:creationId xmlns:a16="http://schemas.microsoft.com/office/drawing/2014/main" id="{06570543-EA5B-FF45-82F5-ECD4A520933A}"/>
              </a:ext>
            </a:extLst>
          </p:cNvPr>
          <p:cNvCxnSpPr>
            <a:cxnSpLocks noChangeShapeType="1"/>
            <a:stCxn id="46144" idx="1"/>
            <a:endCxn id="46089" idx="1"/>
          </p:cNvCxnSpPr>
          <p:nvPr/>
        </p:nvCxnSpPr>
        <p:spPr bwMode="auto">
          <a:xfrm rot="10800000" flipH="1" flipV="1">
            <a:off x="3427413" y="1868488"/>
            <a:ext cx="33337" cy="1889125"/>
          </a:xfrm>
          <a:prstGeom prst="bentConnector3">
            <a:avLst>
              <a:gd name="adj1" fmla="val -909528"/>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46093" name="AutoShape 14">
            <a:extLst>
              <a:ext uri="{FF2B5EF4-FFF2-40B4-BE49-F238E27FC236}">
                <a16:creationId xmlns:a16="http://schemas.microsoft.com/office/drawing/2014/main" id="{75AF5147-E223-E547-AA8F-828779FA904F}"/>
              </a:ext>
            </a:extLst>
          </p:cNvPr>
          <p:cNvCxnSpPr>
            <a:cxnSpLocks noChangeShapeType="1"/>
            <a:stCxn id="46141" idx="3"/>
            <a:endCxn id="46091" idx="3"/>
          </p:cNvCxnSpPr>
          <p:nvPr/>
        </p:nvCxnSpPr>
        <p:spPr bwMode="auto">
          <a:xfrm>
            <a:off x="5353050" y="1617663"/>
            <a:ext cx="3151188" cy="2413000"/>
          </a:xfrm>
          <a:prstGeom prst="bentConnector3">
            <a:avLst>
              <a:gd name="adj1" fmla="val 106954"/>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46094" name="Text Box 15">
            <a:extLst>
              <a:ext uri="{FF2B5EF4-FFF2-40B4-BE49-F238E27FC236}">
                <a16:creationId xmlns:a16="http://schemas.microsoft.com/office/drawing/2014/main" id="{92C6A01C-38A2-0448-B975-E6E58304C0D2}"/>
              </a:ext>
            </a:extLst>
          </p:cNvPr>
          <p:cNvSpPr txBox="1">
            <a:spLocks noChangeArrowheads="1"/>
          </p:cNvSpPr>
          <p:nvPr/>
        </p:nvSpPr>
        <p:spPr bwMode="auto">
          <a:xfrm>
            <a:off x="7270750" y="4344988"/>
            <a:ext cx="1223963" cy="444500"/>
          </a:xfrm>
          <a:prstGeom prst="rect">
            <a:avLst/>
          </a:prstGeom>
          <a:solidFill>
            <a:schemeClr val="bg1"/>
          </a:solidFill>
          <a:ln w="19050">
            <a:solidFill>
              <a:schemeClr val="tx1"/>
            </a:solidFill>
            <a:miter lim="800000"/>
            <a:headEnd/>
            <a:tailEnd/>
          </a:ln>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solidFill>
                  <a:srgbClr val="000000"/>
                </a:solidFill>
              </a:rPr>
              <a:t>Projetar embalagem</a:t>
            </a:r>
          </a:p>
        </p:txBody>
      </p:sp>
      <p:sp>
        <p:nvSpPr>
          <p:cNvPr id="46095" name="Text Box 16">
            <a:extLst>
              <a:ext uri="{FF2B5EF4-FFF2-40B4-BE49-F238E27FC236}">
                <a16:creationId xmlns:a16="http://schemas.microsoft.com/office/drawing/2014/main" id="{4E5E64D0-1B36-9F43-82F2-6DA3CD24DBEE}"/>
              </a:ext>
            </a:extLst>
          </p:cNvPr>
          <p:cNvSpPr txBox="1">
            <a:spLocks noChangeArrowheads="1"/>
          </p:cNvSpPr>
          <p:nvPr/>
        </p:nvSpPr>
        <p:spPr bwMode="auto">
          <a:xfrm>
            <a:off x="7102475" y="2849563"/>
            <a:ext cx="1382713" cy="657225"/>
          </a:xfrm>
          <a:prstGeom prst="rect">
            <a:avLst/>
          </a:prstGeom>
          <a:solidFill>
            <a:srgbClr val="CCFFFF"/>
          </a:solidFill>
          <a:ln w="19050">
            <a:solidFill>
              <a:schemeClr val="tx1"/>
            </a:solidFill>
            <a:miter lim="800000"/>
            <a:headEnd/>
            <a:tailEnd/>
          </a:ln>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solidFill>
                  <a:srgbClr val="000000"/>
                </a:solidFill>
              </a:rPr>
              <a:t>Projetar recursos de fabricação</a:t>
            </a:r>
          </a:p>
        </p:txBody>
      </p:sp>
      <p:cxnSp>
        <p:nvCxnSpPr>
          <p:cNvPr id="46096" name="AutoShape 17">
            <a:extLst>
              <a:ext uri="{FF2B5EF4-FFF2-40B4-BE49-F238E27FC236}">
                <a16:creationId xmlns:a16="http://schemas.microsoft.com/office/drawing/2014/main" id="{53CA683A-F311-F847-AC78-8258D53ED7D6}"/>
              </a:ext>
            </a:extLst>
          </p:cNvPr>
          <p:cNvCxnSpPr>
            <a:cxnSpLocks noChangeShapeType="1"/>
            <a:stCxn id="46089" idx="2"/>
            <a:endCxn id="46152" idx="0"/>
          </p:cNvCxnSpPr>
          <p:nvPr/>
        </p:nvCxnSpPr>
        <p:spPr bwMode="auto">
          <a:xfrm rot="5400000">
            <a:off x="4285457" y="4306094"/>
            <a:ext cx="207962" cy="0"/>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6097" name="AutoShape 18">
            <a:extLst>
              <a:ext uri="{FF2B5EF4-FFF2-40B4-BE49-F238E27FC236}">
                <a16:creationId xmlns:a16="http://schemas.microsoft.com/office/drawing/2014/main" id="{1FF9C3E4-4BAC-3B44-9B06-3A8E98E76CFA}"/>
              </a:ext>
            </a:extLst>
          </p:cNvPr>
          <p:cNvCxnSpPr>
            <a:cxnSpLocks noChangeShapeType="1"/>
            <a:stCxn id="46141" idx="3"/>
            <a:endCxn id="46094" idx="3"/>
          </p:cNvCxnSpPr>
          <p:nvPr/>
        </p:nvCxnSpPr>
        <p:spPr bwMode="auto">
          <a:xfrm>
            <a:off x="5353050" y="1617663"/>
            <a:ext cx="3151188" cy="2949575"/>
          </a:xfrm>
          <a:prstGeom prst="bentConnector3">
            <a:avLst>
              <a:gd name="adj1" fmla="val 106954"/>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46098" name="Text Box 19">
            <a:extLst>
              <a:ext uri="{FF2B5EF4-FFF2-40B4-BE49-F238E27FC236}">
                <a16:creationId xmlns:a16="http://schemas.microsoft.com/office/drawing/2014/main" id="{4066BB5A-12D1-9041-A5B1-9A00632D981E}"/>
              </a:ext>
            </a:extLst>
          </p:cNvPr>
          <p:cNvSpPr txBox="1">
            <a:spLocks noChangeArrowheads="1"/>
          </p:cNvSpPr>
          <p:nvPr/>
        </p:nvSpPr>
        <p:spPr bwMode="auto">
          <a:xfrm>
            <a:off x="2449513" y="5146675"/>
            <a:ext cx="1352550" cy="869950"/>
          </a:xfrm>
          <a:prstGeom prst="rect">
            <a:avLst/>
          </a:prstGeom>
          <a:solidFill>
            <a:schemeClr val="bg1"/>
          </a:solidFill>
          <a:ln w="19050">
            <a:solidFill>
              <a:schemeClr val="tx1"/>
            </a:solidFill>
            <a:miter lim="800000"/>
            <a:headEnd/>
            <a:tailEnd/>
          </a:ln>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solidFill>
                  <a:srgbClr val="000000"/>
                </a:solidFill>
              </a:rPr>
              <a:t>Enviar documentação do produto a parceiros</a:t>
            </a:r>
          </a:p>
        </p:txBody>
      </p:sp>
      <p:sp>
        <p:nvSpPr>
          <p:cNvPr id="46099" name="Text Box 20">
            <a:extLst>
              <a:ext uri="{FF2B5EF4-FFF2-40B4-BE49-F238E27FC236}">
                <a16:creationId xmlns:a16="http://schemas.microsoft.com/office/drawing/2014/main" id="{A5BC3CD0-8966-EB49-B10C-5C025148D4FF}"/>
              </a:ext>
            </a:extLst>
          </p:cNvPr>
          <p:cNvSpPr txBox="1">
            <a:spLocks noChangeArrowheads="1"/>
          </p:cNvSpPr>
          <p:nvPr/>
        </p:nvSpPr>
        <p:spPr bwMode="auto">
          <a:xfrm>
            <a:off x="7588250" y="5597525"/>
            <a:ext cx="1404938" cy="1082675"/>
          </a:xfrm>
          <a:prstGeom prst="rect">
            <a:avLst/>
          </a:prstGeom>
          <a:solidFill>
            <a:schemeClr val="bg1"/>
          </a:solidFill>
          <a:ln w="19050">
            <a:solidFill>
              <a:schemeClr val="tx1"/>
            </a:solidFill>
            <a:miter lim="800000"/>
            <a:headEnd/>
            <a:tailEnd/>
          </a:ln>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a:spcBef>
                <a:spcPct val="50000"/>
              </a:spcBef>
              <a:buFontTx/>
              <a:buNone/>
            </a:pPr>
            <a:r>
              <a:rPr lang="pt-BR" altLang="pt-BR" sz="1400">
                <a:solidFill>
                  <a:srgbClr val="000000"/>
                </a:solidFill>
              </a:rPr>
              <a:t>Documentar as decisões tomadas e registrar lições aprendidas</a:t>
            </a:r>
          </a:p>
        </p:txBody>
      </p:sp>
      <p:sp>
        <p:nvSpPr>
          <p:cNvPr id="46100" name="Text Box 21">
            <a:extLst>
              <a:ext uri="{FF2B5EF4-FFF2-40B4-BE49-F238E27FC236}">
                <a16:creationId xmlns:a16="http://schemas.microsoft.com/office/drawing/2014/main" id="{18B91738-5420-D044-825B-E5C8F997B143}"/>
              </a:ext>
            </a:extLst>
          </p:cNvPr>
          <p:cNvSpPr txBox="1">
            <a:spLocks noChangeArrowheads="1"/>
          </p:cNvSpPr>
          <p:nvPr/>
        </p:nvSpPr>
        <p:spPr bwMode="auto">
          <a:xfrm>
            <a:off x="7092950" y="4881563"/>
            <a:ext cx="1403350" cy="444500"/>
          </a:xfrm>
          <a:prstGeom prst="rect">
            <a:avLst/>
          </a:prstGeom>
          <a:solidFill>
            <a:schemeClr val="bg1"/>
          </a:solidFill>
          <a:ln w="19050">
            <a:solidFill>
              <a:schemeClr val="tx1"/>
            </a:solidFill>
            <a:miter lim="800000"/>
            <a:headEnd/>
            <a:tailEnd/>
          </a:ln>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solidFill>
                  <a:srgbClr val="000000"/>
                </a:solidFill>
              </a:rPr>
              <a:t>Planejar fim de vida do produto</a:t>
            </a:r>
          </a:p>
        </p:txBody>
      </p:sp>
      <p:grpSp>
        <p:nvGrpSpPr>
          <p:cNvPr id="46101" name="Group 22">
            <a:extLst>
              <a:ext uri="{FF2B5EF4-FFF2-40B4-BE49-F238E27FC236}">
                <a16:creationId xmlns:a16="http://schemas.microsoft.com/office/drawing/2014/main" id="{08968B80-0825-3746-BC79-AF6F6B846FE2}"/>
              </a:ext>
            </a:extLst>
          </p:cNvPr>
          <p:cNvGrpSpPr>
            <a:grpSpLocks/>
          </p:cNvGrpSpPr>
          <p:nvPr/>
        </p:nvGrpSpPr>
        <p:grpSpPr bwMode="auto">
          <a:xfrm>
            <a:off x="6126163" y="5437188"/>
            <a:ext cx="839787" cy="1250950"/>
            <a:chOff x="3747" y="3425"/>
            <a:chExt cx="529" cy="788"/>
          </a:xfrm>
        </p:grpSpPr>
        <p:sp>
          <p:nvSpPr>
            <p:cNvPr id="46156" name="Text Box 23">
              <a:extLst>
                <a:ext uri="{FF2B5EF4-FFF2-40B4-BE49-F238E27FC236}">
                  <a16:creationId xmlns:a16="http://schemas.microsoft.com/office/drawing/2014/main" id="{AB4914EE-982B-8D4A-90C5-E2331CD1EEEF}"/>
                </a:ext>
              </a:extLst>
            </p:cNvPr>
            <p:cNvSpPr txBox="1">
              <a:spLocks noChangeArrowheads="1"/>
            </p:cNvSpPr>
            <p:nvPr/>
          </p:nvSpPr>
          <p:spPr bwMode="auto">
            <a:xfrm>
              <a:off x="3747" y="3425"/>
              <a:ext cx="529" cy="280"/>
            </a:xfrm>
            <a:prstGeom prst="rect">
              <a:avLst/>
            </a:prstGeom>
            <a:solidFill>
              <a:schemeClr val="bg1"/>
            </a:solidFill>
            <a:ln w="19050">
              <a:solidFill>
                <a:schemeClr val="tx1"/>
              </a:solidFill>
              <a:miter lim="800000"/>
              <a:headEnd/>
              <a:tailEnd/>
            </a:ln>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a:spcBef>
                  <a:spcPct val="50000"/>
                </a:spcBef>
                <a:buFontTx/>
                <a:buNone/>
              </a:pPr>
              <a:r>
                <a:rPr lang="pt-BR" altLang="pt-BR" sz="1400">
                  <a:solidFill>
                    <a:srgbClr val="000000"/>
                  </a:solidFill>
                </a:rPr>
                <a:t>Avaliar Fase</a:t>
              </a:r>
            </a:p>
          </p:txBody>
        </p:sp>
        <p:sp>
          <p:nvSpPr>
            <p:cNvPr id="46157" name="Text Box 24">
              <a:extLst>
                <a:ext uri="{FF2B5EF4-FFF2-40B4-BE49-F238E27FC236}">
                  <a16:creationId xmlns:a16="http://schemas.microsoft.com/office/drawing/2014/main" id="{BF8E4F8D-7CFA-0641-94D0-5D545B78EE90}"/>
                </a:ext>
              </a:extLst>
            </p:cNvPr>
            <p:cNvSpPr txBox="1">
              <a:spLocks noChangeArrowheads="1"/>
            </p:cNvSpPr>
            <p:nvPr/>
          </p:nvSpPr>
          <p:spPr bwMode="auto">
            <a:xfrm>
              <a:off x="3764" y="3933"/>
              <a:ext cx="496" cy="280"/>
            </a:xfrm>
            <a:prstGeom prst="rect">
              <a:avLst/>
            </a:prstGeom>
            <a:solidFill>
              <a:schemeClr val="bg1"/>
            </a:solidFill>
            <a:ln w="19050">
              <a:solidFill>
                <a:schemeClr val="tx1"/>
              </a:solidFill>
              <a:miter lim="800000"/>
              <a:headEnd/>
              <a:tailEnd/>
            </a:ln>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a:spcBef>
                  <a:spcPct val="50000"/>
                </a:spcBef>
                <a:buFontTx/>
                <a:buNone/>
              </a:pPr>
              <a:r>
                <a:rPr lang="pt-BR" altLang="pt-BR" sz="1400">
                  <a:solidFill>
                    <a:srgbClr val="000000"/>
                  </a:solidFill>
                </a:rPr>
                <a:t>Aprovar Fase</a:t>
              </a:r>
            </a:p>
          </p:txBody>
        </p:sp>
        <p:cxnSp>
          <p:nvCxnSpPr>
            <p:cNvPr id="46158" name="AutoShape 25">
              <a:extLst>
                <a:ext uri="{FF2B5EF4-FFF2-40B4-BE49-F238E27FC236}">
                  <a16:creationId xmlns:a16="http://schemas.microsoft.com/office/drawing/2014/main" id="{5A30A50C-494C-C947-8FE3-6F64F211F3C6}"/>
                </a:ext>
              </a:extLst>
            </p:cNvPr>
            <p:cNvCxnSpPr>
              <a:cxnSpLocks noChangeShapeType="1"/>
              <a:stCxn id="46156" idx="2"/>
              <a:endCxn id="46157" idx="0"/>
            </p:cNvCxnSpPr>
            <p:nvPr/>
          </p:nvCxnSpPr>
          <p:spPr bwMode="auto">
            <a:xfrm>
              <a:off x="4012" y="3711"/>
              <a:ext cx="0" cy="216"/>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grpSp>
      <p:cxnSp>
        <p:nvCxnSpPr>
          <p:cNvPr id="46102" name="AutoShape 26">
            <a:extLst>
              <a:ext uri="{FF2B5EF4-FFF2-40B4-BE49-F238E27FC236}">
                <a16:creationId xmlns:a16="http://schemas.microsoft.com/office/drawing/2014/main" id="{69EB8796-8601-1F43-815F-12D542331288}"/>
              </a:ext>
            </a:extLst>
          </p:cNvPr>
          <p:cNvCxnSpPr>
            <a:cxnSpLocks noChangeShapeType="1"/>
            <a:stCxn id="46157" idx="3"/>
            <a:endCxn id="46099" idx="1"/>
          </p:cNvCxnSpPr>
          <p:nvPr/>
        </p:nvCxnSpPr>
        <p:spPr bwMode="auto">
          <a:xfrm flipV="1">
            <a:off x="6950075" y="6138863"/>
            <a:ext cx="628650" cy="327025"/>
          </a:xfrm>
          <a:prstGeom prst="bentConnector3">
            <a:avLst>
              <a:gd name="adj1" fmla="val 50000"/>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46103" name="AutoShape 27">
            <a:extLst>
              <a:ext uri="{FF2B5EF4-FFF2-40B4-BE49-F238E27FC236}">
                <a16:creationId xmlns:a16="http://schemas.microsoft.com/office/drawing/2014/main" id="{FEBFAB7F-A5BB-F749-9F19-7B8EF7505EBA}"/>
              </a:ext>
            </a:extLst>
          </p:cNvPr>
          <p:cNvCxnSpPr>
            <a:cxnSpLocks noChangeShapeType="1"/>
            <a:stCxn id="46136" idx="3"/>
            <a:endCxn id="46156" idx="1"/>
          </p:cNvCxnSpPr>
          <p:nvPr/>
        </p:nvCxnSpPr>
        <p:spPr bwMode="auto">
          <a:xfrm flipV="1">
            <a:off x="5514975" y="5659438"/>
            <a:ext cx="601663" cy="700087"/>
          </a:xfrm>
          <a:prstGeom prst="bentConnector3">
            <a:avLst>
              <a:gd name="adj1" fmla="val 49870"/>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46104" name="AutoShape 28">
            <a:extLst>
              <a:ext uri="{FF2B5EF4-FFF2-40B4-BE49-F238E27FC236}">
                <a16:creationId xmlns:a16="http://schemas.microsoft.com/office/drawing/2014/main" id="{FA7DD281-04C9-434B-B0FC-ADD1D7744FEE}"/>
              </a:ext>
            </a:extLst>
          </p:cNvPr>
          <p:cNvCxnSpPr>
            <a:cxnSpLocks noChangeShapeType="1"/>
            <a:stCxn id="46147" idx="0"/>
            <a:endCxn id="46144" idx="2"/>
          </p:cNvCxnSpPr>
          <p:nvPr/>
        </p:nvCxnSpPr>
        <p:spPr bwMode="auto">
          <a:xfrm flipV="1">
            <a:off x="4389438" y="2206625"/>
            <a:ext cx="6350" cy="342900"/>
          </a:xfrm>
          <a:prstGeom prst="straightConnector1">
            <a:avLst/>
          </a:prstGeom>
          <a:noFill/>
          <a:ln w="12700">
            <a:solidFill>
              <a:schemeClr val="tx1"/>
            </a:solidFill>
            <a:prstDash val="sysDot"/>
            <a:round/>
            <a:headEnd/>
            <a:tailEnd type="triangle" w="med" len="med"/>
          </a:ln>
          <a:extLst>
            <a:ext uri="{909E8E84-426E-40DD-AFC4-6F175D3DCCD1}">
              <a14:hiddenFill xmlns:a14="http://schemas.microsoft.com/office/drawing/2010/main">
                <a:noFill/>
              </a14:hiddenFill>
            </a:ext>
          </a:extLst>
        </p:spPr>
      </p:cxnSp>
      <p:grpSp>
        <p:nvGrpSpPr>
          <p:cNvPr id="46105" name="Group 29">
            <a:extLst>
              <a:ext uri="{FF2B5EF4-FFF2-40B4-BE49-F238E27FC236}">
                <a16:creationId xmlns:a16="http://schemas.microsoft.com/office/drawing/2014/main" id="{D4F7CCCB-0326-1646-A813-CBC1BA384E63}"/>
              </a:ext>
            </a:extLst>
          </p:cNvPr>
          <p:cNvGrpSpPr>
            <a:grpSpLocks/>
          </p:cNvGrpSpPr>
          <p:nvPr/>
        </p:nvGrpSpPr>
        <p:grpSpPr bwMode="auto">
          <a:xfrm>
            <a:off x="3795713" y="4411663"/>
            <a:ext cx="1187450" cy="612775"/>
            <a:chOff x="2347" y="2760"/>
            <a:chExt cx="748" cy="386"/>
          </a:xfrm>
        </p:grpSpPr>
        <p:sp>
          <p:nvSpPr>
            <p:cNvPr id="46152" name="Text Box 30">
              <a:extLst>
                <a:ext uri="{FF2B5EF4-FFF2-40B4-BE49-F238E27FC236}">
                  <a16:creationId xmlns:a16="http://schemas.microsoft.com/office/drawing/2014/main" id="{03EF2A37-1B59-A24E-8776-94E40054AA85}"/>
                </a:ext>
              </a:extLst>
            </p:cNvPr>
            <p:cNvSpPr txBox="1">
              <a:spLocks noChangeArrowheads="1"/>
            </p:cNvSpPr>
            <p:nvPr/>
          </p:nvSpPr>
          <p:spPr bwMode="auto">
            <a:xfrm>
              <a:off x="2347" y="2765"/>
              <a:ext cx="748" cy="381"/>
            </a:xfrm>
            <a:prstGeom prst="rect">
              <a:avLst/>
            </a:prstGeom>
            <a:solidFill>
              <a:schemeClr val="bg1"/>
            </a:solidFill>
            <a:ln w="19050">
              <a:solidFill>
                <a:schemeClr val="tx1"/>
              </a:solidFill>
              <a:miter lim="800000"/>
              <a:headEnd/>
              <a:tailEnd/>
            </a:ln>
          </p:spPr>
          <p:txBody>
            <a:bodyPr lIns="72000" tIns="0" rIns="72000" bIns="0"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solidFill>
                    <a:srgbClr val="000000"/>
                  </a:solidFill>
                </a:rPr>
                <a:t>Testar</a:t>
              </a:r>
              <a:r>
                <a:rPr lang="en-US" altLang="pt-BR" sz="1400">
                  <a:solidFill>
                    <a:srgbClr val="000000"/>
                  </a:solidFill>
                </a:rPr>
                <a:t> e </a:t>
              </a:r>
              <a:r>
                <a:rPr lang="pt-BR" altLang="pt-BR" sz="1400">
                  <a:solidFill>
                    <a:srgbClr val="000000"/>
                  </a:solidFill>
                </a:rPr>
                <a:t>Homologar produto</a:t>
              </a:r>
            </a:p>
          </p:txBody>
        </p:sp>
        <p:sp>
          <p:nvSpPr>
            <p:cNvPr id="46153" name="Rectangle 31">
              <a:extLst>
                <a:ext uri="{FF2B5EF4-FFF2-40B4-BE49-F238E27FC236}">
                  <a16:creationId xmlns:a16="http://schemas.microsoft.com/office/drawing/2014/main" id="{789D016C-585B-984A-8DEA-66BE3F046851}"/>
                </a:ext>
              </a:extLst>
            </p:cNvPr>
            <p:cNvSpPr>
              <a:spLocks noChangeArrowheads="1"/>
            </p:cNvSpPr>
            <p:nvPr/>
          </p:nvSpPr>
          <p:spPr bwMode="auto">
            <a:xfrm>
              <a:off x="2978" y="2760"/>
              <a:ext cx="106"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46154" name="Rectangle 32">
              <a:extLst>
                <a:ext uri="{FF2B5EF4-FFF2-40B4-BE49-F238E27FC236}">
                  <a16:creationId xmlns:a16="http://schemas.microsoft.com/office/drawing/2014/main" id="{737156E4-08E8-D648-9ED2-DCE6B2C84BC0}"/>
                </a:ext>
              </a:extLst>
            </p:cNvPr>
            <p:cNvSpPr>
              <a:spLocks noChangeArrowheads="1"/>
            </p:cNvSpPr>
            <p:nvPr/>
          </p:nvSpPr>
          <p:spPr bwMode="auto">
            <a:xfrm>
              <a:off x="2993" y="2859"/>
              <a:ext cx="90" cy="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46155" name="Rectangle 33">
              <a:extLst>
                <a:ext uri="{FF2B5EF4-FFF2-40B4-BE49-F238E27FC236}">
                  <a16:creationId xmlns:a16="http://schemas.microsoft.com/office/drawing/2014/main" id="{8FFFF309-357B-3E48-A16F-796E10C1986D}"/>
                </a:ext>
              </a:extLst>
            </p:cNvPr>
            <p:cNvSpPr>
              <a:spLocks noChangeArrowheads="1"/>
            </p:cNvSpPr>
            <p:nvPr/>
          </p:nvSpPr>
          <p:spPr bwMode="auto">
            <a:xfrm>
              <a:off x="2993" y="3013"/>
              <a:ext cx="90" cy="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cxnSp>
        <p:nvCxnSpPr>
          <p:cNvPr id="46106" name="AutoShape 34">
            <a:extLst>
              <a:ext uri="{FF2B5EF4-FFF2-40B4-BE49-F238E27FC236}">
                <a16:creationId xmlns:a16="http://schemas.microsoft.com/office/drawing/2014/main" id="{C7E9A3D2-92C5-8843-838D-E99500D0436A}"/>
              </a:ext>
            </a:extLst>
          </p:cNvPr>
          <p:cNvCxnSpPr>
            <a:cxnSpLocks noChangeShapeType="1"/>
            <a:stCxn id="46144" idx="1"/>
            <a:endCxn id="46152" idx="1"/>
          </p:cNvCxnSpPr>
          <p:nvPr/>
        </p:nvCxnSpPr>
        <p:spPr bwMode="auto">
          <a:xfrm rot="10800000" flipH="1" flipV="1">
            <a:off x="3427413" y="1868488"/>
            <a:ext cx="358775" cy="2854325"/>
          </a:xfrm>
          <a:prstGeom prst="bentConnector3">
            <a:avLst>
              <a:gd name="adj1" fmla="val -84958"/>
            </a:avLst>
          </a:prstGeom>
          <a:noFill/>
          <a:ln w="12700">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46107" name="AutoShape 35">
            <a:extLst>
              <a:ext uri="{FF2B5EF4-FFF2-40B4-BE49-F238E27FC236}">
                <a16:creationId xmlns:a16="http://schemas.microsoft.com/office/drawing/2014/main" id="{639FCDA3-9739-204E-8297-079BD83F1973}"/>
              </a:ext>
            </a:extLst>
          </p:cNvPr>
          <p:cNvCxnSpPr>
            <a:cxnSpLocks noChangeShapeType="1"/>
            <a:stCxn id="46089" idx="0"/>
            <a:endCxn id="46147" idx="2"/>
          </p:cNvCxnSpPr>
          <p:nvPr/>
        </p:nvCxnSpPr>
        <p:spPr bwMode="auto">
          <a:xfrm flipV="1">
            <a:off x="4389438" y="3013075"/>
            <a:ext cx="0" cy="300038"/>
          </a:xfrm>
          <a:prstGeom prst="straightConnector1">
            <a:avLst/>
          </a:prstGeom>
          <a:noFill/>
          <a:ln w="12700">
            <a:solidFill>
              <a:schemeClr val="tx1"/>
            </a:solidFill>
            <a:prstDash val="sysDot"/>
            <a:round/>
            <a:headEnd/>
            <a:tailEnd type="triangle" w="med" len="med"/>
          </a:ln>
          <a:extLst>
            <a:ext uri="{909E8E84-426E-40DD-AFC4-6F175D3DCCD1}">
              <a14:hiddenFill xmlns:a14="http://schemas.microsoft.com/office/drawing/2010/main">
                <a:noFill/>
              </a14:hiddenFill>
            </a:ext>
          </a:extLst>
        </p:spPr>
      </p:cxnSp>
      <p:cxnSp>
        <p:nvCxnSpPr>
          <p:cNvPr id="46108" name="AutoShape 36">
            <a:extLst>
              <a:ext uri="{FF2B5EF4-FFF2-40B4-BE49-F238E27FC236}">
                <a16:creationId xmlns:a16="http://schemas.microsoft.com/office/drawing/2014/main" id="{4DD494E7-CD27-D348-82EA-5C89AA6DBB0A}"/>
              </a:ext>
            </a:extLst>
          </p:cNvPr>
          <p:cNvCxnSpPr>
            <a:cxnSpLocks noChangeShapeType="1"/>
            <a:stCxn id="46149" idx="3"/>
            <a:endCxn id="46095" idx="0"/>
          </p:cNvCxnSpPr>
          <p:nvPr/>
        </p:nvCxnSpPr>
        <p:spPr bwMode="auto">
          <a:xfrm>
            <a:off x="7553325" y="2471738"/>
            <a:ext cx="241300" cy="368300"/>
          </a:xfrm>
          <a:prstGeom prst="bentConnector2">
            <a:avLst/>
          </a:prstGeom>
          <a:noFill/>
          <a:ln w="12700">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cxnSp>
      <p:grpSp>
        <p:nvGrpSpPr>
          <p:cNvPr id="46109" name="Group 37">
            <a:extLst>
              <a:ext uri="{FF2B5EF4-FFF2-40B4-BE49-F238E27FC236}">
                <a16:creationId xmlns:a16="http://schemas.microsoft.com/office/drawing/2014/main" id="{4063EC29-AAD6-C84C-8534-94768619B4A8}"/>
              </a:ext>
            </a:extLst>
          </p:cNvPr>
          <p:cNvGrpSpPr>
            <a:grpSpLocks/>
          </p:cNvGrpSpPr>
          <p:nvPr/>
        </p:nvGrpSpPr>
        <p:grpSpPr bwMode="auto">
          <a:xfrm>
            <a:off x="5462588" y="2249488"/>
            <a:ext cx="2081212" cy="446087"/>
            <a:chOff x="3441" y="1505"/>
            <a:chExt cx="1311" cy="281"/>
          </a:xfrm>
        </p:grpSpPr>
        <p:sp>
          <p:nvSpPr>
            <p:cNvPr id="46149" name="Text Box 38">
              <a:extLst>
                <a:ext uri="{FF2B5EF4-FFF2-40B4-BE49-F238E27FC236}">
                  <a16:creationId xmlns:a16="http://schemas.microsoft.com/office/drawing/2014/main" id="{6FEC245E-9B1D-094B-BAF3-184CE3AE7F68}"/>
                </a:ext>
              </a:extLst>
            </p:cNvPr>
            <p:cNvSpPr txBox="1">
              <a:spLocks noChangeArrowheads="1"/>
            </p:cNvSpPr>
            <p:nvPr/>
          </p:nvSpPr>
          <p:spPr bwMode="auto">
            <a:xfrm>
              <a:off x="3441" y="1505"/>
              <a:ext cx="1311" cy="280"/>
            </a:xfrm>
            <a:prstGeom prst="rect">
              <a:avLst/>
            </a:prstGeom>
            <a:solidFill>
              <a:srgbClr val="CCFFFF"/>
            </a:solidFill>
            <a:ln w="19050">
              <a:solidFill>
                <a:schemeClr val="tx1"/>
              </a:solidFill>
              <a:miter lim="800000"/>
              <a:headEnd/>
              <a:tailEnd/>
            </a:ln>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solidFill>
                    <a:srgbClr val="000000"/>
                  </a:solidFill>
                </a:rPr>
                <a:t>Planejar processo de fabricação e montagem</a:t>
              </a:r>
            </a:p>
          </p:txBody>
        </p:sp>
        <p:sp>
          <p:nvSpPr>
            <p:cNvPr id="46150" name="Rectangle 39">
              <a:extLst>
                <a:ext uri="{FF2B5EF4-FFF2-40B4-BE49-F238E27FC236}">
                  <a16:creationId xmlns:a16="http://schemas.microsoft.com/office/drawing/2014/main" id="{779026BA-FD0F-B540-99E5-C94839DE3F05}"/>
                </a:ext>
              </a:extLst>
            </p:cNvPr>
            <p:cNvSpPr>
              <a:spLocks noChangeArrowheads="1"/>
            </p:cNvSpPr>
            <p:nvPr/>
          </p:nvSpPr>
          <p:spPr bwMode="auto">
            <a:xfrm>
              <a:off x="3908" y="1696"/>
              <a:ext cx="12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46151" name="Rectangle 40">
              <a:extLst>
                <a:ext uri="{FF2B5EF4-FFF2-40B4-BE49-F238E27FC236}">
                  <a16:creationId xmlns:a16="http://schemas.microsoft.com/office/drawing/2014/main" id="{F237716D-9E60-6746-A004-60CE62FAD1F2}"/>
                </a:ext>
              </a:extLst>
            </p:cNvPr>
            <p:cNvSpPr>
              <a:spLocks noChangeArrowheads="1"/>
            </p:cNvSpPr>
            <p:nvPr/>
          </p:nvSpPr>
          <p:spPr bwMode="auto">
            <a:xfrm>
              <a:off x="3621" y="1700"/>
              <a:ext cx="12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cxnSp>
        <p:nvCxnSpPr>
          <p:cNvPr id="46110" name="AutoShape 41">
            <a:extLst>
              <a:ext uri="{FF2B5EF4-FFF2-40B4-BE49-F238E27FC236}">
                <a16:creationId xmlns:a16="http://schemas.microsoft.com/office/drawing/2014/main" id="{C2EC2F9B-900A-264F-98FB-E35BE69CE479}"/>
              </a:ext>
            </a:extLst>
          </p:cNvPr>
          <p:cNvCxnSpPr>
            <a:cxnSpLocks noChangeShapeType="1"/>
            <a:stCxn id="46089" idx="3"/>
            <a:endCxn id="46151" idx="2"/>
          </p:cNvCxnSpPr>
          <p:nvPr/>
        </p:nvCxnSpPr>
        <p:spPr bwMode="auto">
          <a:xfrm flipV="1">
            <a:off x="5316538" y="2695575"/>
            <a:ext cx="531812" cy="1062038"/>
          </a:xfrm>
          <a:prstGeom prst="bentConnector2">
            <a:avLst/>
          </a:prstGeom>
          <a:noFill/>
          <a:ln w="12700">
            <a:solidFill>
              <a:schemeClr val="tx1"/>
            </a:solidFill>
            <a:miter lim="800000"/>
            <a:headEnd type="triangle" w="med" len="med"/>
            <a:tailEnd/>
          </a:ln>
          <a:extLst>
            <a:ext uri="{909E8E84-426E-40DD-AFC4-6F175D3DCCD1}">
              <a14:hiddenFill xmlns:a14="http://schemas.microsoft.com/office/drawing/2010/main">
                <a:noFill/>
              </a14:hiddenFill>
            </a:ext>
          </a:extLst>
        </p:spPr>
      </p:cxnSp>
      <p:cxnSp>
        <p:nvCxnSpPr>
          <p:cNvPr id="46111" name="AutoShape 42">
            <a:extLst>
              <a:ext uri="{FF2B5EF4-FFF2-40B4-BE49-F238E27FC236}">
                <a16:creationId xmlns:a16="http://schemas.microsoft.com/office/drawing/2014/main" id="{1934D59D-929D-8E43-B1F1-C7B67B3B2BF5}"/>
              </a:ext>
            </a:extLst>
          </p:cNvPr>
          <p:cNvCxnSpPr>
            <a:cxnSpLocks noChangeShapeType="1"/>
            <a:stCxn id="46144" idx="3"/>
            <a:endCxn id="46149" idx="0"/>
          </p:cNvCxnSpPr>
          <p:nvPr/>
        </p:nvCxnSpPr>
        <p:spPr bwMode="auto">
          <a:xfrm>
            <a:off x="5362575" y="1868488"/>
            <a:ext cx="1141413" cy="371475"/>
          </a:xfrm>
          <a:prstGeom prst="bentConnector2">
            <a:avLst/>
          </a:prstGeom>
          <a:noFill/>
          <a:ln w="12700">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cxnSp>
      <p:grpSp>
        <p:nvGrpSpPr>
          <p:cNvPr id="46112" name="Group 43">
            <a:extLst>
              <a:ext uri="{FF2B5EF4-FFF2-40B4-BE49-F238E27FC236}">
                <a16:creationId xmlns:a16="http://schemas.microsoft.com/office/drawing/2014/main" id="{1A0B4272-A080-384B-826A-8737DE6D03B6}"/>
              </a:ext>
            </a:extLst>
          </p:cNvPr>
          <p:cNvGrpSpPr>
            <a:grpSpLocks/>
          </p:cNvGrpSpPr>
          <p:nvPr/>
        </p:nvGrpSpPr>
        <p:grpSpPr bwMode="auto">
          <a:xfrm>
            <a:off x="3621088" y="2544763"/>
            <a:ext cx="1535112" cy="458787"/>
            <a:chOff x="2285" y="1569"/>
            <a:chExt cx="967" cy="289"/>
          </a:xfrm>
        </p:grpSpPr>
        <p:sp>
          <p:nvSpPr>
            <p:cNvPr id="46147" name="Text Box 44">
              <a:extLst>
                <a:ext uri="{FF2B5EF4-FFF2-40B4-BE49-F238E27FC236}">
                  <a16:creationId xmlns:a16="http://schemas.microsoft.com/office/drawing/2014/main" id="{341057C8-AACC-E348-9789-E572984C2A38}"/>
                </a:ext>
              </a:extLst>
            </p:cNvPr>
            <p:cNvSpPr txBox="1">
              <a:spLocks noChangeArrowheads="1"/>
            </p:cNvSpPr>
            <p:nvPr/>
          </p:nvSpPr>
          <p:spPr bwMode="auto">
            <a:xfrm>
              <a:off x="2285" y="1578"/>
              <a:ext cx="967" cy="280"/>
            </a:xfrm>
            <a:prstGeom prst="rect">
              <a:avLst/>
            </a:prstGeom>
            <a:solidFill>
              <a:srgbClr val="CCFFFF"/>
            </a:solidFill>
            <a:ln w="19050">
              <a:solidFill>
                <a:schemeClr val="tx1"/>
              </a:solidFill>
              <a:miter lim="800000"/>
              <a:headEnd/>
              <a:tailEnd/>
            </a:ln>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solidFill>
                    <a:srgbClr val="000000"/>
                  </a:solidFill>
                </a:rPr>
                <a:t>Otimizar produto e processo </a:t>
              </a:r>
            </a:p>
          </p:txBody>
        </p:sp>
        <p:sp>
          <p:nvSpPr>
            <p:cNvPr id="46148" name="Rectangle 45">
              <a:extLst>
                <a:ext uri="{FF2B5EF4-FFF2-40B4-BE49-F238E27FC236}">
                  <a16:creationId xmlns:a16="http://schemas.microsoft.com/office/drawing/2014/main" id="{0EC26988-71F0-3C47-81A9-5DF985E7151C}"/>
                </a:ext>
              </a:extLst>
            </p:cNvPr>
            <p:cNvSpPr>
              <a:spLocks noChangeArrowheads="1"/>
            </p:cNvSpPr>
            <p:nvPr/>
          </p:nvSpPr>
          <p:spPr bwMode="auto">
            <a:xfrm>
              <a:off x="3080" y="1569"/>
              <a:ext cx="103"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cxnSp>
        <p:nvCxnSpPr>
          <p:cNvPr id="46113" name="AutoShape 46">
            <a:extLst>
              <a:ext uri="{FF2B5EF4-FFF2-40B4-BE49-F238E27FC236}">
                <a16:creationId xmlns:a16="http://schemas.microsoft.com/office/drawing/2014/main" id="{BE15ED49-C242-924F-ACAD-F02AD7E1A56E}"/>
              </a:ext>
            </a:extLst>
          </p:cNvPr>
          <p:cNvCxnSpPr>
            <a:cxnSpLocks noChangeShapeType="1"/>
            <a:stCxn id="46147" idx="3"/>
            <a:endCxn id="46149" idx="1"/>
          </p:cNvCxnSpPr>
          <p:nvPr/>
        </p:nvCxnSpPr>
        <p:spPr bwMode="auto">
          <a:xfrm flipV="1">
            <a:off x="5165725" y="2471738"/>
            <a:ext cx="287338" cy="309562"/>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6114" name="Text Box 47">
            <a:extLst>
              <a:ext uri="{FF2B5EF4-FFF2-40B4-BE49-F238E27FC236}">
                <a16:creationId xmlns:a16="http://schemas.microsoft.com/office/drawing/2014/main" id="{638A6853-DED2-734D-AE65-18E0ADE22EF5}"/>
              </a:ext>
            </a:extLst>
          </p:cNvPr>
          <p:cNvSpPr txBox="1">
            <a:spLocks noChangeArrowheads="1"/>
          </p:cNvSpPr>
          <p:nvPr/>
        </p:nvSpPr>
        <p:spPr bwMode="auto">
          <a:xfrm>
            <a:off x="5440363" y="723900"/>
            <a:ext cx="1547812" cy="444500"/>
          </a:xfrm>
          <a:prstGeom prst="rect">
            <a:avLst/>
          </a:prstGeom>
          <a:solidFill>
            <a:srgbClr val="CCFFFF"/>
          </a:solidFill>
          <a:ln w="19050">
            <a:solidFill>
              <a:schemeClr val="tx1"/>
            </a:solidFill>
            <a:miter lim="800000"/>
            <a:headEnd/>
            <a:tailEnd/>
          </a:ln>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solidFill>
                  <a:srgbClr val="000000"/>
                </a:solidFill>
              </a:rPr>
              <a:t>Decidir fazer ou comprar SSC</a:t>
            </a:r>
            <a:r>
              <a:rPr lang="en-US" altLang="pt-BR" sz="1400">
                <a:solidFill>
                  <a:srgbClr val="000000"/>
                </a:solidFill>
              </a:rPr>
              <a:t>s</a:t>
            </a:r>
            <a:r>
              <a:rPr lang="pt-BR" altLang="pt-BR" sz="1400">
                <a:solidFill>
                  <a:srgbClr val="000000"/>
                </a:solidFill>
              </a:rPr>
              <a:t> </a:t>
            </a:r>
          </a:p>
        </p:txBody>
      </p:sp>
      <p:sp>
        <p:nvSpPr>
          <p:cNvPr id="46115" name="Text Box 48">
            <a:extLst>
              <a:ext uri="{FF2B5EF4-FFF2-40B4-BE49-F238E27FC236}">
                <a16:creationId xmlns:a16="http://schemas.microsoft.com/office/drawing/2014/main" id="{71BFE128-23F2-F04A-A0A6-035109195A93}"/>
              </a:ext>
            </a:extLst>
          </p:cNvPr>
          <p:cNvSpPr txBox="1">
            <a:spLocks noChangeArrowheads="1"/>
          </p:cNvSpPr>
          <p:nvPr/>
        </p:nvSpPr>
        <p:spPr bwMode="auto">
          <a:xfrm>
            <a:off x="7353300" y="725488"/>
            <a:ext cx="1323975" cy="444500"/>
          </a:xfrm>
          <a:prstGeom prst="rect">
            <a:avLst/>
          </a:prstGeom>
          <a:solidFill>
            <a:srgbClr val="CCFFFF"/>
          </a:solidFill>
          <a:ln w="19050">
            <a:solidFill>
              <a:schemeClr val="tx1"/>
            </a:solidFill>
            <a:miter lim="800000"/>
            <a:headEnd/>
            <a:tailEnd/>
          </a:ln>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solidFill>
                  <a:srgbClr val="000000"/>
                </a:solidFill>
              </a:rPr>
              <a:t>Desenvolver fornecedores</a:t>
            </a:r>
          </a:p>
        </p:txBody>
      </p:sp>
      <p:cxnSp>
        <p:nvCxnSpPr>
          <p:cNvPr id="46116" name="AutoShape 49">
            <a:extLst>
              <a:ext uri="{FF2B5EF4-FFF2-40B4-BE49-F238E27FC236}">
                <a16:creationId xmlns:a16="http://schemas.microsoft.com/office/drawing/2014/main" id="{F4567F3C-F7FE-A14E-A312-43B84555ADE8}"/>
              </a:ext>
            </a:extLst>
          </p:cNvPr>
          <p:cNvCxnSpPr>
            <a:cxnSpLocks noChangeShapeType="1"/>
            <a:stCxn id="46114" idx="3"/>
            <a:endCxn id="46115" idx="1"/>
          </p:cNvCxnSpPr>
          <p:nvPr/>
        </p:nvCxnSpPr>
        <p:spPr bwMode="auto">
          <a:xfrm>
            <a:off x="6997700" y="946150"/>
            <a:ext cx="346075" cy="158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nvGrpSpPr>
          <p:cNvPr id="46117" name="Group 50">
            <a:extLst>
              <a:ext uri="{FF2B5EF4-FFF2-40B4-BE49-F238E27FC236}">
                <a16:creationId xmlns:a16="http://schemas.microsoft.com/office/drawing/2014/main" id="{A3FB4E80-2E33-5846-ACB3-48040F7E4F04}"/>
              </a:ext>
            </a:extLst>
          </p:cNvPr>
          <p:cNvGrpSpPr>
            <a:grpSpLocks/>
          </p:cNvGrpSpPr>
          <p:nvPr/>
        </p:nvGrpSpPr>
        <p:grpSpPr bwMode="auto">
          <a:xfrm>
            <a:off x="3436938" y="1493838"/>
            <a:ext cx="1916112" cy="703262"/>
            <a:chOff x="2165" y="941"/>
            <a:chExt cx="1207" cy="443"/>
          </a:xfrm>
        </p:grpSpPr>
        <p:grpSp>
          <p:nvGrpSpPr>
            <p:cNvPr id="46138" name="Group 51">
              <a:extLst>
                <a:ext uri="{FF2B5EF4-FFF2-40B4-BE49-F238E27FC236}">
                  <a16:creationId xmlns:a16="http://schemas.microsoft.com/office/drawing/2014/main" id="{59603C7B-B638-8C47-84DD-50DC5B54BD69}"/>
                </a:ext>
              </a:extLst>
            </p:cNvPr>
            <p:cNvGrpSpPr>
              <a:grpSpLocks/>
            </p:cNvGrpSpPr>
            <p:nvPr/>
          </p:nvGrpSpPr>
          <p:grpSpPr bwMode="auto">
            <a:xfrm>
              <a:off x="2165" y="967"/>
              <a:ext cx="1207" cy="417"/>
              <a:chOff x="2216" y="918"/>
              <a:chExt cx="1108" cy="417"/>
            </a:xfrm>
          </p:grpSpPr>
          <p:grpSp>
            <p:nvGrpSpPr>
              <p:cNvPr id="46140" name="Group 52">
                <a:extLst>
                  <a:ext uri="{FF2B5EF4-FFF2-40B4-BE49-F238E27FC236}">
                    <a16:creationId xmlns:a16="http://schemas.microsoft.com/office/drawing/2014/main" id="{858AA86E-9B7D-E546-82BA-3197FA6F48A2}"/>
                  </a:ext>
                </a:extLst>
              </p:cNvPr>
              <p:cNvGrpSpPr>
                <a:grpSpLocks/>
              </p:cNvGrpSpPr>
              <p:nvPr/>
            </p:nvGrpSpPr>
            <p:grpSpPr bwMode="auto">
              <a:xfrm>
                <a:off x="2216" y="918"/>
                <a:ext cx="1108" cy="417"/>
                <a:chOff x="2216" y="918"/>
                <a:chExt cx="1108" cy="417"/>
              </a:xfrm>
            </p:grpSpPr>
            <p:grpSp>
              <p:nvGrpSpPr>
                <p:cNvPr id="46142" name="Group 53">
                  <a:extLst>
                    <a:ext uri="{FF2B5EF4-FFF2-40B4-BE49-F238E27FC236}">
                      <a16:creationId xmlns:a16="http://schemas.microsoft.com/office/drawing/2014/main" id="{5784BEA1-AB21-854F-9E88-251E79CF0B1E}"/>
                    </a:ext>
                  </a:extLst>
                </p:cNvPr>
                <p:cNvGrpSpPr>
                  <a:grpSpLocks/>
                </p:cNvGrpSpPr>
                <p:nvPr/>
              </p:nvGrpSpPr>
              <p:grpSpPr bwMode="auto">
                <a:xfrm>
                  <a:off x="2216" y="918"/>
                  <a:ext cx="1108" cy="417"/>
                  <a:chOff x="2053" y="918"/>
                  <a:chExt cx="1335" cy="417"/>
                </a:xfrm>
              </p:grpSpPr>
              <p:sp>
                <p:nvSpPr>
                  <p:cNvPr id="46144" name="Text Box 54">
                    <a:extLst>
                      <a:ext uri="{FF2B5EF4-FFF2-40B4-BE49-F238E27FC236}">
                        <a16:creationId xmlns:a16="http://schemas.microsoft.com/office/drawing/2014/main" id="{DA91B78B-6DF8-434F-AD06-5B909D8D4AA2}"/>
                      </a:ext>
                    </a:extLst>
                  </p:cNvPr>
                  <p:cNvSpPr txBox="1">
                    <a:spLocks noChangeArrowheads="1"/>
                  </p:cNvSpPr>
                  <p:nvPr/>
                </p:nvSpPr>
                <p:spPr bwMode="auto">
                  <a:xfrm>
                    <a:off x="2053" y="921"/>
                    <a:ext cx="1335" cy="414"/>
                  </a:xfrm>
                  <a:prstGeom prst="rect">
                    <a:avLst/>
                  </a:prstGeom>
                  <a:solidFill>
                    <a:srgbClr val="CCFFFF"/>
                  </a:solidFill>
                  <a:ln w="19050">
                    <a:solidFill>
                      <a:schemeClr val="tx1"/>
                    </a:solidFill>
                    <a:miter lim="800000"/>
                    <a:headEnd/>
                    <a:tailEnd/>
                  </a:ln>
                </p:spPr>
                <p:txBody>
                  <a:bodyPr lIns="72000" tIns="0" rIns="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400">
                        <a:solidFill>
                          <a:srgbClr val="000000"/>
                        </a:solidFill>
                      </a:rPr>
                      <a:t>Criar e detalhar SSCs, documentação e configuração </a:t>
                    </a:r>
                  </a:p>
                </p:txBody>
              </p:sp>
              <p:sp>
                <p:nvSpPr>
                  <p:cNvPr id="46145" name="Rectangle 55">
                    <a:extLst>
                      <a:ext uri="{FF2B5EF4-FFF2-40B4-BE49-F238E27FC236}">
                        <a16:creationId xmlns:a16="http://schemas.microsoft.com/office/drawing/2014/main" id="{B60FB477-A806-DF45-B6BA-095239821CDF}"/>
                      </a:ext>
                    </a:extLst>
                  </p:cNvPr>
                  <p:cNvSpPr>
                    <a:spLocks noChangeArrowheads="1"/>
                  </p:cNvSpPr>
                  <p:nvPr/>
                </p:nvSpPr>
                <p:spPr bwMode="auto">
                  <a:xfrm>
                    <a:off x="2057" y="1091"/>
                    <a:ext cx="106"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72000" tIns="0" rIns="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46146" name="Rectangle 56">
                    <a:extLst>
                      <a:ext uri="{FF2B5EF4-FFF2-40B4-BE49-F238E27FC236}">
                        <a16:creationId xmlns:a16="http://schemas.microsoft.com/office/drawing/2014/main" id="{832BA553-68B6-2A48-A95F-3A336157C073}"/>
                      </a:ext>
                    </a:extLst>
                  </p:cNvPr>
                  <p:cNvSpPr>
                    <a:spLocks noChangeArrowheads="1"/>
                  </p:cNvSpPr>
                  <p:nvPr/>
                </p:nvSpPr>
                <p:spPr bwMode="auto">
                  <a:xfrm>
                    <a:off x="2056" y="918"/>
                    <a:ext cx="106"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72000" tIns="0" rIns="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sp>
              <p:nvSpPr>
                <p:cNvPr id="46143" name="Rectangle 57">
                  <a:extLst>
                    <a:ext uri="{FF2B5EF4-FFF2-40B4-BE49-F238E27FC236}">
                      <a16:creationId xmlns:a16="http://schemas.microsoft.com/office/drawing/2014/main" id="{4E3D569A-1E86-F64A-91C6-F9C87171A99E}"/>
                    </a:ext>
                  </a:extLst>
                </p:cNvPr>
                <p:cNvSpPr>
                  <a:spLocks noChangeArrowheads="1"/>
                </p:cNvSpPr>
                <p:nvPr/>
              </p:nvSpPr>
              <p:spPr bwMode="auto">
                <a:xfrm>
                  <a:off x="3186" y="1215"/>
                  <a:ext cx="81" cy="1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72000" tIns="0" rIns="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sp>
            <p:nvSpPr>
              <p:cNvPr id="46141" name="Rectangle 58">
                <a:extLst>
                  <a:ext uri="{FF2B5EF4-FFF2-40B4-BE49-F238E27FC236}">
                    <a16:creationId xmlns:a16="http://schemas.microsoft.com/office/drawing/2014/main" id="{37D9B93B-8DB6-A94F-AEA9-D5D5A00A4BF1}"/>
                  </a:ext>
                </a:extLst>
              </p:cNvPr>
              <p:cNvSpPr>
                <a:spLocks noChangeArrowheads="1"/>
              </p:cNvSpPr>
              <p:nvPr/>
            </p:nvSpPr>
            <p:spPr bwMode="auto">
              <a:xfrm>
                <a:off x="3221" y="918"/>
                <a:ext cx="103"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2000" tIns="0" rIns="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sp>
          <p:nvSpPr>
            <p:cNvPr id="46139" name="Rectangle 59">
              <a:extLst>
                <a:ext uri="{FF2B5EF4-FFF2-40B4-BE49-F238E27FC236}">
                  <a16:creationId xmlns:a16="http://schemas.microsoft.com/office/drawing/2014/main" id="{FE904AFE-2438-C94C-9A8B-C5EED82F3BEE}"/>
                </a:ext>
              </a:extLst>
            </p:cNvPr>
            <p:cNvSpPr>
              <a:spLocks noChangeArrowheads="1"/>
            </p:cNvSpPr>
            <p:nvPr/>
          </p:nvSpPr>
          <p:spPr bwMode="auto">
            <a:xfrm>
              <a:off x="3065" y="941"/>
              <a:ext cx="14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2000" tIns="0" rIns="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cxnSp>
        <p:nvCxnSpPr>
          <p:cNvPr id="46118" name="AutoShape 60">
            <a:extLst>
              <a:ext uri="{FF2B5EF4-FFF2-40B4-BE49-F238E27FC236}">
                <a16:creationId xmlns:a16="http://schemas.microsoft.com/office/drawing/2014/main" id="{2B78C219-5A2C-E745-A713-2E1B947A0149}"/>
              </a:ext>
            </a:extLst>
          </p:cNvPr>
          <p:cNvCxnSpPr>
            <a:cxnSpLocks noChangeShapeType="1"/>
            <a:stCxn id="46115" idx="2"/>
            <a:endCxn id="46139" idx="0"/>
          </p:cNvCxnSpPr>
          <p:nvPr/>
        </p:nvCxnSpPr>
        <p:spPr bwMode="auto">
          <a:xfrm rot="5400000">
            <a:off x="6338888" y="-182562"/>
            <a:ext cx="314325" cy="3038475"/>
          </a:xfrm>
          <a:prstGeom prst="bentConnector3">
            <a:avLst>
              <a:gd name="adj1" fmla="val 48486"/>
            </a:avLst>
          </a:prstGeom>
          <a:noFill/>
          <a:ln w="952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cxnSp>
      <p:cxnSp>
        <p:nvCxnSpPr>
          <p:cNvPr id="46119" name="AutoShape 61">
            <a:extLst>
              <a:ext uri="{FF2B5EF4-FFF2-40B4-BE49-F238E27FC236}">
                <a16:creationId xmlns:a16="http://schemas.microsoft.com/office/drawing/2014/main" id="{BBAB2E23-91D3-3B43-97FF-538B8EF9F4CD}"/>
              </a:ext>
            </a:extLst>
          </p:cNvPr>
          <p:cNvCxnSpPr>
            <a:cxnSpLocks noChangeShapeType="1"/>
            <a:stCxn id="46114" idx="1"/>
            <a:endCxn id="46144" idx="0"/>
          </p:cNvCxnSpPr>
          <p:nvPr/>
        </p:nvCxnSpPr>
        <p:spPr bwMode="auto">
          <a:xfrm rot="10800000" flipV="1">
            <a:off x="4395788" y="946150"/>
            <a:ext cx="1035050" cy="584200"/>
          </a:xfrm>
          <a:prstGeom prst="bentConnector2">
            <a:avLst/>
          </a:prstGeom>
          <a:noFill/>
          <a:ln w="952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cxnSp>
      <p:cxnSp>
        <p:nvCxnSpPr>
          <p:cNvPr id="46120" name="AutoShape 62">
            <a:extLst>
              <a:ext uri="{FF2B5EF4-FFF2-40B4-BE49-F238E27FC236}">
                <a16:creationId xmlns:a16="http://schemas.microsoft.com/office/drawing/2014/main" id="{5178CFAB-442B-7545-8B4B-22FD1B9BA152}"/>
              </a:ext>
            </a:extLst>
          </p:cNvPr>
          <p:cNvCxnSpPr>
            <a:cxnSpLocks noChangeShapeType="1"/>
            <a:stCxn id="46144" idx="1"/>
            <a:endCxn id="46098" idx="0"/>
          </p:cNvCxnSpPr>
          <p:nvPr/>
        </p:nvCxnSpPr>
        <p:spPr bwMode="auto">
          <a:xfrm rot="10800000" flipV="1">
            <a:off x="3125788" y="1868488"/>
            <a:ext cx="301625" cy="3268662"/>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46121" name="AutoShape 63">
            <a:extLst>
              <a:ext uri="{FF2B5EF4-FFF2-40B4-BE49-F238E27FC236}">
                <a16:creationId xmlns:a16="http://schemas.microsoft.com/office/drawing/2014/main" id="{49041A1D-B088-3A49-B6ED-6141DF61FC2B}"/>
              </a:ext>
            </a:extLst>
          </p:cNvPr>
          <p:cNvCxnSpPr>
            <a:cxnSpLocks noChangeShapeType="1"/>
            <a:stCxn id="46152" idx="2"/>
            <a:endCxn id="46098" idx="3"/>
          </p:cNvCxnSpPr>
          <p:nvPr/>
        </p:nvCxnSpPr>
        <p:spPr bwMode="auto">
          <a:xfrm rot="5400000">
            <a:off x="3826669" y="5018882"/>
            <a:ext cx="547687" cy="577850"/>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46122" name="AutoShape 64">
            <a:extLst>
              <a:ext uri="{FF2B5EF4-FFF2-40B4-BE49-F238E27FC236}">
                <a16:creationId xmlns:a16="http://schemas.microsoft.com/office/drawing/2014/main" id="{5248F46C-67EA-084B-AE5E-2B02928DB068}"/>
              </a:ext>
            </a:extLst>
          </p:cNvPr>
          <p:cNvCxnSpPr>
            <a:cxnSpLocks noChangeShapeType="1"/>
            <a:stCxn id="46152" idx="2"/>
            <a:endCxn id="46136" idx="0"/>
          </p:cNvCxnSpPr>
          <p:nvPr/>
        </p:nvCxnSpPr>
        <p:spPr bwMode="auto">
          <a:xfrm>
            <a:off x="4389438" y="5033963"/>
            <a:ext cx="400050" cy="98742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nvGrpSpPr>
          <p:cNvPr id="46123" name="Group 65">
            <a:extLst>
              <a:ext uri="{FF2B5EF4-FFF2-40B4-BE49-F238E27FC236}">
                <a16:creationId xmlns:a16="http://schemas.microsoft.com/office/drawing/2014/main" id="{2F6324FE-9DC6-B44A-A836-8C2E0D3B285E}"/>
              </a:ext>
            </a:extLst>
          </p:cNvPr>
          <p:cNvGrpSpPr>
            <a:grpSpLocks/>
          </p:cNvGrpSpPr>
          <p:nvPr/>
        </p:nvGrpSpPr>
        <p:grpSpPr bwMode="auto">
          <a:xfrm>
            <a:off x="4073525" y="6030913"/>
            <a:ext cx="1431925" cy="657225"/>
            <a:chOff x="2566" y="3799"/>
            <a:chExt cx="902" cy="414"/>
          </a:xfrm>
        </p:grpSpPr>
        <p:grpSp>
          <p:nvGrpSpPr>
            <p:cNvPr id="46134" name="Group 66">
              <a:extLst>
                <a:ext uri="{FF2B5EF4-FFF2-40B4-BE49-F238E27FC236}">
                  <a16:creationId xmlns:a16="http://schemas.microsoft.com/office/drawing/2014/main" id="{1BBC08C3-0AE3-DA46-97F3-BF3A9E82F9BD}"/>
                </a:ext>
              </a:extLst>
            </p:cNvPr>
            <p:cNvGrpSpPr>
              <a:grpSpLocks/>
            </p:cNvGrpSpPr>
            <p:nvPr/>
          </p:nvGrpSpPr>
          <p:grpSpPr bwMode="auto">
            <a:xfrm>
              <a:off x="2566" y="3799"/>
              <a:ext cx="902" cy="414"/>
              <a:chOff x="1017" y="3652"/>
              <a:chExt cx="760" cy="704"/>
            </a:xfrm>
          </p:grpSpPr>
          <p:sp>
            <p:nvSpPr>
              <p:cNvPr id="46136" name="Text Box 67">
                <a:extLst>
                  <a:ext uri="{FF2B5EF4-FFF2-40B4-BE49-F238E27FC236}">
                    <a16:creationId xmlns:a16="http://schemas.microsoft.com/office/drawing/2014/main" id="{A5889750-88D8-1047-81BC-F2DD0CB221B6}"/>
                  </a:ext>
                </a:extLst>
              </p:cNvPr>
              <p:cNvSpPr txBox="1">
                <a:spLocks noChangeArrowheads="1"/>
              </p:cNvSpPr>
              <p:nvPr/>
            </p:nvSpPr>
            <p:spPr bwMode="auto">
              <a:xfrm>
                <a:off x="1017" y="3652"/>
                <a:ext cx="760" cy="704"/>
              </a:xfrm>
              <a:prstGeom prst="rect">
                <a:avLst/>
              </a:prstGeom>
              <a:solidFill>
                <a:schemeClr val="bg1"/>
              </a:solidFill>
              <a:ln w="19050">
                <a:solidFill>
                  <a:schemeClr val="tx1"/>
                </a:solidFill>
                <a:miter lim="800000"/>
                <a:headEnd/>
                <a:tailEnd/>
              </a:ln>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a:spcBef>
                    <a:spcPct val="50000"/>
                  </a:spcBef>
                  <a:buFontTx/>
                  <a:buNone/>
                </a:pPr>
                <a:r>
                  <a:rPr lang="pt-BR" altLang="pt-BR" sz="1400">
                    <a:solidFill>
                      <a:srgbClr val="000000"/>
                    </a:solidFill>
                  </a:rPr>
                  <a:t>Monitorar viabilidade econômica</a:t>
                </a:r>
              </a:p>
            </p:txBody>
          </p:sp>
          <p:sp>
            <p:nvSpPr>
              <p:cNvPr id="46137" name="Rectangle 68">
                <a:extLst>
                  <a:ext uri="{FF2B5EF4-FFF2-40B4-BE49-F238E27FC236}">
                    <a16:creationId xmlns:a16="http://schemas.microsoft.com/office/drawing/2014/main" id="{35194BC7-A339-064F-9A83-3620F15C459B}"/>
                  </a:ext>
                </a:extLst>
              </p:cNvPr>
              <p:cNvSpPr>
                <a:spLocks noChangeArrowheads="1"/>
              </p:cNvSpPr>
              <p:nvPr/>
            </p:nvSpPr>
            <p:spPr bwMode="auto">
              <a:xfrm>
                <a:off x="1660" y="3660"/>
                <a:ext cx="108" cy="84"/>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sp>
          <p:nvSpPr>
            <p:cNvPr id="46135" name="Rectangle 69">
              <a:extLst>
                <a:ext uri="{FF2B5EF4-FFF2-40B4-BE49-F238E27FC236}">
                  <a16:creationId xmlns:a16="http://schemas.microsoft.com/office/drawing/2014/main" id="{3C3870BD-273C-1C43-9142-BD7EB25F2839}"/>
                </a:ext>
              </a:extLst>
            </p:cNvPr>
            <p:cNvSpPr>
              <a:spLocks noChangeArrowheads="1"/>
            </p:cNvSpPr>
            <p:nvPr/>
          </p:nvSpPr>
          <p:spPr bwMode="auto">
            <a:xfrm>
              <a:off x="3179" y="3799"/>
              <a:ext cx="164"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sp>
        <p:nvSpPr>
          <p:cNvPr id="46124" name="Rectangle 70">
            <a:extLst>
              <a:ext uri="{FF2B5EF4-FFF2-40B4-BE49-F238E27FC236}">
                <a16:creationId xmlns:a16="http://schemas.microsoft.com/office/drawing/2014/main" id="{A6A04455-7BA2-974D-8547-074E8504837B}"/>
              </a:ext>
            </a:extLst>
          </p:cNvPr>
          <p:cNvSpPr>
            <a:spLocks noChangeArrowheads="1"/>
          </p:cNvSpPr>
          <p:nvPr/>
        </p:nvSpPr>
        <p:spPr bwMode="auto">
          <a:xfrm>
            <a:off x="5291138" y="4757738"/>
            <a:ext cx="141287" cy="90487"/>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46125" name="Rectangle 71">
            <a:extLst>
              <a:ext uri="{FF2B5EF4-FFF2-40B4-BE49-F238E27FC236}">
                <a16:creationId xmlns:a16="http://schemas.microsoft.com/office/drawing/2014/main" id="{4878C355-3184-494C-AFAD-9564F5A7094A}"/>
              </a:ext>
            </a:extLst>
          </p:cNvPr>
          <p:cNvSpPr>
            <a:spLocks noChangeArrowheads="1"/>
          </p:cNvSpPr>
          <p:nvPr/>
        </p:nvSpPr>
        <p:spPr bwMode="auto">
          <a:xfrm>
            <a:off x="5430838" y="4373563"/>
            <a:ext cx="141287" cy="90487"/>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cxnSp>
        <p:nvCxnSpPr>
          <p:cNvPr id="46126" name="AutoShape 72">
            <a:extLst>
              <a:ext uri="{FF2B5EF4-FFF2-40B4-BE49-F238E27FC236}">
                <a16:creationId xmlns:a16="http://schemas.microsoft.com/office/drawing/2014/main" id="{660BB4F9-D28C-664F-87E2-1ED160AFE008}"/>
              </a:ext>
            </a:extLst>
          </p:cNvPr>
          <p:cNvCxnSpPr>
            <a:cxnSpLocks noChangeShapeType="1"/>
            <a:stCxn id="46149" idx="2"/>
            <a:endCxn id="46135" idx="0"/>
          </p:cNvCxnSpPr>
          <p:nvPr/>
        </p:nvCxnSpPr>
        <p:spPr bwMode="auto">
          <a:xfrm rot="5400000">
            <a:off x="4176713" y="3703638"/>
            <a:ext cx="3327400" cy="1327150"/>
          </a:xfrm>
          <a:prstGeom prst="curvedConnector3">
            <a:avLst>
              <a:gd name="adj1" fmla="val 43366"/>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6127" name="AutoShape 73">
            <a:extLst>
              <a:ext uri="{FF2B5EF4-FFF2-40B4-BE49-F238E27FC236}">
                <a16:creationId xmlns:a16="http://schemas.microsoft.com/office/drawing/2014/main" id="{82A922C3-05F5-7548-9F6C-ABA10E33CA8D}"/>
              </a:ext>
            </a:extLst>
          </p:cNvPr>
          <p:cNvCxnSpPr>
            <a:cxnSpLocks noChangeShapeType="1"/>
            <a:stCxn id="46141" idx="3"/>
            <a:endCxn id="46100" idx="3"/>
          </p:cNvCxnSpPr>
          <p:nvPr/>
        </p:nvCxnSpPr>
        <p:spPr bwMode="auto">
          <a:xfrm>
            <a:off x="5353050" y="1617663"/>
            <a:ext cx="3152775" cy="3486150"/>
          </a:xfrm>
          <a:prstGeom prst="bentConnector3">
            <a:avLst>
              <a:gd name="adj1" fmla="val 106949"/>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46128" name="AutoShape 74">
            <a:extLst>
              <a:ext uri="{FF2B5EF4-FFF2-40B4-BE49-F238E27FC236}">
                <a16:creationId xmlns:a16="http://schemas.microsoft.com/office/drawing/2014/main" id="{34E46F60-D347-2C4E-8D48-C0C46924CD0E}"/>
              </a:ext>
            </a:extLst>
          </p:cNvPr>
          <p:cNvCxnSpPr>
            <a:cxnSpLocks noChangeShapeType="1"/>
            <a:stCxn id="46100" idx="1"/>
            <a:endCxn id="46156" idx="0"/>
          </p:cNvCxnSpPr>
          <p:nvPr/>
        </p:nvCxnSpPr>
        <p:spPr bwMode="auto">
          <a:xfrm rot="10800000" flipV="1">
            <a:off x="6546850" y="5103813"/>
            <a:ext cx="536575" cy="323850"/>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46129" name="Rectangle 75">
            <a:extLst>
              <a:ext uri="{FF2B5EF4-FFF2-40B4-BE49-F238E27FC236}">
                <a16:creationId xmlns:a16="http://schemas.microsoft.com/office/drawing/2014/main" id="{01C2E196-3110-3F4A-ACA2-DCC1648703CC}"/>
              </a:ext>
            </a:extLst>
          </p:cNvPr>
          <p:cNvSpPr>
            <a:spLocks noGrp="1" noChangeArrowheads="1"/>
          </p:cNvSpPr>
          <p:nvPr>
            <p:ph type="title"/>
          </p:nvPr>
        </p:nvSpPr>
        <p:spPr>
          <a:noFill/>
        </p:spPr>
        <p:txBody>
          <a:bodyPr/>
          <a:lstStyle/>
          <a:p>
            <a:pPr eaLnBrk="1" hangingPunct="1"/>
            <a:r>
              <a:rPr lang="pt-BR" altLang="pt-BR">
                <a:ea typeface="ＭＳ Ｐゴシック" panose="020B0600070205080204" pitchFamily="34" charset="-128"/>
              </a:rPr>
              <a:t>Informações principais e dependência entre as atividades da fase de Projeto Detalhado</a:t>
            </a:r>
          </a:p>
        </p:txBody>
      </p:sp>
      <p:sp>
        <p:nvSpPr>
          <p:cNvPr id="46130" name="AutoShape 76">
            <a:extLst>
              <a:ext uri="{FF2B5EF4-FFF2-40B4-BE49-F238E27FC236}">
                <a16:creationId xmlns:a16="http://schemas.microsoft.com/office/drawing/2014/main" id="{7AA72FD7-A881-0941-B4B6-5165C42E103C}"/>
              </a:ext>
            </a:extLst>
          </p:cNvPr>
          <p:cNvSpPr>
            <a:spLocks noChangeArrowheads="1"/>
          </p:cNvSpPr>
          <p:nvPr/>
        </p:nvSpPr>
        <p:spPr bwMode="auto">
          <a:xfrm rot="2186202">
            <a:off x="2771775" y="1700213"/>
            <a:ext cx="962025" cy="582612"/>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2147483646 w 21600"/>
              <a:gd name="T9" fmla="*/ 2147483646 h 21600"/>
              <a:gd name="T10" fmla="*/ 2147483646 w 21600"/>
              <a:gd name="T11" fmla="*/ 2147483646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8676" y="10417"/>
                </a:moveTo>
                <a:cubicBezTo>
                  <a:pt x="18472" y="6215"/>
                  <a:pt x="15006" y="2914"/>
                  <a:pt x="10800" y="2914"/>
                </a:cubicBezTo>
                <a:cubicBezTo>
                  <a:pt x="6444" y="2914"/>
                  <a:pt x="2914" y="6444"/>
                  <a:pt x="2914" y="10800"/>
                </a:cubicBezTo>
                <a:cubicBezTo>
                  <a:pt x="2913" y="12431"/>
                  <a:pt x="3419" y="14022"/>
                  <a:pt x="4361" y="15353"/>
                </a:cubicBezTo>
                <a:lnTo>
                  <a:pt x="1982" y="17036"/>
                </a:lnTo>
                <a:cubicBezTo>
                  <a:pt x="692" y="15212"/>
                  <a:pt x="0" y="13033"/>
                  <a:pt x="0" y="10800"/>
                </a:cubicBezTo>
                <a:cubicBezTo>
                  <a:pt x="0" y="4835"/>
                  <a:pt x="4835" y="0"/>
                  <a:pt x="10800" y="0"/>
                </a:cubicBezTo>
                <a:cubicBezTo>
                  <a:pt x="16560" y="-1"/>
                  <a:pt x="21307" y="4521"/>
                  <a:pt x="21587" y="10275"/>
                </a:cubicBezTo>
                <a:lnTo>
                  <a:pt x="24284" y="10144"/>
                </a:lnTo>
                <a:lnTo>
                  <a:pt x="20333" y="14498"/>
                </a:lnTo>
                <a:lnTo>
                  <a:pt x="15979" y="10548"/>
                </a:lnTo>
                <a:lnTo>
                  <a:pt x="18676" y="10417"/>
                </a:lnTo>
                <a:close/>
              </a:path>
            </a:pathLst>
          </a:cu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0" bIns="0" anchor="ctr">
            <a:spAutoFit/>
          </a:bodyPr>
          <a:lstStyle/>
          <a:p>
            <a:endParaRPr lang="pt-BR"/>
          </a:p>
        </p:txBody>
      </p:sp>
      <p:sp>
        <p:nvSpPr>
          <p:cNvPr id="46131" name="AutoShape 77">
            <a:extLst>
              <a:ext uri="{FF2B5EF4-FFF2-40B4-BE49-F238E27FC236}">
                <a16:creationId xmlns:a16="http://schemas.microsoft.com/office/drawing/2014/main" id="{6656AF9F-3839-3349-AF9A-2C1FD753A39B}"/>
              </a:ext>
            </a:extLst>
          </p:cNvPr>
          <p:cNvSpPr>
            <a:spLocks noChangeArrowheads="1"/>
          </p:cNvSpPr>
          <p:nvPr/>
        </p:nvSpPr>
        <p:spPr bwMode="auto">
          <a:xfrm rot="4902315">
            <a:off x="5682456" y="807244"/>
            <a:ext cx="720725" cy="1500188"/>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2147483646 w 21600"/>
              <a:gd name="T9" fmla="*/ 2147483646 h 21600"/>
              <a:gd name="T10" fmla="*/ 2147483646 w 21600"/>
              <a:gd name="T11" fmla="*/ 2147483646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9668" y="10592"/>
                </a:moveTo>
                <a:cubicBezTo>
                  <a:pt x="19555" y="5775"/>
                  <a:pt x="15618" y="1929"/>
                  <a:pt x="10800" y="1929"/>
                </a:cubicBezTo>
                <a:cubicBezTo>
                  <a:pt x="5900" y="1929"/>
                  <a:pt x="1929" y="5900"/>
                  <a:pt x="1929" y="10800"/>
                </a:cubicBezTo>
                <a:cubicBezTo>
                  <a:pt x="1928" y="14075"/>
                  <a:pt x="3733" y="17083"/>
                  <a:pt x="6622" y="18625"/>
                </a:cubicBezTo>
                <a:lnTo>
                  <a:pt x="5714" y="20327"/>
                </a:lnTo>
                <a:cubicBezTo>
                  <a:pt x="2196" y="18450"/>
                  <a:pt x="0" y="14787"/>
                  <a:pt x="0" y="10800"/>
                </a:cubicBezTo>
                <a:cubicBezTo>
                  <a:pt x="0" y="4835"/>
                  <a:pt x="4835" y="0"/>
                  <a:pt x="10800" y="0"/>
                </a:cubicBezTo>
                <a:cubicBezTo>
                  <a:pt x="16666" y="-1"/>
                  <a:pt x="21459" y="4682"/>
                  <a:pt x="21597" y="10546"/>
                </a:cubicBezTo>
                <a:lnTo>
                  <a:pt x="24296" y="10483"/>
                </a:lnTo>
                <a:lnTo>
                  <a:pt x="20719" y="14233"/>
                </a:lnTo>
                <a:lnTo>
                  <a:pt x="16969" y="10655"/>
                </a:lnTo>
                <a:lnTo>
                  <a:pt x="19668" y="10592"/>
                </a:lnTo>
                <a:close/>
              </a:path>
            </a:pathLst>
          </a:cu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0" bIns="0" anchor="ctr">
            <a:spAutoFit/>
          </a:bodyPr>
          <a:lstStyle/>
          <a:p>
            <a:endParaRPr lang="pt-BR"/>
          </a:p>
        </p:txBody>
      </p:sp>
      <p:sp>
        <p:nvSpPr>
          <p:cNvPr id="46132" name="AutoShape 78">
            <a:extLst>
              <a:ext uri="{FF2B5EF4-FFF2-40B4-BE49-F238E27FC236}">
                <a16:creationId xmlns:a16="http://schemas.microsoft.com/office/drawing/2014/main" id="{A348FBAF-FF69-614D-A38A-8212BF6568CC}"/>
              </a:ext>
            </a:extLst>
          </p:cNvPr>
          <p:cNvSpPr>
            <a:spLocks noChangeArrowheads="1"/>
          </p:cNvSpPr>
          <p:nvPr/>
        </p:nvSpPr>
        <p:spPr bwMode="auto">
          <a:xfrm rot="15951951" flipV="1">
            <a:off x="5106988" y="2390775"/>
            <a:ext cx="835025" cy="1616075"/>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2147483646 w 21600"/>
              <a:gd name="T9" fmla="*/ 2147483646 h 21600"/>
              <a:gd name="T10" fmla="*/ 2147483646 w 21600"/>
              <a:gd name="T11" fmla="*/ 2147483646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9668" y="10592"/>
                </a:moveTo>
                <a:cubicBezTo>
                  <a:pt x="19555" y="5775"/>
                  <a:pt x="15618" y="1929"/>
                  <a:pt x="10800" y="1929"/>
                </a:cubicBezTo>
                <a:cubicBezTo>
                  <a:pt x="5900" y="1929"/>
                  <a:pt x="1929" y="5900"/>
                  <a:pt x="1929" y="10800"/>
                </a:cubicBezTo>
                <a:cubicBezTo>
                  <a:pt x="1928" y="13025"/>
                  <a:pt x="2765" y="15169"/>
                  <a:pt x="4272" y="16806"/>
                </a:cubicBezTo>
                <a:lnTo>
                  <a:pt x="2852" y="18112"/>
                </a:lnTo>
                <a:cubicBezTo>
                  <a:pt x="1018" y="16119"/>
                  <a:pt x="0" y="13509"/>
                  <a:pt x="0" y="10800"/>
                </a:cubicBezTo>
                <a:cubicBezTo>
                  <a:pt x="0" y="4835"/>
                  <a:pt x="4835" y="0"/>
                  <a:pt x="10800" y="0"/>
                </a:cubicBezTo>
                <a:cubicBezTo>
                  <a:pt x="16666" y="-1"/>
                  <a:pt x="21459" y="4682"/>
                  <a:pt x="21597" y="10546"/>
                </a:cubicBezTo>
                <a:lnTo>
                  <a:pt x="24296" y="10483"/>
                </a:lnTo>
                <a:lnTo>
                  <a:pt x="20719" y="14233"/>
                </a:lnTo>
                <a:lnTo>
                  <a:pt x="16969" y="10655"/>
                </a:lnTo>
                <a:lnTo>
                  <a:pt x="19668" y="10592"/>
                </a:lnTo>
                <a:close/>
              </a:path>
            </a:pathLst>
          </a:cu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0" bIns="0" anchor="ctr">
            <a:spAutoFit/>
          </a:bodyPr>
          <a:lstStyle/>
          <a:p>
            <a:endParaRPr lang="pt-BR"/>
          </a:p>
        </p:txBody>
      </p:sp>
      <p:sp>
        <p:nvSpPr>
          <p:cNvPr id="46133" name="Text Box 79">
            <a:extLst>
              <a:ext uri="{FF2B5EF4-FFF2-40B4-BE49-F238E27FC236}">
                <a16:creationId xmlns:a16="http://schemas.microsoft.com/office/drawing/2014/main" id="{F3236B62-FD85-8E47-AA78-3A588926247D}"/>
              </a:ext>
            </a:extLst>
          </p:cNvPr>
          <p:cNvSpPr txBox="1">
            <a:spLocks noChangeArrowheads="1"/>
          </p:cNvSpPr>
          <p:nvPr/>
        </p:nvSpPr>
        <p:spPr bwMode="auto">
          <a:xfrm>
            <a:off x="871538" y="5391150"/>
            <a:ext cx="6489700" cy="860425"/>
          </a:xfrm>
          <a:prstGeom prst="rect">
            <a:avLst/>
          </a:prstGeom>
          <a:solidFill>
            <a:srgbClr val="CCFFFF"/>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lnSpc>
                <a:spcPct val="90000"/>
              </a:lnSpc>
              <a:spcBef>
                <a:spcPct val="50000"/>
              </a:spcBef>
              <a:buFontTx/>
              <a:buNone/>
            </a:pPr>
            <a:r>
              <a:rPr lang="pt-BR" altLang="pt-BR" b="1">
                <a:solidFill>
                  <a:srgbClr val="FF3300"/>
                </a:solidFill>
              </a:rPr>
              <a:t>Os Ciclos do projeto detalhado envolvem as atividades marcadas</a:t>
            </a:r>
          </a:p>
        </p:txBody>
      </p:sp>
    </p:spTree>
  </p:cSld>
  <p:clrMapOvr>
    <a:masterClrMapping/>
  </p:clrMapOvr>
  <p:transition>
    <p:wipe di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E25717CF-BF68-764B-B27B-6D9D5972562E}"/>
              </a:ext>
            </a:extLst>
          </p:cNvPr>
          <p:cNvSpPr>
            <a:spLocks noGrp="1" noChangeArrowheads="1"/>
          </p:cNvSpPr>
          <p:nvPr>
            <p:ph type="title"/>
          </p:nvPr>
        </p:nvSpPr>
        <p:spPr/>
        <p:txBody>
          <a:bodyPr/>
          <a:lstStyle/>
          <a:p>
            <a:pPr eaLnBrk="1" hangingPunct="1"/>
            <a:r>
              <a:rPr lang="pt-BR" altLang="pt-BR">
                <a:ea typeface="ＭＳ Ｐゴシック" panose="020B0600070205080204" pitchFamily="34" charset="-128"/>
              </a:rPr>
              <a:t>Conceitos básicos para entendimento da fase de projeto detalhado</a:t>
            </a:r>
          </a:p>
        </p:txBody>
      </p:sp>
      <p:sp>
        <p:nvSpPr>
          <p:cNvPr id="48130" name="Rectangle 3">
            <a:extLst>
              <a:ext uri="{FF2B5EF4-FFF2-40B4-BE49-F238E27FC236}">
                <a16:creationId xmlns:a16="http://schemas.microsoft.com/office/drawing/2014/main" id="{26C82AC9-2787-4040-AE6A-11C4305044EB}"/>
              </a:ext>
            </a:extLst>
          </p:cNvPr>
          <p:cNvSpPr>
            <a:spLocks noGrp="1" noChangeArrowheads="1"/>
          </p:cNvSpPr>
          <p:nvPr>
            <p:ph type="body" idx="1"/>
          </p:nvPr>
        </p:nvSpPr>
        <p:spPr>
          <a:xfrm>
            <a:off x="112713" y="887413"/>
            <a:ext cx="8574087" cy="5815012"/>
          </a:xfrm>
        </p:spPr>
        <p:txBody>
          <a:bodyPr/>
          <a:lstStyle/>
          <a:p>
            <a:pPr eaLnBrk="1" hangingPunct="1"/>
            <a:r>
              <a:rPr lang="pt-BR" altLang="pt-BR">
                <a:ea typeface="ＭＳ Ｐゴシック" panose="020B0600070205080204" pitchFamily="34" charset="-128"/>
              </a:rPr>
              <a:t>Ciclos do projeto detalhado (construir – testar – otimizar)</a:t>
            </a:r>
          </a:p>
          <a:p>
            <a:pPr lvl="1" eaLnBrk="1" hangingPunct="1"/>
            <a:r>
              <a:rPr lang="pt-BR" altLang="pt-BR">
                <a:ea typeface="ＭＳ Ｐゴシック" panose="020B0600070205080204" pitchFamily="34" charset="-128"/>
              </a:rPr>
              <a:t>Ciclo de detalhamento</a:t>
            </a:r>
          </a:p>
          <a:p>
            <a:pPr lvl="1" eaLnBrk="1" hangingPunct="1"/>
            <a:r>
              <a:rPr lang="pt-BR" altLang="pt-BR">
                <a:ea typeface="ＭＳ Ｐゴシック" panose="020B0600070205080204" pitchFamily="34" charset="-128"/>
              </a:rPr>
              <a:t>Ciclo de aquisição</a:t>
            </a:r>
          </a:p>
          <a:p>
            <a:pPr lvl="1" eaLnBrk="1" hangingPunct="1"/>
            <a:r>
              <a:rPr lang="pt-BR" altLang="pt-BR">
                <a:ea typeface="ＭＳ Ｐゴシック" panose="020B0600070205080204" pitchFamily="34" charset="-128"/>
              </a:rPr>
              <a:t>Ciclo de otimização </a:t>
            </a:r>
          </a:p>
          <a:p>
            <a:pPr eaLnBrk="1" hangingPunct="1"/>
            <a:r>
              <a:rPr lang="pt-BR" altLang="pt-BR">
                <a:solidFill>
                  <a:srgbClr val="FF3300"/>
                </a:solidFill>
                <a:ea typeface="ＭＳ Ｐゴシック" panose="020B0600070205080204" pitchFamily="34" charset="-128"/>
              </a:rPr>
              <a:t>Integração com o projeto conceitual</a:t>
            </a:r>
          </a:p>
          <a:p>
            <a:pPr lvl="1" eaLnBrk="1" hangingPunct="1"/>
            <a:r>
              <a:rPr lang="pt-BR" altLang="pt-BR">
                <a:solidFill>
                  <a:srgbClr val="FF3300"/>
                </a:solidFill>
                <a:ea typeface="ＭＳ Ｐゴシック" panose="020B0600070205080204" pitchFamily="34" charset="-128"/>
              </a:rPr>
              <a:t>Depende do grau de novidade e complexidade do produto</a:t>
            </a:r>
          </a:p>
          <a:p>
            <a:pPr eaLnBrk="1" hangingPunct="1"/>
            <a:r>
              <a:rPr lang="pt-BR" altLang="pt-BR">
                <a:ea typeface="ＭＳ Ｐゴシック" panose="020B0600070205080204" pitchFamily="34" charset="-128"/>
              </a:rPr>
              <a:t>Projeto preliminar</a:t>
            </a:r>
          </a:p>
          <a:p>
            <a:pPr eaLnBrk="1" hangingPunct="1"/>
            <a:r>
              <a:rPr lang="pt-BR" altLang="pt-BR">
                <a:ea typeface="ＭＳ Ｐゴシック" panose="020B0600070205080204" pitchFamily="34" charset="-128"/>
              </a:rPr>
              <a:t>Termos utilizados na fase de projeto detalhado (complementar aos termos das fases anteriores)</a:t>
            </a:r>
          </a:p>
          <a:p>
            <a:pPr eaLnBrk="1" hangingPunct="1"/>
            <a:r>
              <a:rPr lang="pt-BR" altLang="pt-BR">
                <a:ea typeface="ＭＳ Ｐゴシック" panose="020B0600070205080204" pitchFamily="34" charset="-128"/>
              </a:rPr>
              <a:t>Recordar relacionamento com fornecedores</a:t>
            </a:r>
          </a:p>
          <a:p>
            <a:pPr eaLnBrk="1" hangingPunct="1"/>
            <a:endParaRPr lang="pt-BR" altLang="pt-BR">
              <a:ea typeface="ＭＳ Ｐゴシック" panose="020B0600070205080204" pitchFamily="34" charset="-128"/>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A51FEC35-0B1C-D24F-80B1-9C2FAF204FB7}"/>
              </a:ext>
            </a:extLst>
          </p:cNvPr>
          <p:cNvSpPr>
            <a:spLocks noGrp="1" noChangeArrowheads="1"/>
          </p:cNvSpPr>
          <p:nvPr>
            <p:ph type="title"/>
          </p:nvPr>
        </p:nvSpPr>
        <p:spPr/>
        <p:txBody>
          <a:bodyPr/>
          <a:lstStyle/>
          <a:p>
            <a:pPr eaLnBrk="1" hangingPunct="1"/>
            <a:r>
              <a:rPr lang="pt-BR" altLang="pt-BR" sz="2000">
                <a:ea typeface="ＭＳ Ｐゴシック" panose="020B0600070205080204" pitchFamily="34" charset="-128"/>
              </a:rPr>
              <a:t>Grau de novidade e complexidade do produto influenciando a relação entre projeto conceitual e detalhado 1/2</a:t>
            </a:r>
          </a:p>
        </p:txBody>
      </p:sp>
      <p:sp>
        <p:nvSpPr>
          <p:cNvPr id="50178" name="Rectangle 3">
            <a:extLst>
              <a:ext uri="{FF2B5EF4-FFF2-40B4-BE49-F238E27FC236}">
                <a16:creationId xmlns:a16="http://schemas.microsoft.com/office/drawing/2014/main" id="{AE89CAC4-B60E-F44D-A5E8-3D2E15D344E4}"/>
              </a:ext>
            </a:extLst>
          </p:cNvPr>
          <p:cNvSpPr>
            <a:spLocks noGrp="1" noChangeArrowheads="1"/>
          </p:cNvSpPr>
          <p:nvPr>
            <p:ph type="body" idx="1"/>
          </p:nvPr>
        </p:nvSpPr>
        <p:spPr>
          <a:xfrm>
            <a:off x="3970209" y="2297113"/>
            <a:ext cx="4784048" cy="2563812"/>
          </a:xfrm>
        </p:spPr>
        <p:txBody>
          <a:bodyPr/>
          <a:lstStyle/>
          <a:p>
            <a:pPr eaLnBrk="1" hangingPunct="1">
              <a:buFontTx/>
              <a:buNone/>
            </a:pPr>
            <a:r>
              <a:rPr lang="pt-BR" altLang="pt-BR">
                <a:ea typeface="ＭＳ Ｐゴシック" panose="020B0600070205080204" pitchFamily="34" charset="-128"/>
              </a:rPr>
              <a:t>Recorde:</a:t>
            </a:r>
          </a:p>
          <a:p>
            <a:pPr eaLnBrk="1" hangingPunct="1"/>
            <a:r>
              <a:rPr lang="pt-BR" altLang="pt-BR">
                <a:ea typeface="ＭＳ Ｐゴシック" panose="020B0600070205080204" pitchFamily="34" charset="-128"/>
              </a:rPr>
              <a:t>Capítulo 5: planejamento do projeto</a:t>
            </a:r>
          </a:p>
          <a:p>
            <a:pPr eaLnBrk="1" hangingPunct="1"/>
            <a:r>
              <a:rPr lang="pt-BR" altLang="pt-BR">
                <a:ea typeface="ＭＳ Ｐゴシック" panose="020B0600070205080204" pitchFamily="34" charset="-128"/>
              </a:rPr>
              <a:t>Atividade: adaptação do modelo de referência</a:t>
            </a:r>
          </a:p>
        </p:txBody>
      </p:sp>
      <p:grpSp>
        <p:nvGrpSpPr>
          <p:cNvPr id="50179" name="Group 4">
            <a:extLst>
              <a:ext uri="{FF2B5EF4-FFF2-40B4-BE49-F238E27FC236}">
                <a16:creationId xmlns:a16="http://schemas.microsoft.com/office/drawing/2014/main" id="{157514BE-C1F5-3842-8061-FBE2A8136531}"/>
              </a:ext>
            </a:extLst>
          </p:cNvPr>
          <p:cNvGrpSpPr>
            <a:grpSpLocks/>
          </p:cNvGrpSpPr>
          <p:nvPr/>
        </p:nvGrpSpPr>
        <p:grpSpPr bwMode="auto">
          <a:xfrm>
            <a:off x="863471" y="2482850"/>
            <a:ext cx="1831180" cy="1900238"/>
            <a:chOff x="1968" y="2125"/>
            <a:chExt cx="1275" cy="1197"/>
          </a:xfrm>
        </p:grpSpPr>
        <p:grpSp>
          <p:nvGrpSpPr>
            <p:cNvPr id="50180" name="Group 5">
              <a:extLst>
                <a:ext uri="{FF2B5EF4-FFF2-40B4-BE49-F238E27FC236}">
                  <a16:creationId xmlns:a16="http://schemas.microsoft.com/office/drawing/2014/main" id="{252EC42F-38D0-7C42-A2D3-9B548B506B4F}"/>
                </a:ext>
              </a:extLst>
            </p:cNvPr>
            <p:cNvGrpSpPr>
              <a:grpSpLocks/>
            </p:cNvGrpSpPr>
            <p:nvPr/>
          </p:nvGrpSpPr>
          <p:grpSpPr bwMode="auto">
            <a:xfrm>
              <a:off x="2215" y="2125"/>
              <a:ext cx="959" cy="943"/>
              <a:chOff x="965" y="2117"/>
              <a:chExt cx="959" cy="943"/>
            </a:xfrm>
          </p:grpSpPr>
          <p:sp>
            <p:nvSpPr>
              <p:cNvPr id="50185" name="Rectangle 6">
                <a:extLst>
                  <a:ext uri="{FF2B5EF4-FFF2-40B4-BE49-F238E27FC236}">
                    <a16:creationId xmlns:a16="http://schemas.microsoft.com/office/drawing/2014/main" id="{D0BFAF1F-FFAA-C248-BF6E-83DAD5F95296}"/>
                  </a:ext>
                </a:extLst>
              </p:cNvPr>
              <p:cNvSpPr>
                <a:spLocks noChangeArrowheads="1"/>
              </p:cNvSpPr>
              <p:nvPr/>
            </p:nvSpPr>
            <p:spPr bwMode="auto">
              <a:xfrm>
                <a:off x="965" y="2117"/>
                <a:ext cx="239" cy="239"/>
              </a:xfrm>
              <a:prstGeom prst="rect">
                <a:avLst/>
              </a:prstGeom>
              <a:solidFill>
                <a:srgbClr val="6699FF"/>
              </a:solidFill>
              <a:ln w="9525">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50186" name="Rectangle 7">
                <a:extLst>
                  <a:ext uri="{FF2B5EF4-FFF2-40B4-BE49-F238E27FC236}">
                    <a16:creationId xmlns:a16="http://schemas.microsoft.com/office/drawing/2014/main" id="{313AF346-0D1B-2340-882E-958342ED1C06}"/>
                  </a:ext>
                </a:extLst>
              </p:cNvPr>
              <p:cNvSpPr>
                <a:spLocks noChangeArrowheads="1"/>
              </p:cNvSpPr>
              <p:nvPr/>
            </p:nvSpPr>
            <p:spPr bwMode="auto">
              <a:xfrm>
                <a:off x="1205" y="2117"/>
                <a:ext cx="239" cy="239"/>
              </a:xfrm>
              <a:prstGeom prst="rect">
                <a:avLst/>
              </a:prstGeom>
              <a:solidFill>
                <a:srgbClr val="6699FF"/>
              </a:solidFill>
              <a:ln w="9525">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50187" name="Rectangle 8">
                <a:extLst>
                  <a:ext uri="{FF2B5EF4-FFF2-40B4-BE49-F238E27FC236}">
                    <a16:creationId xmlns:a16="http://schemas.microsoft.com/office/drawing/2014/main" id="{7904FBA6-7971-9D48-8103-93EC51810C64}"/>
                  </a:ext>
                </a:extLst>
              </p:cNvPr>
              <p:cNvSpPr>
                <a:spLocks noChangeArrowheads="1"/>
              </p:cNvSpPr>
              <p:nvPr/>
            </p:nvSpPr>
            <p:spPr bwMode="auto">
              <a:xfrm>
                <a:off x="1445" y="2117"/>
                <a:ext cx="239" cy="239"/>
              </a:xfrm>
              <a:prstGeom prst="rect">
                <a:avLst/>
              </a:prstGeom>
              <a:solidFill>
                <a:srgbClr val="FF3300"/>
              </a:solidFill>
              <a:ln w="9525">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50188" name="Rectangle 9">
                <a:extLst>
                  <a:ext uri="{FF2B5EF4-FFF2-40B4-BE49-F238E27FC236}">
                    <a16:creationId xmlns:a16="http://schemas.microsoft.com/office/drawing/2014/main" id="{551ABF03-9C06-CB4E-9AFD-61115BDF8F8D}"/>
                  </a:ext>
                </a:extLst>
              </p:cNvPr>
              <p:cNvSpPr>
                <a:spLocks noChangeArrowheads="1"/>
              </p:cNvSpPr>
              <p:nvPr/>
            </p:nvSpPr>
            <p:spPr bwMode="auto">
              <a:xfrm>
                <a:off x="1685" y="2117"/>
                <a:ext cx="239" cy="239"/>
              </a:xfrm>
              <a:prstGeom prst="rect">
                <a:avLst/>
              </a:prstGeom>
              <a:solidFill>
                <a:srgbClr val="FF3300"/>
              </a:solidFill>
              <a:ln w="9525">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50189" name="Rectangle 10">
                <a:extLst>
                  <a:ext uri="{FF2B5EF4-FFF2-40B4-BE49-F238E27FC236}">
                    <a16:creationId xmlns:a16="http://schemas.microsoft.com/office/drawing/2014/main" id="{8667AFC6-6C03-AF48-99F3-DB6C6E7F7582}"/>
                  </a:ext>
                </a:extLst>
              </p:cNvPr>
              <p:cNvSpPr>
                <a:spLocks noChangeArrowheads="1"/>
              </p:cNvSpPr>
              <p:nvPr/>
            </p:nvSpPr>
            <p:spPr bwMode="auto">
              <a:xfrm>
                <a:off x="965" y="2353"/>
                <a:ext cx="239" cy="239"/>
              </a:xfrm>
              <a:prstGeom prst="rect">
                <a:avLst/>
              </a:prstGeom>
              <a:solidFill>
                <a:srgbClr val="66FF33"/>
              </a:solidFill>
              <a:ln w="9525">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50190" name="Rectangle 11">
                <a:extLst>
                  <a:ext uri="{FF2B5EF4-FFF2-40B4-BE49-F238E27FC236}">
                    <a16:creationId xmlns:a16="http://schemas.microsoft.com/office/drawing/2014/main" id="{9FD4D6D9-961B-C24A-8392-95745AA846AB}"/>
                  </a:ext>
                </a:extLst>
              </p:cNvPr>
              <p:cNvSpPr>
                <a:spLocks noChangeArrowheads="1"/>
              </p:cNvSpPr>
              <p:nvPr/>
            </p:nvSpPr>
            <p:spPr bwMode="auto">
              <a:xfrm>
                <a:off x="1205" y="2353"/>
                <a:ext cx="239" cy="239"/>
              </a:xfrm>
              <a:prstGeom prst="rect">
                <a:avLst/>
              </a:prstGeom>
              <a:solidFill>
                <a:srgbClr val="6699FF"/>
              </a:solidFill>
              <a:ln w="9525">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50191" name="Rectangle 12">
                <a:extLst>
                  <a:ext uri="{FF2B5EF4-FFF2-40B4-BE49-F238E27FC236}">
                    <a16:creationId xmlns:a16="http://schemas.microsoft.com/office/drawing/2014/main" id="{478D4EF4-1CAA-0D47-90D5-4AC7ECE0A6D2}"/>
                  </a:ext>
                </a:extLst>
              </p:cNvPr>
              <p:cNvSpPr>
                <a:spLocks noChangeArrowheads="1"/>
              </p:cNvSpPr>
              <p:nvPr/>
            </p:nvSpPr>
            <p:spPr bwMode="auto">
              <a:xfrm>
                <a:off x="1445" y="2353"/>
                <a:ext cx="239" cy="239"/>
              </a:xfrm>
              <a:prstGeom prst="rect">
                <a:avLst/>
              </a:prstGeom>
              <a:solidFill>
                <a:srgbClr val="6699FF"/>
              </a:solidFill>
              <a:ln w="9525">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50192" name="Rectangle 13">
                <a:extLst>
                  <a:ext uri="{FF2B5EF4-FFF2-40B4-BE49-F238E27FC236}">
                    <a16:creationId xmlns:a16="http://schemas.microsoft.com/office/drawing/2014/main" id="{01C2DD30-F931-E940-A09C-E7F4D4428CEA}"/>
                  </a:ext>
                </a:extLst>
              </p:cNvPr>
              <p:cNvSpPr>
                <a:spLocks noChangeArrowheads="1"/>
              </p:cNvSpPr>
              <p:nvPr/>
            </p:nvSpPr>
            <p:spPr bwMode="auto">
              <a:xfrm>
                <a:off x="1685" y="2353"/>
                <a:ext cx="239" cy="239"/>
              </a:xfrm>
              <a:prstGeom prst="rect">
                <a:avLst/>
              </a:prstGeom>
              <a:solidFill>
                <a:srgbClr val="FF3300"/>
              </a:solidFill>
              <a:ln w="9525">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50193" name="Rectangle 14">
                <a:extLst>
                  <a:ext uri="{FF2B5EF4-FFF2-40B4-BE49-F238E27FC236}">
                    <a16:creationId xmlns:a16="http://schemas.microsoft.com/office/drawing/2014/main" id="{5407A478-D406-D44C-A724-D3AC2AC0C189}"/>
                  </a:ext>
                </a:extLst>
              </p:cNvPr>
              <p:cNvSpPr>
                <a:spLocks noChangeArrowheads="1"/>
              </p:cNvSpPr>
              <p:nvPr/>
            </p:nvSpPr>
            <p:spPr bwMode="auto">
              <a:xfrm>
                <a:off x="965" y="2585"/>
                <a:ext cx="239" cy="239"/>
              </a:xfrm>
              <a:prstGeom prst="rect">
                <a:avLst/>
              </a:prstGeom>
              <a:solidFill>
                <a:srgbClr val="66FF33"/>
              </a:solidFill>
              <a:ln w="9525">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50194" name="Rectangle 15">
                <a:extLst>
                  <a:ext uri="{FF2B5EF4-FFF2-40B4-BE49-F238E27FC236}">
                    <a16:creationId xmlns:a16="http://schemas.microsoft.com/office/drawing/2014/main" id="{6F75BE7E-6D19-CE40-A935-B15481B04BE8}"/>
                  </a:ext>
                </a:extLst>
              </p:cNvPr>
              <p:cNvSpPr>
                <a:spLocks noChangeArrowheads="1"/>
              </p:cNvSpPr>
              <p:nvPr/>
            </p:nvSpPr>
            <p:spPr bwMode="auto">
              <a:xfrm>
                <a:off x="1205" y="2585"/>
                <a:ext cx="239" cy="239"/>
              </a:xfrm>
              <a:prstGeom prst="rect">
                <a:avLst/>
              </a:prstGeom>
              <a:solidFill>
                <a:srgbClr val="66FF33"/>
              </a:solidFill>
              <a:ln w="9525">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50195" name="Rectangle 16">
                <a:extLst>
                  <a:ext uri="{FF2B5EF4-FFF2-40B4-BE49-F238E27FC236}">
                    <a16:creationId xmlns:a16="http://schemas.microsoft.com/office/drawing/2014/main" id="{8AC23C68-FC90-BD4F-B6B4-113FD4C63B05}"/>
                  </a:ext>
                </a:extLst>
              </p:cNvPr>
              <p:cNvSpPr>
                <a:spLocks noChangeArrowheads="1"/>
              </p:cNvSpPr>
              <p:nvPr/>
            </p:nvSpPr>
            <p:spPr bwMode="auto">
              <a:xfrm>
                <a:off x="1445" y="2585"/>
                <a:ext cx="239" cy="239"/>
              </a:xfrm>
              <a:prstGeom prst="rect">
                <a:avLst/>
              </a:prstGeom>
              <a:solidFill>
                <a:srgbClr val="6699FF"/>
              </a:solidFill>
              <a:ln w="9525">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50196" name="Rectangle 17">
                <a:extLst>
                  <a:ext uri="{FF2B5EF4-FFF2-40B4-BE49-F238E27FC236}">
                    <a16:creationId xmlns:a16="http://schemas.microsoft.com/office/drawing/2014/main" id="{8F736CD5-51D3-4C4E-AA1E-72F19963A26C}"/>
                  </a:ext>
                </a:extLst>
              </p:cNvPr>
              <p:cNvSpPr>
                <a:spLocks noChangeArrowheads="1"/>
              </p:cNvSpPr>
              <p:nvPr/>
            </p:nvSpPr>
            <p:spPr bwMode="auto">
              <a:xfrm>
                <a:off x="1685" y="2585"/>
                <a:ext cx="239" cy="239"/>
              </a:xfrm>
              <a:prstGeom prst="rect">
                <a:avLst/>
              </a:prstGeom>
              <a:solidFill>
                <a:srgbClr val="6699FF"/>
              </a:solidFill>
              <a:ln w="9525">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50197" name="Rectangle 18">
                <a:extLst>
                  <a:ext uri="{FF2B5EF4-FFF2-40B4-BE49-F238E27FC236}">
                    <a16:creationId xmlns:a16="http://schemas.microsoft.com/office/drawing/2014/main" id="{7CF905DE-5EE6-8A4A-B309-424589D78C14}"/>
                  </a:ext>
                </a:extLst>
              </p:cNvPr>
              <p:cNvSpPr>
                <a:spLocks noChangeArrowheads="1"/>
              </p:cNvSpPr>
              <p:nvPr/>
            </p:nvSpPr>
            <p:spPr bwMode="auto">
              <a:xfrm>
                <a:off x="965" y="2821"/>
                <a:ext cx="239" cy="239"/>
              </a:xfrm>
              <a:prstGeom prst="rect">
                <a:avLst/>
              </a:prstGeom>
              <a:solidFill>
                <a:srgbClr val="FFFF00"/>
              </a:solidFill>
              <a:ln w="9525">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50198" name="Rectangle 19">
                <a:extLst>
                  <a:ext uri="{FF2B5EF4-FFF2-40B4-BE49-F238E27FC236}">
                    <a16:creationId xmlns:a16="http://schemas.microsoft.com/office/drawing/2014/main" id="{94C0E879-6112-894D-A473-37BD2CF58C31}"/>
                  </a:ext>
                </a:extLst>
              </p:cNvPr>
              <p:cNvSpPr>
                <a:spLocks noChangeArrowheads="1"/>
              </p:cNvSpPr>
              <p:nvPr/>
            </p:nvSpPr>
            <p:spPr bwMode="auto">
              <a:xfrm>
                <a:off x="1205" y="2821"/>
                <a:ext cx="239" cy="239"/>
              </a:xfrm>
              <a:prstGeom prst="rect">
                <a:avLst/>
              </a:prstGeom>
              <a:solidFill>
                <a:srgbClr val="66FF33"/>
              </a:solidFill>
              <a:ln w="9525">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50199" name="Rectangle 20">
                <a:extLst>
                  <a:ext uri="{FF2B5EF4-FFF2-40B4-BE49-F238E27FC236}">
                    <a16:creationId xmlns:a16="http://schemas.microsoft.com/office/drawing/2014/main" id="{05903A2D-691B-734A-9DF6-245A36C150F4}"/>
                  </a:ext>
                </a:extLst>
              </p:cNvPr>
              <p:cNvSpPr>
                <a:spLocks noChangeArrowheads="1"/>
              </p:cNvSpPr>
              <p:nvPr/>
            </p:nvSpPr>
            <p:spPr bwMode="auto">
              <a:xfrm>
                <a:off x="1445" y="2821"/>
                <a:ext cx="239" cy="239"/>
              </a:xfrm>
              <a:prstGeom prst="rect">
                <a:avLst/>
              </a:prstGeom>
              <a:solidFill>
                <a:srgbClr val="66FF33"/>
              </a:solidFill>
              <a:ln w="9525">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50200" name="Rectangle 21">
                <a:extLst>
                  <a:ext uri="{FF2B5EF4-FFF2-40B4-BE49-F238E27FC236}">
                    <a16:creationId xmlns:a16="http://schemas.microsoft.com/office/drawing/2014/main" id="{111BFF21-5084-CA41-9A0E-FA464505B414}"/>
                  </a:ext>
                </a:extLst>
              </p:cNvPr>
              <p:cNvSpPr>
                <a:spLocks noChangeArrowheads="1"/>
              </p:cNvSpPr>
              <p:nvPr/>
            </p:nvSpPr>
            <p:spPr bwMode="auto">
              <a:xfrm>
                <a:off x="1685" y="2821"/>
                <a:ext cx="239" cy="239"/>
              </a:xfrm>
              <a:prstGeom prst="rect">
                <a:avLst/>
              </a:prstGeom>
              <a:solidFill>
                <a:srgbClr val="6699FF"/>
              </a:solidFill>
              <a:ln w="9525">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sp>
          <p:nvSpPr>
            <p:cNvPr id="50181" name="Line 22">
              <a:extLst>
                <a:ext uri="{FF2B5EF4-FFF2-40B4-BE49-F238E27FC236}">
                  <a16:creationId xmlns:a16="http://schemas.microsoft.com/office/drawing/2014/main" id="{5C2D95CD-FFFA-C846-871B-FCF2D340C590}"/>
                </a:ext>
              </a:extLst>
            </p:cNvPr>
            <p:cNvSpPr>
              <a:spLocks noChangeShapeType="1"/>
            </p:cNvSpPr>
            <p:nvPr/>
          </p:nvSpPr>
          <p:spPr bwMode="auto">
            <a:xfrm>
              <a:off x="2140" y="2132"/>
              <a:ext cx="0" cy="928"/>
            </a:xfrm>
            <a:prstGeom prst="line">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sp>
          <p:nvSpPr>
            <p:cNvPr id="50182" name="Line 23">
              <a:extLst>
                <a:ext uri="{FF2B5EF4-FFF2-40B4-BE49-F238E27FC236}">
                  <a16:creationId xmlns:a16="http://schemas.microsoft.com/office/drawing/2014/main" id="{A06F0B28-18B0-4146-BECA-E4527D3A7727}"/>
                </a:ext>
              </a:extLst>
            </p:cNvPr>
            <p:cNvSpPr>
              <a:spLocks noChangeShapeType="1"/>
            </p:cNvSpPr>
            <p:nvPr/>
          </p:nvSpPr>
          <p:spPr bwMode="auto">
            <a:xfrm>
              <a:off x="2211" y="3145"/>
              <a:ext cx="103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sp>
          <p:nvSpPr>
            <p:cNvPr id="50183" name="Text Box 24">
              <a:extLst>
                <a:ext uri="{FF2B5EF4-FFF2-40B4-BE49-F238E27FC236}">
                  <a16:creationId xmlns:a16="http://schemas.microsoft.com/office/drawing/2014/main" id="{C17238FF-3DFB-EE48-A92C-97AB847AB7C5}"/>
                </a:ext>
              </a:extLst>
            </p:cNvPr>
            <p:cNvSpPr txBox="1">
              <a:spLocks noChangeArrowheads="1"/>
            </p:cNvSpPr>
            <p:nvPr/>
          </p:nvSpPr>
          <p:spPr bwMode="auto">
            <a:xfrm rot="-5400000">
              <a:off x="1719" y="2553"/>
              <a:ext cx="651" cy="154"/>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b="1">
                  <a:solidFill>
                    <a:srgbClr val="000000"/>
                  </a:solidFill>
                </a:rPr>
                <a:t>novidade</a:t>
              </a:r>
            </a:p>
          </p:txBody>
        </p:sp>
        <p:sp>
          <p:nvSpPr>
            <p:cNvPr id="50184" name="Text Box 25">
              <a:extLst>
                <a:ext uri="{FF2B5EF4-FFF2-40B4-BE49-F238E27FC236}">
                  <a16:creationId xmlns:a16="http://schemas.microsoft.com/office/drawing/2014/main" id="{44919C18-C4E2-834F-BF55-1C99CC06C133}"/>
                </a:ext>
              </a:extLst>
            </p:cNvPr>
            <p:cNvSpPr txBox="1">
              <a:spLocks noChangeArrowheads="1"/>
            </p:cNvSpPr>
            <p:nvPr/>
          </p:nvSpPr>
          <p:spPr bwMode="auto">
            <a:xfrm>
              <a:off x="2208" y="3168"/>
              <a:ext cx="943" cy="154"/>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b="1">
                  <a:solidFill>
                    <a:srgbClr val="000000"/>
                  </a:solidFill>
                </a:rPr>
                <a:t>complexidade</a:t>
              </a: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583D09E6-1C8C-0947-BF82-36D646617CEF}"/>
              </a:ext>
            </a:extLst>
          </p:cNvPr>
          <p:cNvSpPr>
            <a:spLocks noGrp="1" noChangeArrowheads="1"/>
          </p:cNvSpPr>
          <p:nvPr>
            <p:ph type="title"/>
          </p:nvPr>
        </p:nvSpPr>
        <p:spPr/>
        <p:txBody>
          <a:bodyPr/>
          <a:lstStyle/>
          <a:p>
            <a:pPr eaLnBrk="1" hangingPunct="1"/>
            <a:r>
              <a:rPr lang="pt-BR" altLang="pt-BR" sz="2000">
                <a:ea typeface="ＭＳ Ｐゴシック" panose="020B0600070205080204" pitchFamily="34" charset="-128"/>
              </a:rPr>
              <a:t>Grau de novidade e complexidade do produto influenciando a relação entre projeto conceitual e detalhado 1/2</a:t>
            </a:r>
          </a:p>
        </p:txBody>
      </p:sp>
      <p:sp>
        <p:nvSpPr>
          <p:cNvPr id="52226" name="Rectangle 3">
            <a:extLst>
              <a:ext uri="{FF2B5EF4-FFF2-40B4-BE49-F238E27FC236}">
                <a16:creationId xmlns:a16="http://schemas.microsoft.com/office/drawing/2014/main" id="{79C684DE-F7D6-834F-AF86-32206D72A706}"/>
              </a:ext>
            </a:extLst>
          </p:cNvPr>
          <p:cNvSpPr>
            <a:spLocks noGrp="1" noChangeArrowheads="1"/>
          </p:cNvSpPr>
          <p:nvPr>
            <p:ph type="body" idx="1"/>
          </p:nvPr>
        </p:nvSpPr>
        <p:spPr>
          <a:xfrm>
            <a:off x="3240088" y="1090613"/>
            <a:ext cx="5751512" cy="2146300"/>
          </a:xfrm>
          <a:noFill/>
          <a:ln cap="flat">
            <a:solidFill>
              <a:schemeClr val="tx1"/>
            </a:solidFill>
            <a:miter lim="800000"/>
            <a:headEnd/>
            <a:tailEnd/>
          </a:ln>
        </p:spPr>
        <p:txBody>
          <a:bodyPr/>
          <a:lstStyle/>
          <a:p>
            <a:pPr eaLnBrk="1" hangingPunct="1">
              <a:buFontTx/>
              <a:buNone/>
            </a:pPr>
            <a:r>
              <a:rPr lang="pt-BR" altLang="pt-BR" sz="2400" u="sng">
                <a:ea typeface="ＭＳ Ｐゴシック" panose="020B0600070205080204" pitchFamily="34" charset="-128"/>
              </a:rPr>
              <a:t>Grau de novidade</a:t>
            </a:r>
            <a:r>
              <a:rPr lang="pt-BR" altLang="pt-BR" sz="2400">
                <a:ea typeface="ＭＳ Ｐゴシック" panose="020B0600070205080204" pitchFamily="34" charset="-128"/>
              </a:rPr>
              <a:t>:</a:t>
            </a:r>
          </a:p>
          <a:p>
            <a:pPr eaLnBrk="1" hangingPunct="1">
              <a:buFontTx/>
              <a:buNone/>
            </a:pPr>
            <a:r>
              <a:rPr lang="pt-BR" altLang="pt-BR" sz="2400">
                <a:ea typeface="ＭＳ Ｐゴシック" panose="020B0600070205080204" pitchFamily="34" charset="-128"/>
              </a:rPr>
              <a:t>Se menor &gt; maior o nível de detalhamento no projeto conceitual</a:t>
            </a:r>
          </a:p>
          <a:p>
            <a:pPr eaLnBrk="1" hangingPunct="1">
              <a:buFontTx/>
              <a:buNone/>
            </a:pPr>
            <a:r>
              <a:rPr lang="pt-BR" altLang="pt-BR" sz="2400">
                <a:ea typeface="ＭＳ Ｐゴシック" panose="020B0600070205080204" pitchFamily="34" charset="-128"/>
              </a:rPr>
              <a:t>Se maior &gt; só conseguiremos identificar todos os SSCs no detalhado</a:t>
            </a:r>
          </a:p>
        </p:txBody>
      </p:sp>
      <p:grpSp>
        <p:nvGrpSpPr>
          <p:cNvPr id="52227" name="Group 4">
            <a:extLst>
              <a:ext uri="{FF2B5EF4-FFF2-40B4-BE49-F238E27FC236}">
                <a16:creationId xmlns:a16="http://schemas.microsoft.com/office/drawing/2014/main" id="{3AD5DDEE-BB63-AD4B-A0DE-67A337BBF011}"/>
              </a:ext>
            </a:extLst>
          </p:cNvPr>
          <p:cNvGrpSpPr>
            <a:grpSpLocks/>
          </p:cNvGrpSpPr>
          <p:nvPr/>
        </p:nvGrpSpPr>
        <p:grpSpPr bwMode="auto">
          <a:xfrm>
            <a:off x="188913" y="2482850"/>
            <a:ext cx="2024062" cy="1900238"/>
            <a:chOff x="1968" y="2125"/>
            <a:chExt cx="1275" cy="1197"/>
          </a:xfrm>
        </p:grpSpPr>
        <p:grpSp>
          <p:nvGrpSpPr>
            <p:cNvPr id="52230" name="Group 5">
              <a:extLst>
                <a:ext uri="{FF2B5EF4-FFF2-40B4-BE49-F238E27FC236}">
                  <a16:creationId xmlns:a16="http://schemas.microsoft.com/office/drawing/2014/main" id="{DA2D700E-AFC8-BE44-AFE8-EAB73A17C183}"/>
                </a:ext>
              </a:extLst>
            </p:cNvPr>
            <p:cNvGrpSpPr>
              <a:grpSpLocks/>
            </p:cNvGrpSpPr>
            <p:nvPr/>
          </p:nvGrpSpPr>
          <p:grpSpPr bwMode="auto">
            <a:xfrm>
              <a:off x="2215" y="2125"/>
              <a:ext cx="959" cy="943"/>
              <a:chOff x="965" y="2117"/>
              <a:chExt cx="959" cy="943"/>
            </a:xfrm>
          </p:grpSpPr>
          <p:sp>
            <p:nvSpPr>
              <p:cNvPr id="52235" name="Rectangle 6">
                <a:extLst>
                  <a:ext uri="{FF2B5EF4-FFF2-40B4-BE49-F238E27FC236}">
                    <a16:creationId xmlns:a16="http://schemas.microsoft.com/office/drawing/2014/main" id="{FB182416-A284-F041-AC63-BD28795DF96C}"/>
                  </a:ext>
                </a:extLst>
              </p:cNvPr>
              <p:cNvSpPr>
                <a:spLocks noChangeArrowheads="1"/>
              </p:cNvSpPr>
              <p:nvPr/>
            </p:nvSpPr>
            <p:spPr bwMode="auto">
              <a:xfrm>
                <a:off x="965" y="2117"/>
                <a:ext cx="239" cy="239"/>
              </a:xfrm>
              <a:prstGeom prst="rect">
                <a:avLst/>
              </a:prstGeom>
              <a:solidFill>
                <a:srgbClr val="6699FF"/>
              </a:solidFill>
              <a:ln w="9525">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52236" name="Rectangle 7">
                <a:extLst>
                  <a:ext uri="{FF2B5EF4-FFF2-40B4-BE49-F238E27FC236}">
                    <a16:creationId xmlns:a16="http://schemas.microsoft.com/office/drawing/2014/main" id="{C6034021-B5E6-1749-AE63-D3A2B1C974BB}"/>
                  </a:ext>
                </a:extLst>
              </p:cNvPr>
              <p:cNvSpPr>
                <a:spLocks noChangeArrowheads="1"/>
              </p:cNvSpPr>
              <p:nvPr/>
            </p:nvSpPr>
            <p:spPr bwMode="auto">
              <a:xfrm>
                <a:off x="1205" y="2117"/>
                <a:ext cx="239" cy="239"/>
              </a:xfrm>
              <a:prstGeom prst="rect">
                <a:avLst/>
              </a:prstGeom>
              <a:solidFill>
                <a:srgbClr val="6699FF"/>
              </a:solidFill>
              <a:ln w="9525">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52237" name="Rectangle 8">
                <a:extLst>
                  <a:ext uri="{FF2B5EF4-FFF2-40B4-BE49-F238E27FC236}">
                    <a16:creationId xmlns:a16="http://schemas.microsoft.com/office/drawing/2014/main" id="{715D3B0F-26B5-B840-A749-BDA1567E5C59}"/>
                  </a:ext>
                </a:extLst>
              </p:cNvPr>
              <p:cNvSpPr>
                <a:spLocks noChangeArrowheads="1"/>
              </p:cNvSpPr>
              <p:nvPr/>
            </p:nvSpPr>
            <p:spPr bwMode="auto">
              <a:xfrm>
                <a:off x="1445" y="2117"/>
                <a:ext cx="239" cy="239"/>
              </a:xfrm>
              <a:prstGeom prst="rect">
                <a:avLst/>
              </a:prstGeom>
              <a:solidFill>
                <a:srgbClr val="FF3300"/>
              </a:solidFill>
              <a:ln w="9525">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52238" name="Rectangle 9">
                <a:extLst>
                  <a:ext uri="{FF2B5EF4-FFF2-40B4-BE49-F238E27FC236}">
                    <a16:creationId xmlns:a16="http://schemas.microsoft.com/office/drawing/2014/main" id="{CC29C895-C853-2C4A-B170-BE16AA1443F4}"/>
                  </a:ext>
                </a:extLst>
              </p:cNvPr>
              <p:cNvSpPr>
                <a:spLocks noChangeArrowheads="1"/>
              </p:cNvSpPr>
              <p:nvPr/>
            </p:nvSpPr>
            <p:spPr bwMode="auto">
              <a:xfrm>
                <a:off x="1685" y="2117"/>
                <a:ext cx="239" cy="239"/>
              </a:xfrm>
              <a:prstGeom prst="rect">
                <a:avLst/>
              </a:prstGeom>
              <a:solidFill>
                <a:srgbClr val="FF3300"/>
              </a:solidFill>
              <a:ln w="9525">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52239" name="Rectangle 10">
                <a:extLst>
                  <a:ext uri="{FF2B5EF4-FFF2-40B4-BE49-F238E27FC236}">
                    <a16:creationId xmlns:a16="http://schemas.microsoft.com/office/drawing/2014/main" id="{E11DF08E-6EBD-5942-BEED-5CE103DACEE6}"/>
                  </a:ext>
                </a:extLst>
              </p:cNvPr>
              <p:cNvSpPr>
                <a:spLocks noChangeArrowheads="1"/>
              </p:cNvSpPr>
              <p:nvPr/>
            </p:nvSpPr>
            <p:spPr bwMode="auto">
              <a:xfrm>
                <a:off x="965" y="2353"/>
                <a:ext cx="239" cy="239"/>
              </a:xfrm>
              <a:prstGeom prst="rect">
                <a:avLst/>
              </a:prstGeom>
              <a:solidFill>
                <a:srgbClr val="66FF33"/>
              </a:solidFill>
              <a:ln w="9525">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52240" name="Rectangle 11">
                <a:extLst>
                  <a:ext uri="{FF2B5EF4-FFF2-40B4-BE49-F238E27FC236}">
                    <a16:creationId xmlns:a16="http://schemas.microsoft.com/office/drawing/2014/main" id="{DB80A966-54D3-DD40-9D36-BC65BFCCB37E}"/>
                  </a:ext>
                </a:extLst>
              </p:cNvPr>
              <p:cNvSpPr>
                <a:spLocks noChangeArrowheads="1"/>
              </p:cNvSpPr>
              <p:nvPr/>
            </p:nvSpPr>
            <p:spPr bwMode="auto">
              <a:xfrm>
                <a:off x="1205" y="2353"/>
                <a:ext cx="239" cy="239"/>
              </a:xfrm>
              <a:prstGeom prst="rect">
                <a:avLst/>
              </a:prstGeom>
              <a:solidFill>
                <a:srgbClr val="6699FF"/>
              </a:solidFill>
              <a:ln w="9525">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52241" name="Rectangle 12">
                <a:extLst>
                  <a:ext uri="{FF2B5EF4-FFF2-40B4-BE49-F238E27FC236}">
                    <a16:creationId xmlns:a16="http://schemas.microsoft.com/office/drawing/2014/main" id="{81672757-6C9C-1B4D-8DAA-63A580C6CF67}"/>
                  </a:ext>
                </a:extLst>
              </p:cNvPr>
              <p:cNvSpPr>
                <a:spLocks noChangeArrowheads="1"/>
              </p:cNvSpPr>
              <p:nvPr/>
            </p:nvSpPr>
            <p:spPr bwMode="auto">
              <a:xfrm>
                <a:off x="1445" y="2353"/>
                <a:ext cx="239" cy="239"/>
              </a:xfrm>
              <a:prstGeom prst="rect">
                <a:avLst/>
              </a:prstGeom>
              <a:solidFill>
                <a:srgbClr val="6699FF"/>
              </a:solidFill>
              <a:ln w="9525">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52242" name="Rectangle 13">
                <a:extLst>
                  <a:ext uri="{FF2B5EF4-FFF2-40B4-BE49-F238E27FC236}">
                    <a16:creationId xmlns:a16="http://schemas.microsoft.com/office/drawing/2014/main" id="{5CAEA7D9-6F9C-894A-A2F7-B51E1DB14C93}"/>
                  </a:ext>
                </a:extLst>
              </p:cNvPr>
              <p:cNvSpPr>
                <a:spLocks noChangeArrowheads="1"/>
              </p:cNvSpPr>
              <p:nvPr/>
            </p:nvSpPr>
            <p:spPr bwMode="auto">
              <a:xfrm>
                <a:off x="1685" y="2353"/>
                <a:ext cx="239" cy="239"/>
              </a:xfrm>
              <a:prstGeom prst="rect">
                <a:avLst/>
              </a:prstGeom>
              <a:solidFill>
                <a:srgbClr val="FF3300"/>
              </a:solidFill>
              <a:ln w="9525">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52243" name="Rectangle 14">
                <a:extLst>
                  <a:ext uri="{FF2B5EF4-FFF2-40B4-BE49-F238E27FC236}">
                    <a16:creationId xmlns:a16="http://schemas.microsoft.com/office/drawing/2014/main" id="{8FB3F6FA-8CA5-BF46-84E4-3BE133ACE232}"/>
                  </a:ext>
                </a:extLst>
              </p:cNvPr>
              <p:cNvSpPr>
                <a:spLocks noChangeArrowheads="1"/>
              </p:cNvSpPr>
              <p:nvPr/>
            </p:nvSpPr>
            <p:spPr bwMode="auto">
              <a:xfrm>
                <a:off x="965" y="2585"/>
                <a:ext cx="239" cy="239"/>
              </a:xfrm>
              <a:prstGeom prst="rect">
                <a:avLst/>
              </a:prstGeom>
              <a:solidFill>
                <a:srgbClr val="66FF33"/>
              </a:solidFill>
              <a:ln w="9525">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52244" name="Rectangle 15">
                <a:extLst>
                  <a:ext uri="{FF2B5EF4-FFF2-40B4-BE49-F238E27FC236}">
                    <a16:creationId xmlns:a16="http://schemas.microsoft.com/office/drawing/2014/main" id="{1F517F72-EDAB-324E-89D0-13FA47448636}"/>
                  </a:ext>
                </a:extLst>
              </p:cNvPr>
              <p:cNvSpPr>
                <a:spLocks noChangeArrowheads="1"/>
              </p:cNvSpPr>
              <p:nvPr/>
            </p:nvSpPr>
            <p:spPr bwMode="auto">
              <a:xfrm>
                <a:off x="1205" y="2585"/>
                <a:ext cx="239" cy="239"/>
              </a:xfrm>
              <a:prstGeom prst="rect">
                <a:avLst/>
              </a:prstGeom>
              <a:solidFill>
                <a:srgbClr val="66FF33"/>
              </a:solidFill>
              <a:ln w="9525">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52245" name="Rectangle 16">
                <a:extLst>
                  <a:ext uri="{FF2B5EF4-FFF2-40B4-BE49-F238E27FC236}">
                    <a16:creationId xmlns:a16="http://schemas.microsoft.com/office/drawing/2014/main" id="{2314764F-84F0-3449-A24A-F717FE3DAD04}"/>
                  </a:ext>
                </a:extLst>
              </p:cNvPr>
              <p:cNvSpPr>
                <a:spLocks noChangeArrowheads="1"/>
              </p:cNvSpPr>
              <p:nvPr/>
            </p:nvSpPr>
            <p:spPr bwMode="auto">
              <a:xfrm>
                <a:off x="1445" y="2585"/>
                <a:ext cx="239" cy="239"/>
              </a:xfrm>
              <a:prstGeom prst="rect">
                <a:avLst/>
              </a:prstGeom>
              <a:solidFill>
                <a:srgbClr val="6699FF"/>
              </a:solidFill>
              <a:ln w="9525">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52246" name="Rectangle 17">
                <a:extLst>
                  <a:ext uri="{FF2B5EF4-FFF2-40B4-BE49-F238E27FC236}">
                    <a16:creationId xmlns:a16="http://schemas.microsoft.com/office/drawing/2014/main" id="{8AD68338-7BEA-074C-B8D3-973A3CCB0DF6}"/>
                  </a:ext>
                </a:extLst>
              </p:cNvPr>
              <p:cNvSpPr>
                <a:spLocks noChangeArrowheads="1"/>
              </p:cNvSpPr>
              <p:nvPr/>
            </p:nvSpPr>
            <p:spPr bwMode="auto">
              <a:xfrm>
                <a:off x="1685" y="2585"/>
                <a:ext cx="239" cy="239"/>
              </a:xfrm>
              <a:prstGeom prst="rect">
                <a:avLst/>
              </a:prstGeom>
              <a:solidFill>
                <a:srgbClr val="6699FF"/>
              </a:solidFill>
              <a:ln w="9525">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52247" name="Rectangle 18">
                <a:extLst>
                  <a:ext uri="{FF2B5EF4-FFF2-40B4-BE49-F238E27FC236}">
                    <a16:creationId xmlns:a16="http://schemas.microsoft.com/office/drawing/2014/main" id="{C844EE2B-597D-734A-B269-0F51E71B1B27}"/>
                  </a:ext>
                </a:extLst>
              </p:cNvPr>
              <p:cNvSpPr>
                <a:spLocks noChangeArrowheads="1"/>
              </p:cNvSpPr>
              <p:nvPr/>
            </p:nvSpPr>
            <p:spPr bwMode="auto">
              <a:xfrm>
                <a:off x="965" y="2821"/>
                <a:ext cx="239" cy="239"/>
              </a:xfrm>
              <a:prstGeom prst="rect">
                <a:avLst/>
              </a:prstGeom>
              <a:solidFill>
                <a:srgbClr val="FFFF00"/>
              </a:solidFill>
              <a:ln w="9525">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52248" name="Rectangle 19">
                <a:extLst>
                  <a:ext uri="{FF2B5EF4-FFF2-40B4-BE49-F238E27FC236}">
                    <a16:creationId xmlns:a16="http://schemas.microsoft.com/office/drawing/2014/main" id="{C7438A22-9537-2F47-80E3-DFE462DE5EEE}"/>
                  </a:ext>
                </a:extLst>
              </p:cNvPr>
              <p:cNvSpPr>
                <a:spLocks noChangeArrowheads="1"/>
              </p:cNvSpPr>
              <p:nvPr/>
            </p:nvSpPr>
            <p:spPr bwMode="auto">
              <a:xfrm>
                <a:off x="1205" y="2821"/>
                <a:ext cx="239" cy="239"/>
              </a:xfrm>
              <a:prstGeom prst="rect">
                <a:avLst/>
              </a:prstGeom>
              <a:solidFill>
                <a:srgbClr val="66FF33"/>
              </a:solidFill>
              <a:ln w="9525">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52249" name="Rectangle 20">
                <a:extLst>
                  <a:ext uri="{FF2B5EF4-FFF2-40B4-BE49-F238E27FC236}">
                    <a16:creationId xmlns:a16="http://schemas.microsoft.com/office/drawing/2014/main" id="{47BE604B-3D3E-B14A-8A33-B1C28CAF8C18}"/>
                  </a:ext>
                </a:extLst>
              </p:cNvPr>
              <p:cNvSpPr>
                <a:spLocks noChangeArrowheads="1"/>
              </p:cNvSpPr>
              <p:nvPr/>
            </p:nvSpPr>
            <p:spPr bwMode="auto">
              <a:xfrm>
                <a:off x="1445" y="2821"/>
                <a:ext cx="239" cy="239"/>
              </a:xfrm>
              <a:prstGeom prst="rect">
                <a:avLst/>
              </a:prstGeom>
              <a:solidFill>
                <a:srgbClr val="66FF33"/>
              </a:solidFill>
              <a:ln w="9525">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52250" name="Rectangle 21">
                <a:extLst>
                  <a:ext uri="{FF2B5EF4-FFF2-40B4-BE49-F238E27FC236}">
                    <a16:creationId xmlns:a16="http://schemas.microsoft.com/office/drawing/2014/main" id="{E9D63500-E253-DB46-888A-1A7A218AE238}"/>
                  </a:ext>
                </a:extLst>
              </p:cNvPr>
              <p:cNvSpPr>
                <a:spLocks noChangeArrowheads="1"/>
              </p:cNvSpPr>
              <p:nvPr/>
            </p:nvSpPr>
            <p:spPr bwMode="auto">
              <a:xfrm>
                <a:off x="1685" y="2821"/>
                <a:ext cx="239" cy="239"/>
              </a:xfrm>
              <a:prstGeom prst="rect">
                <a:avLst/>
              </a:prstGeom>
              <a:solidFill>
                <a:srgbClr val="6699FF"/>
              </a:solidFill>
              <a:ln w="9525">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sp>
          <p:nvSpPr>
            <p:cNvPr id="52231" name="Line 22">
              <a:extLst>
                <a:ext uri="{FF2B5EF4-FFF2-40B4-BE49-F238E27FC236}">
                  <a16:creationId xmlns:a16="http://schemas.microsoft.com/office/drawing/2014/main" id="{94521500-D1C3-8243-8149-E6417BA0168E}"/>
                </a:ext>
              </a:extLst>
            </p:cNvPr>
            <p:cNvSpPr>
              <a:spLocks noChangeShapeType="1"/>
            </p:cNvSpPr>
            <p:nvPr/>
          </p:nvSpPr>
          <p:spPr bwMode="auto">
            <a:xfrm>
              <a:off x="2140" y="2132"/>
              <a:ext cx="0" cy="928"/>
            </a:xfrm>
            <a:prstGeom prst="line">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sp>
          <p:nvSpPr>
            <p:cNvPr id="52232" name="Line 23">
              <a:extLst>
                <a:ext uri="{FF2B5EF4-FFF2-40B4-BE49-F238E27FC236}">
                  <a16:creationId xmlns:a16="http://schemas.microsoft.com/office/drawing/2014/main" id="{C8C99631-0BD2-2D43-87F8-BAFDD7380517}"/>
                </a:ext>
              </a:extLst>
            </p:cNvPr>
            <p:cNvSpPr>
              <a:spLocks noChangeShapeType="1"/>
            </p:cNvSpPr>
            <p:nvPr/>
          </p:nvSpPr>
          <p:spPr bwMode="auto">
            <a:xfrm>
              <a:off x="2211" y="3145"/>
              <a:ext cx="103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sp>
          <p:nvSpPr>
            <p:cNvPr id="52233" name="Text Box 24">
              <a:extLst>
                <a:ext uri="{FF2B5EF4-FFF2-40B4-BE49-F238E27FC236}">
                  <a16:creationId xmlns:a16="http://schemas.microsoft.com/office/drawing/2014/main" id="{FC5C0470-16C2-D24D-8A6C-DED75D94D00B}"/>
                </a:ext>
              </a:extLst>
            </p:cNvPr>
            <p:cNvSpPr txBox="1">
              <a:spLocks noChangeArrowheads="1"/>
            </p:cNvSpPr>
            <p:nvPr/>
          </p:nvSpPr>
          <p:spPr bwMode="auto">
            <a:xfrm rot="-5400000">
              <a:off x="1719" y="2553"/>
              <a:ext cx="651" cy="154"/>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b="1">
                  <a:solidFill>
                    <a:srgbClr val="000000"/>
                  </a:solidFill>
                </a:rPr>
                <a:t>novidade</a:t>
              </a:r>
            </a:p>
          </p:txBody>
        </p:sp>
        <p:sp>
          <p:nvSpPr>
            <p:cNvPr id="52234" name="Text Box 25">
              <a:extLst>
                <a:ext uri="{FF2B5EF4-FFF2-40B4-BE49-F238E27FC236}">
                  <a16:creationId xmlns:a16="http://schemas.microsoft.com/office/drawing/2014/main" id="{783AB727-8F00-1F48-8118-51072CABCC60}"/>
                </a:ext>
              </a:extLst>
            </p:cNvPr>
            <p:cNvSpPr txBox="1">
              <a:spLocks noChangeArrowheads="1"/>
            </p:cNvSpPr>
            <p:nvPr/>
          </p:nvSpPr>
          <p:spPr bwMode="auto">
            <a:xfrm>
              <a:off x="2208" y="3168"/>
              <a:ext cx="943" cy="154"/>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b="1">
                  <a:solidFill>
                    <a:srgbClr val="000000"/>
                  </a:solidFill>
                </a:rPr>
                <a:t>complexidade</a:t>
              </a:r>
            </a:p>
          </p:txBody>
        </p:sp>
      </p:grpSp>
      <p:sp>
        <p:nvSpPr>
          <p:cNvPr id="52228" name="Rectangle 26">
            <a:extLst>
              <a:ext uri="{FF2B5EF4-FFF2-40B4-BE49-F238E27FC236}">
                <a16:creationId xmlns:a16="http://schemas.microsoft.com/office/drawing/2014/main" id="{535BA352-61F8-2840-8440-858D124F2711}"/>
              </a:ext>
            </a:extLst>
          </p:cNvPr>
          <p:cNvSpPr>
            <a:spLocks noChangeArrowheads="1"/>
          </p:cNvSpPr>
          <p:nvPr/>
        </p:nvSpPr>
        <p:spPr bwMode="auto">
          <a:xfrm>
            <a:off x="3260725" y="3403600"/>
            <a:ext cx="5729288" cy="19780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buFontTx/>
              <a:buNone/>
            </a:pPr>
            <a:r>
              <a:rPr lang="pt-BR" altLang="pt-BR" sz="2000" u="sng"/>
              <a:t>Grau de complexidade</a:t>
            </a:r>
            <a:r>
              <a:rPr lang="pt-BR" altLang="pt-BR" sz="2000"/>
              <a:t>:</a:t>
            </a:r>
          </a:p>
          <a:p>
            <a:pPr eaLnBrk="1" hangingPunct="1">
              <a:buFontTx/>
              <a:buNone/>
            </a:pPr>
            <a:r>
              <a:rPr lang="pt-BR" altLang="pt-BR" sz="2000"/>
              <a:t>Maior &gt; investir mais no conceitual para obter uma noção mais precisa do produto (algumas atividades do detalhado ocorrem no conceitual)</a:t>
            </a:r>
          </a:p>
        </p:txBody>
      </p:sp>
      <p:sp>
        <p:nvSpPr>
          <p:cNvPr id="52229" name="Text Box 27">
            <a:extLst>
              <a:ext uri="{FF2B5EF4-FFF2-40B4-BE49-F238E27FC236}">
                <a16:creationId xmlns:a16="http://schemas.microsoft.com/office/drawing/2014/main" id="{03CA0096-99B9-BA48-BFA0-6BD2265CEE2F}"/>
              </a:ext>
            </a:extLst>
          </p:cNvPr>
          <p:cNvSpPr txBox="1">
            <a:spLocks noChangeArrowheads="1"/>
          </p:cNvSpPr>
          <p:nvPr/>
        </p:nvSpPr>
        <p:spPr bwMode="auto">
          <a:xfrm>
            <a:off x="206375" y="5753100"/>
            <a:ext cx="8624888"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a:solidFill>
                  <a:srgbClr val="FF3300"/>
                </a:solidFill>
              </a:rPr>
              <a:t>Podem existir variações dessas práticas dependendo de especificidades do produto e cultura da empresa</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4273" name="Group 2">
            <a:extLst>
              <a:ext uri="{FF2B5EF4-FFF2-40B4-BE49-F238E27FC236}">
                <a16:creationId xmlns:a16="http://schemas.microsoft.com/office/drawing/2014/main" id="{39F571BA-169E-A84E-9B11-FF16C12F5602}"/>
              </a:ext>
            </a:extLst>
          </p:cNvPr>
          <p:cNvGrpSpPr>
            <a:grpSpLocks/>
          </p:cNvGrpSpPr>
          <p:nvPr/>
        </p:nvGrpSpPr>
        <p:grpSpPr bwMode="auto">
          <a:xfrm>
            <a:off x="401638" y="1371600"/>
            <a:ext cx="8208962" cy="5157788"/>
            <a:chOff x="960" y="3792"/>
            <a:chExt cx="3792" cy="528"/>
          </a:xfrm>
        </p:grpSpPr>
        <p:sp>
          <p:nvSpPr>
            <p:cNvPr id="54284" name="Line 3">
              <a:extLst>
                <a:ext uri="{FF2B5EF4-FFF2-40B4-BE49-F238E27FC236}">
                  <a16:creationId xmlns:a16="http://schemas.microsoft.com/office/drawing/2014/main" id="{15A9B25E-631E-FC40-AB71-B5A08E326AAB}"/>
                </a:ext>
              </a:extLst>
            </p:cNvPr>
            <p:cNvSpPr>
              <a:spLocks noChangeShapeType="1"/>
            </p:cNvSpPr>
            <p:nvPr/>
          </p:nvSpPr>
          <p:spPr bwMode="auto">
            <a:xfrm flipV="1">
              <a:off x="2688" y="3792"/>
              <a:ext cx="0" cy="52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54285" name="Line 4">
              <a:extLst>
                <a:ext uri="{FF2B5EF4-FFF2-40B4-BE49-F238E27FC236}">
                  <a16:creationId xmlns:a16="http://schemas.microsoft.com/office/drawing/2014/main" id="{0D7EF374-2297-344B-84F8-B48B608B5C7C}"/>
                </a:ext>
              </a:extLst>
            </p:cNvPr>
            <p:cNvSpPr>
              <a:spLocks noChangeShapeType="1"/>
            </p:cNvSpPr>
            <p:nvPr/>
          </p:nvSpPr>
          <p:spPr bwMode="auto">
            <a:xfrm flipV="1">
              <a:off x="4752" y="3792"/>
              <a:ext cx="0" cy="52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54286" name="Line 5">
              <a:extLst>
                <a:ext uri="{FF2B5EF4-FFF2-40B4-BE49-F238E27FC236}">
                  <a16:creationId xmlns:a16="http://schemas.microsoft.com/office/drawing/2014/main" id="{BB60C885-575C-A246-91B0-6F6C562DB6F5}"/>
                </a:ext>
              </a:extLst>
            </p:cNvPr>
            <p:cNvSpPr>
              <a:spLocks noChangeShapeType="1"/>
            </p:cNvSpPr>
            <p:nvPr/>
          </p:nvSpPr>
          <p:spPr bwMode="auto">
            <a:xfrm flipV="1">
              <a:off x="960" y="3792"/>
              <a:ext cx="0" cy="52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grpSp>
      <p:sp>
        <p:nvSpPr>
          <p:cNvPr id="332806" name="AutoShape 6">
            <a:extLst>
              <a:ext uri="{FF2B5EF4-FFF2-40B4-BE49-F238E27FC236}">
                <a16:creationId xmlns:a16="http://schemas.microsoft.com/office/drawing/2014/main" id="{443B924E-7D44-B349-A134-9A4EAC9ED49C}"/>
              </a:ext>
            </a:extLst>
          </p:cNvPr>
          <p:cNvSpPr>
            <a:spLocks noChangeArrowheads="1"/>
          </p:cNvSpPr>
          <p:nvPr/>
        </p:nvSpPr>
        <p:spPr bwMode="auto">
          <a:xfrm>
            <a:off x="401638" y="908050"/>
            <a:ext cx="4386262" cy="1384300"/>
          </a:xfrm>
          <a:prstGeom prst="chevron">
            <a:avLst>
              <a:gd name="adj" fmla="val 52634"/>
            </a:avLst>
          </a:prstGeom>
          <a:gradFill rotWithShape="0">
            <a:gsLst>
              <a:gs pos="0">
                <a:srgbClr val="FFFFFF"/>
              </a:gs>
              <a:gs pos="50000">
                <a:schemeClr val="accent1"/>
              </a:gs>
              <a:gs pos="100000">
                <a:srgbClr val="FFFFFF"/>
              </a:gs>
            </a:gsLst>
            <a:lin ang="5400000" scaled="1"/>
          </a:gradFill>
          <a:ln w="9525">
            <a:solidFill>
              <a:srgbClr val="000000"/>
            </a:solidFill>
            <a:miter lim="800000"/>
            <a:headEnd/>
            <a:tailEnd/>
          </a:ln>
          <a:effectLst/>
        </p:spPr>
        <p:txBody>
          <a:bodyPr wrap="none" anchor="ctr"/>
          <a:lstStyle/>
          <a:p>
            <a:pPr algn="ctr">
              <a:spcBef>
                <a:spcPct val="50000"/>
              </a:spcBef>
              <a:defRPr/>
            </a:pPr>
            <a:r>
              <a:rPr lang="en-US" sz="3200">
                <a:solidFill>
                  <a:srgbClr val="000066"/>
                </a:solidFill>
                <a:latin typeface="Arial" charset="0"/>
                <a:ea typeface="+mn-ea"/>
              </a:rPr>
              <a:t>     Projeto </a:t>
            </a:r>
          </a:p>
          <a:p>
            <a:pPr algn="ctr">
              <a:spcBef>
                <a:spcPct val="50000"/>
              </a:spcBef>
              <a:defRPr/>
            </a:pPr>
            <a:r>
              <a:rPr lang="en-US" sz="3200">
                <a:solidFill>
                  <a:srgbClr val="000066"/>
                </a:solidFill>
                <a:latin typeface="Arial" charset="0"/>
                <a:ea typeface="+mn-ea"/>
              </a:rPr>
              <a:t>Conceitual</a:t>
            </a:r>
          </a:p>
        </p:txBody>
      </p:sp>
      <p:sp>
        <p:nvSpPr>
          <p:cNvPr id="54275" name="Rectangle 7">
            <a:extLst>
              <a:ext uri="{FF2B5EF4-FFF2-40B4-BE49-F238E27FC236}">
                <a16:creationId xmlns:a16="http://schemas.microsoft.com/office/drawing/2014/main" id="{41696D34-F714-D842-B2E8-82CBC4F1C9EF}"/>
              </a:ext>
            </a:extLst>
          </p:cNvPr>
          <p:cNvSpPr>
            <a:spLocks noChangeArrowheads="1"/>
          </p:cNvSpPr>
          <p:nvPr/>
        </p:nvSpPr>
        <p:spPr bwMode="auto">
          <a:xfrm>
            <a:off x="1042988" y="2708275"/>
            <a:ext cx="3530600" cy="771525"/>
          </a:xfrm>
          <a:prstGeom prst="rect">
            <a:avLst/>
          </a:prstGeom>
          <a:solidFill>
            <a:srgbClr val="FFFFFF"/>
          </a:solidFill>
          <a:ln w="9525">
            <a:solidFill>
              <a:srgbClr val="000000"/>
            </a:solidFill>
            <a:miter lim="800000"/>
            <a:headEnd/>
            <a:tailEnd/>
          </a:ln>
        </p:spPr>
        <p:txBody>
          <a:bodyPr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a:spcBef>
                <a:spcPct val="50000"/>
              </a:spcBef>
              <a:buFontTx/>
              <a:buNone/>
            </a:pPr>
            <a:r>
              <a:rPr lang="en-US" altLang="pt-BR" sz="2000">
                <a:solidFill>
                  <a:srgbClr val="000066"/>
                </a:solidFill>
              </a:rPr>
              <a:t>Selecionar e determinar Concepções Alternativas</a:t>
            </a:r>
          </a:p>
        </p:txBody>
      </p:sp>
      <p:sp>
        <p:nvSpPr>
          <p:cNvPr id="54276" name="Rectangle 8">
            <a:extLst>
              <a:ext uri="{FF2B5EF4-FFF2-40B4-BE49-F238E27FC236}">
                <a16:creationId xmlns:a16="http://schemas.microsoft.com/office/drawing/2014/main" id="{FE13040B-49D2-2A47-8DEA-FC84143DB1D7}"/>
              </a:ext>
            </a:extLst>
          </p:cNvPr>
          <p:cNvSpPr>
            <a:spLocks noChangeArrowheads="1"/>
          </p:cNvSpPr>
          <p:nvPr/>
        </p:nvSpPr>
        <p:spPr bwMode="auto">
          <a:xfrm>
            <a:off x="2374900" y="3627438"/>
            <a:ext cx="4860925" cy="771525"/>
          </a:xfrm>
          <a:prstGeom prst="rect">
            <a:avLst/>
          </a:prstGeom>
          <a:solidFill>
            <a:srgbClr val="FFFFFF"/>
          </a:solidFill>
          <a:ln w="9525">
            <a:solidFill>
              <a:srgbClr val="000000"/>
            </a:solidFill>
            <a:miter lim="800000"/>
            <a:headEnd/>
            <a:tailEnd/>
          </a:ln>
        </p:spPr>
        <p:txBody>
          <a:bodyPr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a:lnSpc>
                <a:spcPct val="80000"/>
              </a:lnSpc>
              <a:spcBef>
                <a:spcPct val="50000"/>
              </a:spcBef>
              <a:buFontTx/>
              <a:buNone/>
            </a:pPr>
            <a:r>
              <a:rPr lang="en-US" altLang="pt-BR" sz="2000">
                <a:solidFill>
                  <a:srgbClr val="000066"/>
                </a:solidFill>
              </a:rPr>
              <a:t>Detalhar a documentação do produto</a:t>
            </a:r>
            <a:endParaRPr lang="en-US" altLang="pt-BR" sz="3200">
              <a:solidFill>
                <a:srgbClr val="000066"/>
              </a:solidFill>
            </a:endParaRPr>
          </a:p>
        </p:txBody>
      </p:sp>
      <p:sp>
        <p:nvSpPr>
          <p:cNvPr id="54277" name="Rectangle 9">
            <a:extLst>
              <a:ext uri="{FF2B5EF4-FFF2-40B4-BE49-F238E27FC236}">
                <a16:creationId xmlns:a16="http://schemas.microsoft.com/office/drawing/2014/main" id="{BE9DCC0F-443A-1642-B5C3-D7D386E435D3}"/>
              </a:ext>
            </a:extLst>
          </p:cNvPr>
          <p:cNvSpPr>
            <a:spLocks noChangeArrowheads="1"/>
          </p:cNvSpPr>
          <p:nvPr/>
        </p:nvSpPr>
        <p:spPr bwMode="auto">
          <a:xfrm>
            <a:off x="1543050" y="4546600"/>
            <a:ext cx="6126163" cy="771525"/>
          </a:xfrm>
          <a:prstGeom prst="rect">
            <a:avLst/>
          </a:prstGeom>
          <a:solidFill>
            <a:srgbClr val="FFFFFF"/>
          </a:solidFill>
          <a:ln w="9525">
            <a:solidFill>
              <a:srgbClr val="000000"/>
            </a:solidFill>
            <a:miter lim="800000"/>
            <a:headEnd/>
            <a:tailEnd/>
          </a:ln>
        </p:spPr>
        <p:txBody>
          <a:bodyPr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a:spcBef>
                <a:spcPct val="50000"/>
              </a:spcBef>
              <a:buFontTx/>
              <a:buNone/>
            </a:pPr>
            <a:r>
              <a:rPr lang="en-US" altLang="pt-BR" sz="2000">
                <a:solidFill>
                  <a:srgbClr val="000066"/>
                </a:solidFill>
              </a:rPr>
              <a:t>Modelar produto, prototipar e simular</a:t>
            </a:r>
            <a:endParaRPr lang="en-US" altLang="pt-BR" sz="3200">
              <a:solidFill>
                <a:srgbClr val="000066"/>
              </a:solidFill>
            </a:endParaRPr>
          </a:p>
        </p:txBody>
      </p:sp>
      <p:sp>
        <p:nvSpPr>
          <p:cNvPr id="332810" name="AutoShape 10">
            <a:extLst>
              <a:ext uri="{FF2B5EF4-FFF2-40B4-BE49-F238E27FC236}">
                <a16:creationId xmlns:a16="http://schemas.microsoft.com/office/drawing/2014/main" id="{2141034D-3182-7A4D-B250-62F40E335C89}"/>
              </a:ext>
            </a:extLst>
          </p:cNvPr>
          <p:cNvSpPr>
            <a:spLocks noChangeArrowheads="1"/>
          </p:cNvSpPr>
          <p:nvPr/>
        </p:nvSpPr>
        <p:spPr bwMode="auto">
          <a:xfrm>
            <a:off x="4284663" y="908050"/>
            <a:ext cx="4422775" cy="1384300"/>
          </a:xfrm>
          <a:prstGeom prst="chevron">
            <a:avLst>
              <a:gd name="adj" fmla="val 55261"/>
            </a:avLst>
          </a:prstGeom>
          <a:gradFill rotWithShape="0">
            <a:gsLst>
              <a:gs pos="0">
                <a:srgbClr val="FFFFFF"/>
              </a:gs>
              <a:gs pos="50000">
                <a:schemeClr val="accent1"/>
              </a:gs>
              <a:gs pos="100000">
                <a:srgbClr val="FFFFFF"/>
              </a:gs>
            </a:gsLst>
            <a:lin ang="5400000" scaled="1"/>
          </a:gradFill>
          <a:ln w="9525">
            <a:solidFill>
              <a:srgbClr val="000000"/>
            </a:solidFill>
            <a:miter lim="800000"/>
            <a:headEnd/>
            <a:tailEnd/>
          </a:ln>
          <a:effectLst/>
        </p:spPr>
        <p:txBody>
          <a:bodyPr wrap="none" anchor="ctr"/>
          <a:lstStyle/>
          <a:p>
            <a:pPr algn="ctr">
              <a:spcBef>
                <a:spcPct val="50000"/>
              </a:spcBef>
              <a:defRPr/>
            </a:pPr>
            <a:r>
              <a:rPr lang="en-US" sz="3200">
                <a:solidFill>
                  <a:srgbClr val="000066"/>
                </a:solidFill>
                <a:latin typeface="Arial" charset="0"/>
                <a:ea typeface="+mn-ea"/>
              </a:rPr>
              <a:t>Projeto </a:t>
            </a:r>
          </a:p>
          <a:p>
            <a:pPr algn="ctr">
              <a:spcBef>
                <a:spcPct val="50000"/>
              </a:spcBef>
              <a:defRPr/>
            </a:pPr>
            <a:r>
              <a:rPr lang="en-US" sz="3200">
                <a:solidFill>
                  <a:srgbClr val="000066"/>
                </a:solidFill>
                <a:latin typeface="Arial" charset="0"/>
                <a:ea typeface="+mn-ea"/>
              </a:rPr>
              <a:t>Detalhado</a:t>
            </a:r>
          </a:p>
        </p:txBody>
      </p:sp>
      <p:sp>
        <p:nvSpPr>
          <p:cNvPr id="54279" name="Rectangle 11">
            <a:extLst>
              <a:ext uri="{FF2B5EF4-FFF2-40B4-BE49-F238E27FC236}">
                <a16:creationId xmlns:a16="http://schemas.microsoft.com/office/drawing/2014/main" id="{DF47E099-E922-9D4B-9159-A0BDA5490014}"/>
              </a:ext>
            </a:extLst>
          </p:cNvPr>
          <p:cNvSpPr>
            <a:spLocks noChangeArrowheads="1"/>
          </p:cNvSpPr>
          <p:nvPr/>
        </p:nvSpPr>
        <p:spPr bwMode="auto">
          <a:xfrm>
            <a:off x="3492500" y="5465763"/>
            <a:ext cx="5422900" cy="771525"/>
          </a:xfrm>
          <a:prstGeom prst="rect">
            <a:avLst/>
          </a:prstGeom>
          <a:solidFill>
            <a:srgbClr val="FFFFFF"/>
          </a:solidFill>
          <a:ln w="9525">
            <a:solidFill>
              <a:srgbClr val="000000"/>
            </a:solidFill>
            <a:miter lim="800000"/>
            <a:headEnd/>
            <a:tailEnd/>
          </a:ln>
        </p:spPr>
        <p:txBody>
          <a:bodyPr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a:spcBef>
                <a:spcPct val="50000"/>
              </a:spcBef>
              <a:buFontTx/>
              <a:buNone/>
            </a:pPr>
            <a:r>
              <a:rPr lang="en-US" altLang="pt-BR" sz="2000">
                <a:solidFill>
                  <a:srgbClr val="000066"/>
                </a:solidFill>
              </a:rPr>
              <a:t>Desenvolver Plano de Processo para os Componentes</a:t>
            </a:r>
            <a:endParaRPr lang="en-US" altLang="pt-BR" sz="3200">
              <a:solidFill>
                <a:srgbClr val="000066"/>
              </a:solidFill>
            </a:endParaRPr>
          </a:p>
        </p:txBody>
      </p:sp>
      <p:sp>
        <p:nvSpPr>
          <p:cNvPr id="54280" name="AutoShape 12">
            <a:extLst>
              <a:ext uri="{FF2B5EF4-FFF2-40B4-BE49-F238E27FC236}">
                <a16:creationId xmlns:a16="http://schemas.microsoft.com/office/drawing/2014/main" id="{95CD6BE0-AAA5-7E4D-943F-46E81D64919C}"/>
              </a:ext>
            </a:extLst>
          </p:cNvPr>
          <p:cNvSpPr>
            <a:spLocks noChangeArrowheads="1"/>
          </p:cNvSpPr>
          <p:nvPr/>
        </p:nvSpPr>
        <p:spPr bwMode="auto">
          <a:xfrm>
            <a:off x="228600" y="6308725"/>
            <a:ext cx="311150" cy="565150"/>
          </a:xfrm>
          <a:prstGeom prst="diamond">
            <a:avLst/>
          </a:prstGeom>
          <a:solidFill>
            <a:schemeClr val="tx2"/>
          </a:solidFill>
          <a:ln w="9525">
            <a:solidFill>
              <a:srgbClr val="000000"/>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54281" name="AutoShape 13">
            <a:extLst>
              <a:ext uri="{FF2B5EF4-FFF2-40B4-BE49-F238E27FC236}">
                <a16:creationId xmlns:a16="http://schemas.microsoft.com/office/drawing/2014/main" id="{92EC25B1-63D4-AF4C-A8C0-F5EE386E8BBF}"/>
              </a:ext>
            </a:extLst>
          </p:cNvPr>
          <p:cNvSpPr>
            <a:spLocks noChangeArrowheads="1"/>
          </p:cNvSpPr>
          <p:nvPr/>
        </p:nvSpPr>
        <p:spPr bwMode="auto">
          <a:xfrm>
            <a:off x="4017963" y="6308725"/>
            <a:ext cx="311150" cy="565150"/>
          </a:xfrm>
          <a:prstGeom prst="diamond">
            <a:avLst/>
          </a:prstGeom>
          <a:solidFill>
            <a:schemeClr val="tx2"/>
          </a:solidFill>
          <a:ln w="9525">
            <a:solidFill>
              <a:srgbClr val="000000"/>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54282" name="AutoShape 14">
            <a:extLst>
              <a:ext uri="{FF2B5EF4-FFF2-40B4-BE49-F238E27FC236}">
                <a16:creationId xmlns:a16="http://schemas.microsoft.com/office/drawing/2014/main" id="{CCEF15AE-E38E-8D40-BE9F-D1FDE67D6D68}"/>
              </a:ext>
            </a:extLst>
          </p:cNvPr>
          <p:cNvSpPr>
            <a:spLocks noChangeArrowheads="1"/>
          </p:cNvSpPr>
          <p:nvPr/>
        </p:nvSpPr>
        <p:spPr bwMode="auto">
          <a:xfrm>
            <a:off x="8458200" y="6308725"/>
            <a:ext cx="311150" cy="565150"/>
          </a:xfrm>
          <a:prstGeom prst="diamond">
            <a:avLst/>
          </a:prstGeom>
          <a:solidFill>
            <a:schemeClr val="tx2"/>
          </a:solidFill>
          <a:ln w="9525">
            <a:solidFill>
              <a:srgbClr val="000000"/>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54283" name="Rectangle 15">
            <a:extLst>
              <a:ext uri="{FF2B5EF4-FFF2-40B4-BE49-F238E27FC236}">
                <a16:creationId xmlns:a16="http://schemas.microsoft.com/office/drawing/2014/main" id="{AD577059-0E3F-484D-84CE-DF6E183DC9B1}"/>
              </a:ext>
            </a:extLst>
          </p:cNvPr>
          <p:cNvSpPr>
            <a:spLocks noGrp="1" noChangeArrowheads="1"/>
          </p:cNvSpPr>
          <p:nvPr>
            <p:ph type="title"/>
          </p:nvPr>
        </p:nvSpPr>
        <p:spPr/>
        <p:txBody>
          <a:bodyPr/>
          <a:lstStyle/>
          <a:p>
            <a:pPr eaLnBrk="1" hangingPunct="1"/>
            <a:r>
              <a:rPr lang="pt-BR" altLang="pt-BR">
                <a:ea typeface="ＭＳ Ｐゴシック" panose="020B0600070205080204" pitchFamily="34" charset="-128"/>
              </a:rPr>
              <a:t>Atividades podem ultrapassar as fases</a:t>
            </a:r>
          </a:p>
        </p:txBody>
      </p:sp>
    </p:spTree>
  </p:cSld>
  <p:clrMapOvr>
    <a:masterClrMapping/>
  </p:clrMapOvr>
  <p:transition>
    <p:pull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m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496" y="36004"/>
            <a:ext cx="9036496" cy="6777372"/>
          </a:xfrm>
          <a:prstGeom prst="rect">
            <a:avLst/>
          </a:prstGeom>
        </p:spPr>
      </p:pic>
    </p:spTree>
    <p:extLst>
      <p:ext uri="{BB962C8B-B14F-4D97-AF65-F5344CB8AC3E}">
        <p14:creationId xmlns:p14="http://schemas.microsoft.com/office/powerpoint/2010/main" val="27523863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m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91" y="1268760"/>
            <a:ext cx="9136609" cy="3507930"/>
          </a:xfrm>
          <a:prstGeom prst="rect">
            <a:avLst/>
          </a:prstGeom>
        </p:spPr>
      </p:pic>
    </p:spTree>
    <p:extLst>
      <p:ext uri="{BB962C8B-B14F-4D97-AF65-F5344CB8AC3E}">
        <p14:creationId xmlns:p14="http://schemas.microsoft.com/office/powerpoint/2010/main" val="22177877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4727774E-7351-A24F-A0C3-FCFDCC8470C8}"/>
              </a:ext>
            </a:extLst>
          </p:cNvPr>
          <p:cNvSpPr>
            <a:spLocks noGrp="1" noChangeArrowheads="1"/>
          </p:cNvSpPr>
          <p:nvPr>
            <p:ph type="title"/>
          </p:nvPr>
        </p:nvSpPr>
        <p:spPr/>
        <p:txBody>
          <a:bodyPr/>
          <a:lstStyle/>
          <a:p>
            <a:pPr eaLnBrk="1" hangingPunct="1"/>
            <a:r>
              <a:rPr lang="pt-BR" altLang="pt-BR">
                <a:ea typeface="ＭＳ Ｐゴシック" panose="020B0600070205080204" pitchFamily="34" charset="-128"/>
              </a:rPr>
              <a:t>Conceitos básicos para entendimento da fase de projeto detalhado</a:t>
            </a:r>
          </a:p>
        </p:txBody>
      </p:sp>
      <p:sp>
        <p:nvSpPr>
          <p:cNvPr id="56322" name="Rectangle 3">
            <a:extLst>
              <a:ext uri="{FF2B5EF4-FFF2-40B4-BE49-F238E27FC236}">
                <a16:creationId xmlns:a16="http://schemas.microsoft.com/office/drawing/2014/main" id="{283C3C1D-2CF5-FC4D-B976-C2596D33D639}"/>
              </a:ext>
            </a:extLst>
          </p:cNvPr>
          <p:cNvSpPr>
            <a:spLocks noGrp="1" noChangeArrowheads="1"/>
          </p:cNvSpPr>
          <p:nvPr>
            <p:ph type="body" idx="1"/>
          </p:nvPr>
        </p:nvSpPr>
        <p:spPr>
          <a:xfrm>
            <a:off x="112713" y="887413"/>
            <a:ext cx="8574087" cy="5815012"/>
          </a:xfrm>
        </p:spPr>
        <p:txBody>
          <a:bodyPr/>
          <a:lstStyle/>
          <a:p>
            <a:pPr marL="514350" indent="-514350" eaLnBrk="1" hangingPunct="1">
              <a:buFont typeface="+mj-lt"/>
              <a:buAutoNum type="alphaLcParenR"/>
            </a:pPr>
            <a:r>
              <a:rPr lang="pt-BR" altLang="pt-BR" dirty="0">
                <a:ea typeface="ＭＳ Ｐゴシック" panose="020B0600070205080204" pitchFamily="34" charset="-128"/>
              </a:rPr>
              <a:t>Ciclos do projeto detalhado (construir – testar – otimizar)</a:t>
            </a:r>
          </a:p>
          <a:p>
            <a:pPr marL="914400" lvl="1" indent="-457200" eaLnBrk="1" hangingPunct="1">
              <a:buFont typeface="+mj-lt"/>
              <a:buAutoNum type="alphaLcParenR"/>
            </a:pPr>
            <a:r>
              <a:rPr lang="pt-BR" altLang="pt-BR" dirty="0">
                <a:ea typeface="ＭＳ Ｐゴシック" panose="020B0600070205080204" pitchFamily="34" charset="-128"/>
              </a:rPr>
              <a:t>Ciclo de detalhamento</a:t>
            </a:r>
          </a:p>
          <a:p>
            <a:pPr marL="914400" lvl="1" indent="-457200" eaLnBrk="1" hangingPunct="1">
              <a:buFont typeface="+mj-lt"/>
              <a:buAutoNum type="alphaLcParenR"/>
            </a:pPr>
            <a:r>
              <a:rPr lang="pt-BR" altLang="pt-BR" dirty="0">
                <a:ea typeface="ＭＳ Ｐゴシック" panose="020B0600070205080204" pitchFamily="34" charset="-128"/>
              </a:rPr>
              <a:t>Ciclo de aquisição</a:t>
            </a:r>
          </a:p>
          <a:p>
            <a:pPr marL="914400" lvl="1" indent="-457200" eaLnBrk="1" hangingPunct="1">
              <a:buFont typeface="+mj-lt"/>
              <a:buAutoNum type="alphaLcParenR"/>
            </a:pPr>
            <a:r>
              <a:rPr lang="pt-BR" altLang="pt-BR" dirty="0">
                <a:ea typeface="ＭＳ Ｐゴシック" panose="020B0600070205080204" pitchFamily="34" charset="-128"/>
              </a:rPr>
              <a:t>Ciclo de otimização </a:t>
            </a:r>
          </a:p>
          <a:p>
            <a:pPr marL="514350" indent="-514350" eaLnBrk="1" hangingPunct="1">
              <a:buFont typeface="+mj-lt"/>
              <a:buAutoNum type="alphaLcParenR"/>
            </a:pPr>
            <a:r>
              <a:rPr lang="pt-BR" altLang="pt-BR" dirty="0">
                <a:ea typeface="ＭＳ Ｐゴシック" panose="020B0600070205080204" pitchFamily="34" charset="-128"/>
              </a:rPr>
              <a:t>Integração com o projeto conceitual</a:t>
            </a:r>
          </a:p>
          <a:p>
            <a:pPr marL="457200" lvl="1" indent="0" eaLnBrk="1" hangingPunct="1">
              <a:buNone/>
            </a:pPr>
            <a:r>
              <a:rPr lang="pt-BR" altLang="pt-BR" dirty="0">
                <a:ea typeface="ＭＳ Ｐゴシック" panose="020B0600070205080204" pitchFamily="34" charset="-128"/>
              </a:rPr>
              <a:t>Depende do grau de novidade e complexidade do produto</a:t>
            </a:r>
          </a:p>
          <a:p>
            <a:pPr marL="514350" indent="-514350" eaLnBrk="1" hangingPunct="1">
              <a:buFont typeface="+mj-lt"/>
              <a:buAutoNum type="alphaLcParenR"/>
            </a:pPr>
            <a:r>
              <a:rPr lang="pt-BR" altLang="pt-BR" dirty="0">
                <a:solidFill>
                  <a:srgbClr val="FF3300"/>
                </a:solidFill>
                <a:ea typeface="ＭＳ Ｐゴシック" panose="020B0600070205080204" pitchFamily="34" charset="-128"/>
              </a:rPr>
              <a:t>Projeto preliminar</a:t>
            </a:r>
          </a:p>
          <a:p>
            <a:pPr marL="514350" indent="-514350" eaLnBrk="1" hangingPunct="1">
              <a:buFont typeface="+mj-lt"/>
              <a:buAutoNum type="alphaLcParenR"/>
            </a:pPr>
            <a:r>
              <a:rPr lang="pt-BR" altLang="pt-BR" dirty="0">
                <a:ea typeface="ＭＳ Ｐゴシック" panose="020B0600070205080204" pitchFamily="34" charset="-128"/>
              </a:rPr>
              <a:t>Termos utilizados na fase de projeto detalhado (complementar aos termos das fases anteriores)</a:t>
            </a:r>
          </a:p>
          <a:p>
            <a:pPr marL="514350" indent="-514350" eaLnBrk="1" hangingPunct="1">
              <a:buFont typeface="+mj-lt"/>
              <a:buAutoNum type="alphaLcParenR"/>
            </a:pPr>
            <a:r>
              <a:rPr lang="pt-BR" altLang="pt-BR" dirty="0">
                <a:ea typeface="ＭＳ Ｐゴシック" panose="020B0600070205080204" pitchFamily="34" charset="-128"/>
              </a:rPr>
              <a:t>Recordar relacionamento com fornecedores</a:t>
            </a:r>
            <a:endParaRPr lang="pt-BR" altLang="pt-BR" dirty="0">
              <a:solidFill>
                <a:srgbClr val="FF3300"/>
              </a:solidFill>
              <a:ea typeface="ＭＳ Ｐゴシック" panose="020B0600070205080204" pitchFamily="34" charset="-128"/>
            </a:endParaRPr>
          </a:p>
          <a:p>
            <a:pPr eaLnBrk="1" hangingPunct="1"/>
            <a:endParaRPr lang="pt-BR" altLang="pt-BR" dirty="0">
              <a:ea typeface="ＭＳ Ｐゴシック" panose="020B0600070205080204" pitchFamily="34" charset="-128"/>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CaixaDeTexto 1">
            <a:extLst>
              <a:ext uri="{FF2B5EF4-FFF2-40B4-BE49-F238E27FC236}">
                <a16:creationId xmlns:a16="http://schemas.microsoft.com/office/drawing/2014/main" id="{192AF024-7FE3-7347-8916-34E2206242E6}"/>
              </a:ext>
            </a:extLst>
          </p:cNvPr>
          <p:cNvSpPr txBox="1">
            <a:spLocks noChangeArrowheads="1"/>
          </p:cNvSpPr>
          <p:nvPr/>
        </p:nvSpPr>
        <p:spPr bwMode="auto">
          <a:xfrm>
            <a:off x="3163888" y="222250"/>
            <a:ext cx="52181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2000">
                <a:solidFill>
                  <a:srgbClr val="FF3300"/>
                </a:solidFill>
              </a:rPr>
              <a:t>PROJETO PRELIMINAR</a:t>
            </a:r>
          </a:p>
        </p:txBody>
      </p:sp>
      <p:pic>
        <p:nvPicPr>
          <p:cNvPr id="58370" name="Picture 2">
            <a:extLst>
              <a:ext uri="{FF2B5EF4-FFF2-40B4-BE49-F238E27FC236}">
                <a16:creationId xmlns:a16="http://schemas.microsoft.com/office/drawing/2014/main" id="{486C1E8A-C696-6E4D-AC3F-52686F7EB3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113" y="195263"/>
            <a:ext cx="8101012" cy="666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Freeform 2">
            <a:extLst>
              <a:ext uri="{FF2B5EF4-FFF2-40B4-BE49-F238E27FC236}">
                <a16:creationId xmlns:a16="http://schemas.microsoft.com/office/drawing/2014/main" id="{3B4859BB-4123-A04D-8E46-524D8D927E8A}"/>
              </a:ext>
            </a:extLst>
          </p:cNvPr>
          <p:cNvSpPr>
            <a:spLocks/>
          </p:cNvSpPr>
          <p:nvPr/>
        </p:nvSpPr>
        <p:spPr bwMode="auto">
          <a:xfrm>
            <a:off x="1235075" y="692150"/>
            <a:ext cx="7680325" cy="3138488"/>
          </a:xfrm>
          <a:custGeom>
            <a:avLst/>
            <a:gdLst>
              <a:gd name="T0" fmla="*/ 0 w 4838"/>
              <a:gd name="T1" fmla="*/ 2147483646 h 1977"/>
              <a:gd name="T2" fmla="*/ 2147483646 w 4838"/>
              <a:gd name="T3" fmla="*/ 2147483646 h 1977"/>
              <a:gd name="T4" fmla="*/ 2147483646 w 4838"/>
              <a:gd name="T5" fmla="*/ 0 h 1977"/>
              <a:gd name="T6" fmla="*/ 2147483646 w 4838"/>
              <a:gd name="T7" fmla="*/ 0 h 1977"/>
              <a:gd name="T8" fmla="*/ 2147483646 w 4838"/>
              <a:gd name="T9" fmla="*/ 2147483646 h 1977"/>
              <a:gd name="T10" fmla="*/ 0 w 4838"/>
              <a:gd name="T11" fmla="*/ 2147483646 h 1977"/>
              <a:gd name="T12" fmla="*/ 2147483646 w 4838"/>
              <a:gd name="T13" fmla="*/ 2147483646 h 1977"/>
              <a:gd name="T14" fmla="*/ 0 w 4838"/>
              <a:gd name="T15" fmla="*/ 2147483646 h 1977"/>
              <a:gd name="T16" fmla="*/ 0 60000 65536"/>
              <a:gd name="T17" fmla="*/ 0 60000 65536"/>
              <a:gd name="T18" fmla="*/ 0 60000 65536"/>
              <a:gd name="T19" fmla="*/ 0 60000 65536"/>
              <a:gd name="T20" fmla="*/ 0 60000 65536"/>
              <a:gd name="T21" fmla="*/ 0 60000 65536"/>
              <a:gd name="T22" fmla="*/ 0 60000 65536"/>
              <a:gd name="T23" fmla="*/ 0 60000 65536"/>
              <a:gd name="T24" fmla="*/ 0 w 4838"/>
              <a:gd name="T25" fmla="*/ 0 h 1977"/>
              <a:gd name="T26" fmla="*/ 4838 w 4838"/>
              <a:gd name="T27" fmla="*/ 1977 h 197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38" h="1977">
                <a:moveTo>
                  <a:pt x="0" y="1304"/>
                </a:moveTo>
                <a:lnTo>
                  <a:pt x="2678" y="672"/>
                </a:lnTo>
                <a:lnTo>
                  <a:pt x="2678" y="0"/>
                </a:lnTo>
                <a:lnTo>
                  <a:pt x="4838" y="0"/>
                </a:lnTo>
                <a:lnTo>
                  <a:pt x="4838" y="1968"/>
                </a:lnTo>
                <a:lnTo>
                  <a:pt x="0" y="1977"/>
                </a:lnTo>
                <a:lnTo>
                  <a:pt x="7" y="1663"/>
                </a:lnTo>
                <a:lnTo>
                  <a:pt x="0" y="1304"/>
                </a:lnTo>
                <a:close/>
              </a:path>
            </a:pathLst>
          </a:custGeom>
          <a:solidFill>
            <a:srgbClr val="FFE1FF"/>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nchor="ctr">
            <a:spAutoFit/>
          </a:bodyPr>
          <a:lstStyle/>
          <a:p>
            <a:endParaRPr lang="pt-BR"/>
          </a:p>
        </p:txBody>
      </p:sp>
      <p:sp>
        <p:nvSpPr>
          <p:cNvPr id="59394" name="AutoShape 3">
            <a:extLst>
              <a:ext uri="{FF2B5EF4-FFF2-40B4-BE49-F238E27FC236}">
                <a16:creationId xmlns:a16="http://schemas.microsoft.com/office/drawing/2014/main" id="{C7C6D6BF-5009-234D-84C6-0931035BCFE0}"/>
              </a:ext>
            </a:extLst>
          </p:cNvPr>
          <p:cNvSpPr>
            <a:spLocks noChangeArrowheads="1"/>
          </p:cNvSpPr>
          <p:nvPr/>
        </p:nvSpPr>
        <p:spPr bwMode="auto">
          <a:xfrm>
            <a:off x="152400" y="3962400"/>
            <a:ext cx="8956675" cy="2830513"/>
          </a:xfrm>
          <a:prstGeom prst="roundRect">
            <a:avLst>
              <a:gd name="adj" fmla="val 10912"/>
            </a:avLst>
          </a:prstGeom>
          <a:solidFill>
            <a:srgbClr val="FF9966"/>
          </a:solidFill>
          <a:ln w="28575">
            <a:solidFill>
              <a:srgbClr val="FF3300"/>
            </a:solidFill>
            <a:round/>
            <a:headEnd/>
            <a:tailEnd/>
          </a:ln>
        </p:spPr>
        <p:txBody>
          <a:bodyPr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59395" name="Text Box 4">
            <a:extLst>
              <a:ext uri="{FF2B5EF4-FFF2-40B4-BE49-F238E27FC236}">
                <a16:creationId xmlns:a16="http://schemas.microsoft.com/office/drawing/2014/main" id="{E6F6D8D2-D38D-5D49-BBEF-4C97D23BD370}"/>
              </a:ext>
            </a:extLst>
          </p:cNvPr>
          <p:cNvSpPr txBox="1">
            <a:spLocks noChangeArrowheads="1"/>
          </p:cNvSpPr>
          <p:nvPr/>
        </p:nvSpPr>
        <p:spPr bwMode="auto">
          <a:xfrm>
            <a:off x="76200" y="3419475"/>
            <a:ext cx="1219200" cy="619125"/>
          </a:xfrm>
          <a:prstGeom prst="rect">
            <a:avLst/>
          </a:prstGeom>
          <a:solidFill>
            <a:srgbClr val="EAEAEA"/>
          </a:solidFill>
          <a:ln w="38100">
            <a:solidFill>
              <a:srgbClr val="FF3300"/>
            </a:solidFill>
            <a:miter lim="800000"/>
            <a:headEnd/>
            <a:tailEnd/>
          </a:ln>
        </p:spPr>
        <p:txBody>
          <a:bodyP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b="1">
                <a:solidFill>
                  <a:srgbClr val="FF3300"/>
                </a:solidFill>
              </a:rPr>
              <a:t>Projeto Detalhado</a:t>
            </a:r>
          </a:p>
        </p:txBody>
      </p:sp>
      <p:sp>
        <p:nvSpPr>
          <p:cNvPr id="59396" name="Rectangle 5">
            <a:extLst>
              <a:ext uri="{FF2B5EF4-FFF2-40B4-BE49-F238E27FC236}">
                <a16:creationId xmlns:a16="http://schemas.microsoft.com/office/drawing/2014/main" id="{EBF52CFE-155A-B24A-9290-3315F78FA05D}"/>
              </a:ext>
            </a:extLst>
          </p:cNvPr>
          <p:cNvSpPr>
            <a:spLocks noChangeArrowheads="1"/>
          </p:cNvSpPr>
          <p:nvPr/>
        </p:nvSpPr>
        <p:spPr bwMode="auto">
          <a:xfrm>
            <a:off x="381000" y="4191000"/>
            <a:ext cx="4876800" cy="2133600"/>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59397" name="Freeform 6">
            <a:extLst>
              <a:ext uri="{FF2B5EF4-FFF2-40B4-BE49-F238E27FC236}">
                <a16:creationId xmlns:a16="http://schemas.microsoft.com/office/drawing/2014/main" id="{A4C10049-14C1-6146-91B3-057C50E6CADC}"/>
              </a:ext>
            </a:extLst>
          </p:cNvPr>
          <p:cNvSpPr>
            <a:spLocks/>
          </p:cNvSpPr>
          <p:nvPr/>
        </p:nvSpPr>
        <p:spPr bwMode="auto">
          <a:xfrm>
            <a:off x="5130800" y="4114800"/>
            <a:ext cx="355600" cy="2667000"/>
          </a:xfrm>
          <a:custGeom>
            <a:avLst/>
            <a:gdLst>
              <a:gd name="T0" fmla="*/ 0 w 224"/>
              <a:gd name="T1" fmla="*/ 2147483646 h 1680"/>
              <a:gd name="T2" fmla="*/ 2147483646 w 224"/>
              <a:gd name="T3" fmla="*/ 0 h 1680"/>
              <a:gd name="T4" fmla="*/ 2147483646 w 224"/>
              <a:gd name="T5" fmla="*/ 2147483646 h 1680"/>
              <a:gd name="T6" fmla="*/ 2147483646 w 224"/>
              <a:gd name="T7" fmla="*/ 2147483646 h 1680"/>
              <a:gd name="T8" fmla="*/ 0 60000 65536"/>
              <a:gd name="T9" fmla="*/ 0 60000 65536"/>
              <a:gd name="T10" fmla="*/ 0 60000 65536"/>
              <a:gd name="T11" fmla="*/ 0 60000 65536"/>
              <a:gd name="T12" fmla="*/ 0 w 224"/>
              <a:gd name="T13" fmla="*/ 0 h 1680"/>
              <a:gd name="T14" fmla="*/ 224 w 224"/>
              <a:gd name="T15" fmla="*/ 1680 h 1680"/>
            </a:gdLst>
            <a:ahLst/>
            <a:cxnLst>
              <a:cxn ang="T8">
                <a:pos x="T0" y="T1"/>
              </a:cxn>
              <a:cxn ang="T9">
                <a:pos x="T2" y="T3"/>
              </a:cxn>
              <a:cxn ang="T10">
                <a:pos x="T4" y="T5"/>
              </a:cxn>
              <a:cxn ang="T11">
                <a:pos x="T6" y="T7"/>
              </a:cxn>
            </a:cxnLst>
            <a:rect l="T12" t="T13" r="T14" b="T15"/>
            <a:pathLst>
              <a:path w="224" h="1680">
                <a:moveTo>
                  <a:pt x="0" y="168"/>
                </a:moveTo>
                <a:lnTo>
                  <a:pt x="224" y="0"/>
                </a:lnTo>
                <a:lnTo>
                  <a:pt x="224" y="1680"/>
                </a:lnTo>
                <a:lnTo>
                  <a:pt x="15" y="378"/>
                </a:lnTo>
              </a:path>
            </a:pathLst>
          </a:custGeom>
          <a:solidFill>
            <a:srgbClr val="99FF99"/>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nchor="ctr">
            <a:spAutoFit/>
          </a:bodyPr>
          <a:lstStyle/>
          <a:p>
            <a:endParaRPr lang="pt-BR"/>
          </a:p>
        </p:txBody>
      </p:sp>
      <p:sp>
        <p:nvSpPr>
          <p:cNvPr id="59398" name="AutoShape 7">
            <a:extLst>
              <a:ext uri="{FF2B5EF4-FFF2-40B4-BE49-F238E27FC236}">
                <a16:creationId xmlns:a16="http://schemas.microsoft.com/office/drawing/2014/main" id="{1A1CC4D0-1A06-B343-A7A6-054D38D61DC0}"/>
              </a:ext>
            </a:extLst>
          </p:cNvPr>
          <p:cNvSpPr>
            <a:spLocks noChangeArrowheads="1"/>
          </p:cNvSpPr>
          <p:nvPr/>
        </p:nvSpPr>
        <p:spPr bwMode="auto">
          <a:xfrm>
            <a:off x="4114800" y="2901950"/>
            <a:ext cx="1905000" cy="685800"/>
          </a:xfrm>
          <a:prstGeom prst="roundRect">
            <a:avLst>
              <a:gd name="adj" fmla="val 16667"/>
            </a:avLst>
          </a:prstGeom>
          <a:solidFill>
            <a:srgbClr val="EAEAEA"/>
          </a:solidFill>
          <a:ln w="9525">
            <a:solidFill>
              <a:schemeClr val="tx1"/>
            </a:solidFill>
            <a:round/>
            <a:headEnd/>
            <a:tailEnd/>
          </a:ln>
        </p:spPr>
        <p:txBody>
          <a:bodyPr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59399" name="Rectangle 8">
            <a:extLst>
              <a:ext uri="{FF2B5EF4-FFF2-40B4-BE49-F238E27FC236}">
                <a16:creationId xmlns:a16="http://schemas.microsoft.com/office/drawing/2014/main" id="{118348EF-7ECF-044F-B3E2-BA9E07D7F381}"/>
              </a:ext>
            </a:extLst>
          </p:cNvPr>
          <p:cNvSpPr>
            <a:spLocks noChangeArrowheads="1"/>
          </p:cNvSpPr>
          <p:nvPr/>
        </p:nvSpPr>
        <p:spPr bwMode="auto">
          <a:xfrm>
            <a:off x="304800" y="2209800"/>
            <a:ext cx="1066800" cy="374650"/>
          </a:xfrm>
          <a:prstGeom prst="rect">
            <a:avLst/>
          </a:prstGeom>
          <a:solidFill>
            <a:schemeClr val="bg1"/>
          </a:solidFill>
          <a:ln w="9525">
            <a:solidFill>
              <a:schemeClr val="tx1"/>
            </a:solidFill>
            <a:miter lim="800000"/>
            <a:headEnd/>
            <a:tailEnd/>
          </a:ln>
        </p:spPr>
        <p:txBody>
          <a:bodyPr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Necessidades dos clientes </a:t>
            </a:r>
          </a:p>
        </p:txBody>
      </p:sp>
      <p:sp>
        <p:nvSpPr>
          <p:cNvPr id="59400" name="Rectangle 9">
            <a:extLst>
              <a:ext uri="{FF2B5EF4-FFF2-40B4-BE49-F238E27FC236}">
                <a16:creationId xmlns:a16="http://schemas.microsoft.com/office/drawing/2014/main" id="{E9A22BC0-EE3C-E44D-957C-23BE5704A461}"/>
              </a:ext>
            </a:extLst>
          </p:cNvPr>
          <p:cNvSpPr>
            <a:spLocks noChangeArrowheads="1"/>
          </p:cNvSpPr>
          <p:nvPr/>
        </p:nvSpPr>
        <p:spPr bwMode="auto">
          <a:xfrm>
            <a:off x="414338" y="1301750"/>
            <a:ext cx="847725" cy="557213"/>
          </a:xfrm>
          <a:prstGeom prst="rect">
            <a:avLst/>
          </a:prstGeom>
          <a:solidFill>
            <a:schemeClr val="bg1"/>
          </a:solidFill>
          <a:ln w="9525">
            <a:solidFill>
              <a:schemeClr val="tx1"/>
            </a:solidFill>
            <a:miter lim="800000"/>
            <a:headEnd/>
            <a:tailEnd/>
          </a:ln>
        </p:spPr>
        <p:txBody>
          <a:bodyPr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Requisitos dos clientes</a:t>
            </a:r>
          </a:p>
        </p:txBody>
      </p:sp>
      <p:sp>
        <p:nvSpPr>
          <p:cNvPr id="59401" name="Rectangle 10">
            <a:extLst>
              <a:ext uri="{FF2B5EF4-FFF2-40B4-BE49-F238E27FC236}">
                <a16:creationId xmlns:a16="http://schemas.microsoft.com/office/drawing/2014/main" id="{4154067C-346A-FE49-AC54-CCCBF995BDDC}"/>
              </a:ext>
            </a:extLst>
          </p:cNvPr>
          <p:cNvSpPr>
            <a:spLocks noChangeArrowheads="1"/>
          </p:cNvSpPr>
          <p:nvPr/>
        </p:nvSpPr>
        <p:spPr bwMode="auto">
          <a:xfrm>
            <a:off x="4151313" y="1252538"/>
            <a:ext cx="1087437" cy="557212"/>
          </a:xfrm>
          <a:prstGeom prst="rect">
            <a:avLst/>
          </a:prstGeom>
          <a:solidFill>
            <a:schemeClr val="bg1"/>
          </a:solidFill>
          <a:ln w="9525">
            <a:solidFill>
              <a:schemeClr val="tx1"/>
            </a:solidFill>
            <a:miter lim="800000"/>
            <a:headEnd/>
            <a:tailEnd/>
          </a:ln>
        </p:spPr>
        <p:txBody>
          <a:bodyPr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Estrutura funcional do produto</a:t>
            </a:r>
          </a:p>
        </p:txBody>
      </p:sp>
      <p:sp>
        <p:nvSpPr>
          <p:cNvPr id="59402" name="Rectangle 11">
            <a:extLst>
              <a:ext uri="{FF2B5EF4-FFF2-40B4-BE49-F238E27FC236}">
                <a16:creationId xmlns:a16="http://schemas.microsoft.com/office/drawing/2014/main" id="{6CB14883-F8E3-A14E-BBD9-73F3D4542CB7}"/>
              </a:ext>
            </a:extLst>
          </p:cNvPr>
          <p:cNvSpPr>
            <a:spLocks noChangeArrowheads="1"/>
          </p:cNvSpPr>
          <p:nvPr/>
        </p:nvSpPr>
        <p:spPr bwMode="auto">
          <a:xfrm>
            <a:off x="4114800" y="2230438"/>
            <a:ext cx="1143000" cy="374650"/>
          </a:xfrm>
          <a:prstGeom prst="rect">
            <a:avLst/>
          </a:prstGeom>
          <a:solidFill>
            <a:schemeClr val="bg1"/>
          </a:solidFill>
          <a:ln w="9525">
            <a:solidFill>
              <a:schemeClr val="tx1"/>
            </a:solidFill>
            <a:miter lim="800000"/>
            <a:headEnd/>
            <a:tailEnd/>
          </a:ln>
        </p:spPr>
        <p:txBody>
          <a:bodyPr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Lista dos SSCs principais</a:t>
            </a:r>
          </a:p>
        </p:txBody>
      </p:sp>
      <p:sp>
        <p:nvSpPr>
          <p:cNvPr id="59403" name="Rectangle 12">
            <a:extLst>
              <a:ext uri="{FF2B5EF4-FFF2-40B4-BE49-F238E27FC236}">
                <a16:creationId xmlns:a16="http://schemas.microsoft.com/office/drawing/2014/main" id="{6ED625A4-0EA0-5D43-8F4D-8D23B58BBD68}"/>
              </a:ext>
            </a:extLst>
          </p:cNvPr>
          <p:cNvSpPr>
            <a:spLocks noChangeArrowheads="1"/>
          </p:cNvSpPr>
          <p:nvPr/>
        </p:nvSpPr>
        <p:spPr bwMode="auto">
          <a:xfrm>
            <a:off x="4267200" y="3511550"/>
            <a:ext cx="1600200" cy="192088"/>
          </a:xfrm>
          <a:prstGeom prst="rect">
            <a:avLst/>
          </a:prstGeom>
          <a:solidFill>
            <a:schemeClr val="bg1"/>
          </a:solidFill>
          <a:ln w="9525">
            <a:solidFill>
              <a:schemeClr val="tx1"/>
            </a:solidFill>
            <a:miter lim="800000"/>
            <a:headEnd/>
            <a:tailEnd/>
          </a:ln>
        </p:spPr>
        <p:txBody>
          <a:bodyPr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Arquitetura do produto</a:t>
            </a:r>
          </a:p>
        </p:txBody>
      </p:sp>
      <p:sp>
        <p:nvSpPr>
          <p:cNvPr id="59404" name="Rectangle 13">
            <a:extLst>
              <a:ext uri="{FF2B5EF4-FFF2-40B4-BE49-F238E27FC236}">
                <a16:creationId xmlns:a16="http://schemas.microsoft.com/office/drawing/2014/main" id="{AE56A18C-5C1D-7145-B98D-7C39C06C6845}"/>
              </a:ext>
            </a:extLst>
          </p:cNvPr>
          <p:cNvSpPr>
            <a:spLocks noChangeArrowheads="1"/>
          </p:cNvSpPr>
          <p:nvPr/>
        </p:nvSpPr>
        <p:spPr bwMode="auto">
          <a:xfrm>
            <a:off x="4267200" y="2984500"/>
            <a:ext cx="838200" cy="374650"/>
          </a:xfrm>
          <a:prstGeom prst="rect">
            <a:avLst/>
          </a:prstGeom>
          <a:solidFill>
            <a:schemeClr val="bg1"/>
          </a:solidFill>
          <a:ln w="9525">
            <a:solidFill>
              <a:schemeClr val="tx1"/>
            </a:solidFill>
            <a:miter lim="800000"/>
            <a:headEnd/>
            <a:tailEnd/>
          </a:ln>
        </p:spPr>
        <p:txBody>
          <a:bodyPr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Modelo do produto</a:t>
            </a:r>
          </a:p>
        </p:txBody>
      </p:sp>
      <p:sp>
        <p:nvSpPr>
          <p:cNvPr id="59405" name="Rectangle 14">
            <a:extLst>
              <a:ext uri="{FF2B5EF4-FFF2-40B4-BE49-F238E27FC236}">
                <a16:creationId xmlns:a16="http://schemas.microsoft.com/office/drawing/2014/main" id="{BDAF6FF6-C077-474B-8B0F-A0D7DB64C2EA}"/>
              </a:ext>
            </a:extLst>
          </p:cNvPr>
          <p:cNvSpPr>
            <a:spLocks noChangeArrowheads="1"/>
          </p:cNvSpPr>
          <p:nvPr/>
        </p:nvSpPr>
        <p:spPr bwMode="auto">
          <a:xfrm>
            <a:off x="6553200" y="3587750"/>
            <a:ext cx="1143000" cy="374650"/>
          </a:xfrm>
          <a:prstGeom prst="rect">
            <a:avLst/>
          </a:prstGeom>
          <a:solidFill>
            <a:srgbClr val="FFCCFF"/>
          </a:solidFill>
          <a:ln w="9525">
            <a:solidFill>
              <a:schemeClr val="tx1"/>
            </a:solidFill>
            <a:miter lim="800000"/>
            <a:headEnd/>
            <a:tailEnd/>
          </a:ln>
        </p:spPr>
        <p:txBody>
          <a:bodyPr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Concepção do produto  </a:t>
            </a:r>
          </a:p>
        </p:txBody>
      </p:sp>
      <p:sp>
        <p:nvSpPr>
          <p:cNvPr id="59406" name="Rectangle 15">
            <a:extLst>
              <a:ext uri="{FF2B5EF4-FFF2-40B4-BE49-F238E27FC236}">
                <a16:creationId xmlns:a16="http://schemas.microsoft.com/office/drawing/2014/main" id="{F931D94D-ED0F-7F4D-83A1-DCB50B399F8D}"/>
              </a:ext>
            </a:extLst>
          </p:cNvPr>
          <p:cNvSpPr>
            <a:spLocks noChangeArrowheads="1"/>
          </p:cNvSpPr>
          <p:nvPr/>
        </p:nvSpPr>
        <p:spPr bwMode="auto">
          <a:xfrm>
            <a:off x="5334000" y="2984500"/>
            <a:ext cx="609600" cy="374650"/>
          </a:xfrm>
          <a:prstGeom prst="rect">
            <a:avLst/>
          </a:prstGeom>
          <a:solidFill>
            <a:schemeClr val="bg1"/>
          </a:solidFill>
          <a:ln w="9525">
            <a:solidFill>
              <a:schemeClr val="tx1"/>
            </a:solidFill>
            <a:miter lim="800000"/>
            <a:headEnd/>
            <a:tailEnd/>
          </a:ln>
        </p:spPr>
        <p:txBody>
          <a:bodyPr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BOM inicial </a:t>
            </a:r>
          </a:p>
        </p:txBody>
      </p:sp>
      <p:sp>
        <p:nvSpPr>
          <p:cNvPr id="59407" name="Rectangle 16">
            <a:extLst>
              <a:ext uri="{FF2B5EF4-FFF2-40B4-BE49-F238E27FC236}">
                <a16:creationId xmlns:a16="http://schemas.microsoft.com/office/drawing/2014/main" id="{4CAA2543-35FC-9A4B-9D03-6C7794973040}"/>
              </a:ext>
            </a:extLst>
          </p:cNvPr>
          <p:cNvSpPr>
            <a:spLocks noChangeArrowheads="1"/>
          </p:cNvSpPr>
          <p:nvPr/>
        </p:nvSpPr>
        <p:spPr bwMode="auto">
          <a:xfrm>
            <a:off x="3014663" y="2984500"/>
            <a:ext cx="795337" cy="374650"/>
          </a:xfrm>
          <a:prstGeom prst="rect">
            <a:avLst/>
          </a:prstGeom>
          <a:solidFill>
            <a:schemeClr val="bg1"/>
          </a:solidFill>
          <a:ln w="9525">
            <a:solidFill>
              <a:schemeClr val="tx1"/>
            </a:solidFill>
            <a:miter lim="800000"/>
            <a:headEnd/>
            <a:tailEnd/>
          </a:ln>
        </p:spPr>
        <p:txBody>
          <a:bodyPr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Desenhos iniciais</a:t>
            </a:r>
          </a:p>
        </p:txBody>
      </p:sp>
      <p:sp>
        <p:nvSpPr>
          <p:cNvPr id="59408" name="Rectangle 17">
            <a:extLst>
              <a:ext uri="{FF2B5EF4-FFF2-40B4-BE49-F238E27FC236}">
                <a16:creationId xmlns:a16="http://schemas.microsoft.com/office/drawing/2014/main" id="{966DB044-4488-9540-BEE0-8C189CBF00D5}"/>
              </a:ext>
            </a:extLst>
          </p:cNvPr>
          <p:cNvSpPr>
            <a:spLocks noChangeArrowheads="1"/>
          </p:cNvSpPr>
          <p:nvPr/>
        </p:nvSpPr>
        <p:spPr bwMode="auto">
          <a:xfrm>
            <a:off x="3200400" y="4267200"/>
            <a:ext cx="990600" cy="557213"/>
          </a:xfrm>
          <a:prstGeom prst="rect">
            <a:avLst/>
          </a:prstGeom>
          <a:solidFill>
            <a:schemeClr val="bg1"/>
          </a:solidFill>
          <a:ln w="9525">
            <a:solidFill>
              <a:schemeClr val="tx1"/>
            </a:solidFill>
            <a:miter lim="800000"/>
            <a:headEnd/>
            <a:tailEnd/>
          </a:ln>
        </p:spPr>
        <p:txBody>
          <a:bodyPr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Desenhos finais com tolerância</a:t>
            </a:r>
          </a:p>
        </p:txBody>
      </p:sp>
      <p:sp>
        <p:nvSpPr>
          <p:cNvPr id="59409" name="Rectangle 18">
            <a:extLst>
              <a:ext uri="{FF2B5EF4-FFF2-40B4-BE49-F238E27FC236}">
                <a16:creationId xmlns:a16="http://schemas.microsoft.com/office/drawing/2014/main" id="{66051DB6-AFC9-EA49-B1EB-50DEF837E908}"/>
              </a:ext>
            </a:extLst>
          </p:cNvPr>
          <p:cNvSpPr>
            <a:spLocks noChangeArrowheads="1"/>
          </p:cNvSpPr>
          <p:nvPr/>
        </p:nvSpPr>
        <p:spPr bwMode="auto">
          <a:xfrm>
            <a:off x="457200" y="4357688"/>
            <a:ext cx="1143000" cy="374650"/>
          </a:xfrm>
          <a:prstGeom prst="rect">
            <a:avLst/>
          </a:prstGeom>
          <a:solidFill>
            <a:schemeClr val="bg1"/>
          </a:solidFill>
          <a:ln w="9525">
            <a:solidFill>
              <a:schemeClr val="tx1"/>
            </a:solidFill>
            <a:miter lim="800000"/>
            <a:headEnd/>
            <a:tailEnd/>
          </a:ln>
        </p:spPr>
        <p:txBody>
          <a:bodyPr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Especificações dos SSCs </a:t>
            </a:r>
          </a:p>
        </p:txBody>
      </p:sp>
      <p:sp>
        <p:nvSpPr>
          <p:cNvPr id="59410" name="Rectangle 19">
            <a:extLst>
              <a:ext uri="{FF2B5EF4-FFF2-40B4-BE49-F238E27FC236}">
                <a16:creationId xmlns:a16="http://schemas.microsoft.com/office/drawing/2014/main" id="{FD1484DD-766C-1747-BD30-65202EEF6D89}"/>
              </a:ext>
            </a:extLst>
          </p:cNvPr>
          <p:cNvSpPr>
            <a:spLocks noChangeArrowheads="1"/>
          </p:cNvSpPr>
          <p:nvPr/>
        </p:nvSpPr>
        <p:spPr bwMode="auto">
          <a:xfrm>
            <a:off x="533400" y="5721350"/>
            <a:ext cx="1219200" cy="374650"/>
          </a:xfrm>
          <a:prstGeom prst="rect">
            <a:avLst/>
          </a:prstGeom>
          <a:solidFill>
            <a:srgbClr val="FFFF66"/>
          </a:solidFill>
          <a:ln w="9525">
            <a:solidFill>
              <a:schemeClr val="tx1"/>
            </a:solidFill>
            <a:miter lim="800000"/>
            <a:headEnd/>
            <a:tailEnd/>
          </a:ln>
        </p:spPr>
        <p:txBody>
          <a:bodyPr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Especificações finais</a:t>
            </a:r>
          </a:p>
        </p:txBody>
      </p:sp>
      <p:sp>
        <p:nvSpPr>
          <p:cNvPr id="59411" name="Rectangle 20">
            <a:extLst>
              <a:ext uri="{FF2B5EF4-FFF2-40B4-BE49-F238E27FC236}">
                <a16:creationId xmlns:a16="http://schemas.microsoft.com/office/drawing/2014/main" id="{BD8A4102-1012-B645-AA7C-6D90A76F6C15}"/>
              </a:ext>
            </a:extLst>
          </p:cNvPr>
          <p:cNvSpPr>
            <a:spLocks noChangeArrowheads="1"/>
          </p:cNvSpPr>
          <p:nvPr/>
        </p:nvSpPr>
        <p:spPr bwMode="auto">
          <a:xfrm>
            <a:off x="228600" y="6096000"/>
            <a:ext cx="1828800" cy="374650"/>
          </a:xfrm>
          <a:prstGeom prst="rect">
            <a:avLst/>
          </a:prstGeom>
          <a:solidFill>
            <a:srgbClr val="FFFF66"/>
          </a:solidFill>
          <a:ln w="9525">
            <a:solidFill>
              <a:schemeClr val="tx1"/>
            </a:solidFill>
            <a:miter lim="800000"/>
            <a:headEnd/>
            <a:tailEnd/>
          </a:ln>
        </p:spPr>
        <p:txBody>
          <a:bodyPr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Configuração do produto (como projetado)</a:t>
            </a:r>
          </a:p>
        </p:txBody>
      </p:sp>
      <p:sp>
        <p:nvSpPr>
          <p:cNvPr id="59412" name="Rectangle 21">
            <a:extLst>
              <a:ext uri="{FF2B5EF4-FFF2-40B4-BE49-F238E27FC236}">
                <a16:creationId xmlns:a16="http://schemas.microsoft.com/office/drawing/2014/main" id="{7D5A0DB6-A4A7-6E45-A93A-F146EB7CFC78}"/>
              </a:ext>
            </a:extLst>
          </p:cNvPr>
          <p:cNvSpPr>
            <a:spLocks noChangeArrowheads="1"/>
          </p:cNvSpPr>
          <p:nvPr/>
        </p:nvSpPr>
        <p:spPr bwMode="auto">
          <a:xfrm>
            <a:off x="3962400" y="5181600"/>
            <a:ext cx="990600" cy="374650"/>
          </a:xfrm>
          <a:prstGeom prst="rect">
            <a:avLst/>
          </a:prstGeom>
          <a:solidFill>
            <a:schemeClr val="bg1"/>
          </a:solidFill>
          <a:ln w="9525">
            <a:solidFill>
              <a:schemeClr val="tx1"/>
            </a:solidFill>
            <a:miter lim="800000"/>
            <a:headEnd/>
            <a:tailEnd/>
          </a:ln>
        </p:spPr>
        <p:txBody>
          <a:bodyPr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Projeto de embalagem </a:t>
            </a:r>
          </a:p>
        </p:txBody>
      </p:sp>
      <p:sp>
        <p:nvSpPr>
          <p:cNvPr id="59413" name="Rectangle 22">
            <a:extLst>
              <a:ext uri="{FF2B5EF4-FFF2-40B4-BE49-F238E27FC236}">
                <a16:creationId xmlns:a16="http://schemas.microsoft.com/office/drawing/2014/main" id="{E75F7E6D-4638-964C-B301-683B014CCBBF}"/>
              </a:ext>
            </a:extLst>
          </p:cNvPr>
          <p:cNvSpPr>
            <a:spLocks noChangeArrowheads="1"/>
          </p:cNvSpPr>
          <p:nvPr/>
        </p:nvSpPr>
        <p:spPr bwMode="auto">
          <a:xfrm>
            <a:off x="487363" y="4876800"/>
            <a:ext cx="1036637" cy="557213"/>
          </a:xfrm>
          <a:prstGeom prst="rect">
            <a:avLst/>
          </a:prstGeom>
          <a:solidFill>
            <a:schemeClr val="bg1"/>
          </a:solidFill>
          <a:ln w="9525">
            <a:solidFill>
              <a:schemeClr val="tx1"/>
            </a:solidFill>
            <a:miter lim="800000"/>
            <a:headEnd/>
            <a:tailEnd/>
          </a:ln>
        </p:spPr>
        <p:txBody>
          <a:bodyPr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Material de suporte do produto </a:t>
            </a:r>
          </a:p>
        </p:txBody>
      </p:sp>
      <p:sp>
        <p:nvSpPr>
          <p:cNvPr id="59414" name="Rectangle 23">
            <a:extLst>
              <a:ext uri="{FF2B5EF4-FFF2-40B4-BE49-F238E27FC236}">
                <a16:creationId xmlns:a16="http://schemas.microsoft.com/office/drawing/2014/main" id="{57599D7D-8340-984C-8175-C3A7E456E425}"/>
              </a:ext>
            </a:extLst>
          </p:cNvPr>
          <p:cNvSpPr>
            <a:spLocks noChangeArrowheads="1"/>
          </p:cNvSpPr>
          <p:nvPr/>
        </p:nvSpPr>
        <p:spPr bwMode="auto">
          <a:xfrm>
            <a:off x="4648200" y="4357688"/>
            <a:ext cx="533400" cy="374650"/>
          </a:xfrm>
          <a:prstGeom prst="rect">
            <a:avLst/>
          </a:prstGeom>
          <a:solidFill>
            <a:srgbClr val="99FF99"/>
          </a:solidFill>
          <a:ln w="9525">
            <a:solidFill>
              <a:schemeClr val="tx1"/>
            </a:solidFill>
            <a:miter lim="800000"/>
            <a:headEnd/>
            <a:tailEnd/>
          </a:ln>
        </p:spPr>
        <p:txBody>
          <a:bodyPr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BOM final</a:t>
            </a:r>
          </a:p>
        </p:txBody>
      </p:sp>
      <p:grpSp>
        <p:nvGrpSpPr>
          <p:cNvPr id="59415" name="Group 24">
            <a:extLst>
              <a:ext uri="{FF2B5EF4-FFF2-40B4-BE49-F238E27FC236}">
                <a16:creationId xmlns:a16="http://schemas.microsoft.com/office/drawing/2014/main" id="{A3FEF727-3273-E247-98E6-E430A64B612D}"/>
              </a:ext>
            </a:extLst>
          </p:cNvPr>
          <p:cNvGrpSpPr>
            <a:grpSpLocks/>
          </p:cNvGrpSpPr>
          <p:nvPr/>
        </p:nvGrpSpPr>
        <p:grpSpPr bwMode="auto">
          <a:xfrm>
            <a:off x="5638800" y="996950"/>
            <a:ext cx="3200400" cy="1792288"/>
            <a:chOff x="3456" y="672"/>
            <a:chExt cx="2016" cy="1129"/>
          </a:xfrm>
        </p:grpSpPr>
        <p:sp>
          <p:nvSpPr>
            <p:cNvPr id="59561" name="AutoShape 25">
              <a:extLst>
                <a:ext uri="{FF2B5EF4-FFF2-40B4-BE49-F238E27FC236}">
                  <a16:creationId xmlns:a16="http://schemas.microsoft.com/office/drawing/2014/main" id="{8083A1EC-2E6F-7041-9AE9-2F4AFC2C75E2}"/>
                </a:ext>
              </a:extLst>
            </p:cNvPr>
            <p:cNvSpPr>
              <a:spLocks noChangeArrowheads="1"/>
            </p:cNvSpPr>
            <p:nvPr/>
          </p:nvSpPr>
          <p:spPr bwMode="auto">
            <a:xfrm>
              <a:off x="3456" y="672"/>
              <a:ext cx="2016" cy="1056"/>
            </a:xfrm>
            <a:prstGeom prst="roundRect">
              <a:avLst>
                <a:gd name="adj" fmla="val 16667"/>
              </a:avLst>
            </a:prstGeom>
            <a:solidFill>
              <a:schemeClr val="bg1"/>
            </a:solidFill>
            <a:ln w="9525">
              <a:solidFill>
                <a:schemeClr val="tx1"/>
              </a:solidFill>
              <a:round/>
              <a:headEnd/>
              <a:tailEnd/>
            </a:ln>
          </p:spPr>
          <p:txBody>
            <a:bodyPr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nvGrpSpPr>
            <p:cNvPr id="59562" name="Group 26">
              <a:extLst>
                <a:ext uri="{FF2B5EF4-FFF2-40B4-BE49-F238E27FC236}">
                  <a16:creationId xmlns:a16="http://schemas.microsoft.com/office/drawing/2014/main" id="{F89106BE-2149-D948-A36C-D1AD0F02744B}"/>
                </a:ext>
              </a:extLst>
            </p:cNvPr>
            <p:cNvGrpSpPr>
              <a:grpSpLocks/>
            </p:cNvGrpSpPr>
            <p:nvPr/>
          </p:nvGrpSpPr>
          <p:grpSpPr bwMode="auto">
            <a:xfrm>
              <a:off x="3504" y="720"/>
              <a:ext cx="912" cy="908"/>
              <a:chOff x="3504" y="720"/>
              <a:chExt cx="912" cy="908"/>
            </a:xfrm>
          </p:grpSpPr>
          <p:sp>
            <p:nvSpPr>
              <p:cNvPr id="59571" name="AutoShape 27">
                <a:extLst>
                  <a:ext uri="{FF2B5EF4-FFF2-40B4-BE49-F238E27FC236}">
                    <a16:creationId xmlns:a16="http://schemas.microsoft.com/office/drawing/2014/main" id="{70A2EDD4-756C-D34A-B1BE-6D91CB646621}"/>
                  </a:ext>
                </a:extLst>
              </p:cNvPr>
              <p:cNvSpPr>
                <a:spLocks noChangeArrowheads="1"/>
              </p:cNvSpPr>
              <p:nvPr/>
            </p:nvSpPr>
            <p:spPr bwMode="auto">
              <a:xfrm>
                <a:off x="3504" y="720"/>
                <a:ext cx="912" cy="816"/>
              </a:xfrm>
              <a:prstGeom prst="roundRect">
                <a:avLst>
                  <a:gd name="adj" fmla="val 16667"/>
                </a:avLst>
              </a:prstGeom>
              <a:solidFill>
                <a:srgbClr val="EAEAEA"/>
              </a:solidFill>
              <a:ln w="9525">
                <a:solidFill>
                  <a:schemeClr val="tx1"/>
                </a:solidFill>
                <a:round/>
                <a:headEnd/>
                <a:tailEnd/>
              </a:ln>
            </p:spPr>
            <p:txBody>
              <a:bodyPr wrap="none"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nvGrpSpPr>
              <p:cNvPr id="59572" name="Group 28">
                <a:extLst>
                  <a:ext uri="{FF2B5EF4-FFF2-40B4-BE49-F238E27FC236}">
                    <a16:creationId xmlns:a16="http://schemas.microsoft.com/office/drawing/2014/main" id="{EDF4DAAA-433D-F848-8C5B-03CE93CC1A9E}"/>
                  </a:ext>
                </a:extLst>
              </p:cNvPr>
              <p:cNvGrpSpPr>
                <a:grpSpLocks/>
              </p:cNvGrpSpPr>
              <p:nvPr/>
            </p:nvGrpSpPr>
            <p:grpSpPr bwMode="auto">
              <a:xfrm>
                <a:off x="3552" y="816"/>
                <a:ext cx="768" cy="447"/>
                <a:chOff x="3552" y="720"/>
                <a:chExt cx="768" cy="447"/>
              </a:xfrm>
            </p:grpSpPr>
            <p:sp>
              <p:nvSpPr>
                <p:cNvPr id="59574" name="Rectangle 29">
                  <a:extLst>
                    <a:ext uri="{FF2B5EF4-FFF2-40B4-BE49-F238E27FC236}">
                      <a16:creationId xmlns:a16="http://schemas.microsoft.com/office/drawing/2014/main" id="{C52DB782-BE9C-F24A-BA53-93C8B29E216D}"/>
                    </a:ext>
                  </a:extLst>
                </p:cNvPr>
                <p:cNvSpPr>
                  <a:spLocks noChangeArrowheads="1"/>
                </p:cNvSpPr>
                <p:nvPr/>
              </p:nvSpPr>
              <p:spPr bwMode="auto">
                <a:xfrm>
                  <a:off x="3744" y="720"/>
                  <a:ext cx="576" cy="351"/>
                </a:xfrm>
                <a:prstGeom prst="rect">
                  <a:avLst/>
                </a:prstGeom>
                <a:solidFill>
                  <a:schemeClr val="bg1"/>
                </a:solidFill>
                <a:ln w="9525">
                  <a:solidFill>
                    <a:schemeClr val="tx1"/>
                  </a:solidFill>
                  <a:miter lim="800000"/>
                  <a:headEnd/>
                  <a:tailEnd/>
                </a:ln>
              </p:spPr>
              <p:txBody>
                <a:bodyPr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Princípio de solução individual</a:t>
                  </a:r>
                </a:p>
              </p:txBody>
            </p:sp>
            <p:sp>
              <p:nvSpPr>
                <p:cNvPr id="59575" name="Rectangle 30">
                  <a:extLst>
                    <a:ext uri="{FF2B5EF4-FFF2-40B4-BE49-F238E27FC236}">
                      <a16:creationId xmlns:a16="http://schemas.microsoft.com/office/drawing/2014/main" id="{6E2481F3-E2D2-374F-BB87-08D83903EC2D}"/>
                    </a:ext>
                  </a:extLst>
                </p:cNvPr>
                <p:cNvSpPr>
                  <a:spLocks noChangeArrowheads="1"/>
                </p:cNvSpPr>
                <p:nvPr/>
              </p:nvSpPr>
              <p:spPr bwMode="auto">
                <a:xfrm>
                  <a:off x="3648" y="768"/>
                  <a:ext cx="576" cy="351"/>
                </a:xfrm>
                <a:prstGeom prst="rect">
                  <a:avLst/>
                </a:prstGeom>
                <a:solidFill>
                  <a:schemeClr val="bg1"/>
                </a:solidFill>
                <a:ln w="9525">
                  <a:solidFill>
                    <a:schemeClr val="tx1"/>
                  </a:solidFill>
                  <a:miter lim="800000"/>
                  <a:headEnd/>
                  <a:tailEnd/>
                </a:ln>
              </p:spPr>
              <p:txBody>
                <a:bodyPr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Princípio de solução individual</a:t>
                  </a:r>
                </a:p>
              </p:txBody>
            </p:sp>
            <p:sp>
              <p:nvSpPr>
                <p:cNvPr id="59576" name="Rectangle 31">
                  <a:extLst>
                    <a:ext uri="{FF2B5EF4-FFF2-40B4-BE49-F238E27FC236}">
                      <a16:creationId xmlns:a16="http://schemas.microsoft.com/office/drawing/2014/main" id="{8792B0DB-A1D9-8540-9A85-CAF820B62D4E}"/>
                    </a:ext>
                  </a:extLst>
                </p:cNvPr>
                <p:cNvSpPr>
                  <a:spLocks noChangeArrowheads="1"/>
                </p:cNvSpPr>
                <p:nvPr/>
              </p:nvSpPr>
              <p:spPr bwMode="auto">
                <a:xfrm>
                  <a:off x="3552" y="816"/>
                  <a:ext cx="576" cy="351"/>
                </a:xfrm>
                <a:prstGeom prst="rect">
                  <a:avLst/>
                </a:prstGeom>
                <a:solidFill>
                  <a:schemeClr val="bg1"/>
                </a:solidFill>
                <a:ln w="9525">
                  <a:solidFill>
                    <a:schemeClr val="tx1"/>
                  </a:solidFill>
                  <a:miter lim="800000"/>
                  <a:headEnd/>
                  <a:tailEnd/>
                </a:ln>
              </p:spPr>
              <p:txBody>
                <a:bodyPr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Princípio de solução individual</a:t>
                  </a:r>
                </a:p>
              </p:txBody>
            </p:sp>
          </p:grpSp>
          <p:sp>
            <p:nvSpPr>
              <p:cNvPr id="59573" name="Rectangle 32">
                <a:extLst>
                  <a:ext uri="{FF2B5EF4-FFF2-40B4-BE49-F238E27FC236}">
                    <a16:creationId xmlns:a16="http://schemas.microsoft.com/office/drawing/2014/main" id="{FC46C61C-BF4C-3E44-9945-D01E207E7A1D}"/>
                  </a:ext>
                </a:extLst>
              </p:cNvPr>
              <p:cNvSpPr>
                <a:spLocks noChangeArrowheads="1"/>
              </p:cNvSpPr>
              <p:nvPr/>
            </p:nvSpPr>
            <p:spPr bwMode="auto">
              <a:xfrm>
                <a:off x="3648" y="1392"/>
                <a:ext cx="589" cy="236"/>
              </a:xfrm>
              <a:prstGeom prst="rect">
                <a:avLst/>
              </a:prstGeom>
              <a:solidFill>
                <a:schemeClr val="bg1"/>
              </a:solidFill>
              <a:ln w="9525">
                <a:solidFill>
                  <a:schemeClr val="tx1"/>
                </a:solidFill>
                <a:miter lim="800000"/>
                <a:headEnd/>
                <a:tailEnd/>
              </a:ln>
            </p:spPr>
            <p:txBody>
              <a:bodyPr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Princípio de solução total</a:t>
                </a:r>
              </a:p>
            </p:txBody>
          </p:sp>
        </p:grpSp>
        <p:sp>
          <p:nvSpPr>
            <p:cNvPr id="59563" name="Rectangle 33">
              <a:extLst>
                <a:ext uri="{FF2B5EF4-FFF2-40B4-BE49-F238E27FC236}">
                  <a16:creationId xmlns:a16="http://schemas.microsoft.com/office/drawing/2014/main" id="{487F8E9C-117A-9D4C-9BDD-C16448ACD1B2}"/>
                </a:ext>
              </a:extLst>
            </p:cNvPr>
            <p:cNvSpPr>
              <a:spLocks noChangeArrowheads="1"/>
            </p:cNvSpPr>
            <p:nvPr/>
          </p:nvSpPr>
          <p:spPr bwMode="auto">
            <a:xfrm>
              <a:off x="3792" y="1680"/>
              <a:ext cx="1392" cy="121"/>
            </a:xfrm>
            <a:prstGeom prst="rect">
              <a:avLst/>
            </a:prstGeom>
            <a:solidFill>
              <a:schemeClr val="bg1"/>
            </a:solidFill>
            <a:ln w="9525">
              <a:solidFill>
                <a:schemeClr val="tx1"/>
              </a:solidFill>
              <a:miter lim="800000"/>
              <a:headEnd/>
              <a:tailEnd/>
            </a:ln>
          </p:spPr>
          <p:txBody>
            <a:bodyPr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Alternativas de solução</a:t>
              </a:r>
            </a:p>
          </p:txBody>
        </p:sp>
        <p:grpSp>
          <p:nvGrpSpPr>
            <p:cNvPr id="59564" name="Group 34">
              <a:extLst>
                <a:ext uri="{FF2B5EF4-FFF2-40B4-BE49-F238E27FC236}">
                  <a16:creationId xmlns:a16="http://schemas.microsoft.com/office/drawing/2014/main" id="{D946631B-D155-F241-94C3-DEADEF735A40}"/>
                </a:ext>
              </a:extLst>
            </p:cNvPr>
            <p:cNvGrpSpPr>
              <a:grpSpLocks/>
            </p:cNvGrpSpPr>
            <p:nvPr/>
          </p:nvGrpSpPr>
          <p:grpSpPr bwMode="auto">
            <a:xfrm>
              <a:off x="4512" y="720"/>
              <a:ext cx="912" cy="908"/>
              <a:chOff x="4512" y="720"/>
              <a:chExt cx="912" cy="908"/>
            </a:xfrm>
          </p:grpSpPr>
          <p:sp>
            <p:nvSpPr>
              <p:cNvPr id="59565" name="AutoShape 35">
                <a:extLst>
                  <a:ext uri="{FF2B5EF4-FFF2-40B4-BE49-F238E27FC236}">
                    <a16:creationId xmlns:a16="http://schemas.microsoft.com/office/drawing/2014/main" id="{B21D38B9-A502-1A43-BA2C-BC086F0DD05F}"/>
                  </a:ext>
                </a:extLst>
              </p:cNvPr>
              <p:cNvSpPr>
                <a:spLocks noChangeArrowheads="1"/>
              </p:cNvSpPr>
              <p:nvPr/>
            </p:nvSpPr>
            <p:spPr bwMode="auto">
              <a:xfrm>
                <a:off x="4512" y="720"/>
                <a:ext cx="912" cy="816"/>
              </a:xfrm>
              <a:prstGeom prst="roundRect">
                <a:avLst>
                  <a:gd name="adj" fmla="val 16667"/>
                </a:avLst>
              </a:prstGeom>
              <a:solidFill>
                <a:srgbClr val="EAEAEA"/>
              </a:solidFill>
              <a:ln w="9525">
                <a:solidFill>
                  <a:schemeClr val="tx1"/>
                </a:solidFill>
                <a:round/>
                <a:headEnd/>
                <a:tailEnd/>
              </a:ln>
            </p:spPr>
            <p:txBody>
              <a:bodyPr wrap="none"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nvGrpSpPr>
              <p:cNvPr id="59566" name="Group 36">
                <a:extLst>
                  <a:ext uri="{FF2B5EF4-FFF2-40B4-BE49-F238E27FC236}">
                    <a16:creationId xmlns:a16="http://schemas.microsoft.com/office/drawing/2014/main" id="{6541A1DE-7338-AB43-BD1E-D85975C59A32}"/>
                  </a:ext>
                </a:extLst>
              </p:cNvPr>
              <p:cNvGrpSpPr>
                <a:grpSpLocks/>
              </p:cNvGrpSpPr>
              <p:nvPr/>
            </p:nvGrpSpPr>
            <p:grpSpPr bwMode="auto">
              <a:xfrm>
                <a:off x="4560" y="816"/>
                <a:ext cx="768" cy="447"/>
                <a:chOff x="3552" y="720"/>
                <a:chExt cx="768" cy="447"/>
              </a:xfrm>
            </p:grpSpPr>
            <p:sp>
              <p:nvSpPr>
                <p:cNvPr id="59568" name="Rectangle 37">
                  <a:extLst>
                    <a:ext uri="{FF2B5EF4-FFF2-40B4-BE49-F238E27FC236}">
                      <a16:creationId xmlns:a16="http://schemas.microsoft.com/office/drawing/2014/main" id="{FCD349C7-40A6-674B-9F9B-AC941768BD68}"/>
                    </a:ext>
                  </a:extLst>
                </p:cNvPr>
                <p:cNvSpPr>
                  <a:spLocks noChangeArrowheads="1"/>
                </p:cNvSpPr>
                <p:nvPr/>
              </p:nvSpPr>
              <p:spPr bwMode="auto">
                <a:xfrm>
                  <a:off x="3744" y="720"/>
                  <a:ext cx="576" cy="351"/>
                </a:xfrm>
                <a:prstGeom prst="rect">
                  <a:avLst/>
                </a:prstGeom>
                <a:solidFill>
                  <a:schemeClr val="bg1"/>
                </a:solidFill>
                <a:ln w="9525">
                  <a:solidFill>
                    <a:schemeClr val="tx1"/>
                  </a:solidFill>
                  <a:miter lim="800000"/>
                  <a:headEnd/>
                  <a:tailEnd/>
                </a:ln>
              </p:spPr>
              <p:txBody>
                <a:bodyPr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Princípio de solução individual</a:t>
                  </a:r>
                </a:p>
              </p:txBody>
            </p:sp>
            <p:sp>
              <p:nvSpPr>
                <p:cNvPr id="59569" name="Rectangle 38">
                  <a:extLst>
                    <a:ext uri="{FF2B5EF4-FFF2-40B4-BE49-F238E27FC236}">
                      <a16:creationId xmlns:a16="http://schemas.microsoft.com/office/drawing/2014/main" id="{9E21283E-5C73-8B4F-A6B1-1EAB90801814}"/>
                    </a:ext>
                  </a:extLst>
                </p:cNvPr>
                <p:cNvSpPr>
                  <a:spLocks noChangeArrowheads="1"/>
                </p:cNvSpPr>
                <p:nvPr/>
              </p:nvSpPr>
              <p:spPr bwMode="auto">
                <a:xfrm>
                  <a:off x="3648" y="768"/>
                  <a:ext cx="576" cy="351"/>
                </a:xfrm>
                <a:prstGeom prst="rect">
                  <a:avLst/>
                </a:prstGeom>
                <a:solidFill>
                  <a:schemeClr val="bg1"/>
                </a:solidFill>
                <a:ln w="9525">
                  <a:solidFill>
                    <a:schemeClr val="tx1"/>
                  </a:solidFill>
                  <a:miter lim="800000"/>
                  <a:headEnd/>
                  <a:tailEnd/>
                </a:ln>
              </p:spPr>
              <p:txBody>
                <a:bodyPr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Princípio de solução individual</a:t>
                  </a:r>
                </a:p>
              </p:txBody>
            </p:sp>
            <p:sp>
              <p:nvSpPr>
                <p:cNvPr id="59570" name="Rectangle 39">
                  <a:extLst>
                    <a:ext uri="{FF2B5EF4-FFF2-40B4-BE49-F238E27FC236}">
                      <a16:creationId xmlns:a16="http://schemas.microsoft.com/office/drawing/2014/main" id="{B8855397-62D6-E941-B19D-CD31B05D17DF}"/>
                    </a:ext>
                  </a:extLst>
                </p:cNvPr>
                <p:cNvSpPr>
                  <a:spLocks noChangeArrowheads="1"/>
                </p:cNvSpPr>
                <p:nvPr/>
              </p:nvSpPr>
              <p:spPr bwMode="auto">
                <a:xfrm>
                  <a:off x="3552" y="816"/>
                  <a:ext cx="576" cy="351"/>
                </a:xfrm>
                <a:prstGeom prst="rect">
                  <a:avLst/>
                </a:prstGeom>
                <a:solidFill>
                  <a:schemeClr val="bg1"/>
                </a:solidFill>
                <a:ln w="9525">
                  <a:solidFill>
                    <a:schemeClr val="tx1"/>
                  </a:solidFill>
                  <a:miter lim="800000"/>
                  <a:headEnd/>
                  <a:tailEnd/>
                </a:ln>
              </p:spPr>
              <p:txBody>
                <a:bodyPr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Princípio de solução individual</a:t>
                  </a:r>
                </a:p>
              </p:txBody>
            </p:sp>
          </p:grpSp>
          <p:sp>
            <p:nvSpPr>
              <p:cNvPr id="59567" name="Rectangle 40">
                <a:extLst>
                  <a:ext uri="{FF2B5EF4-FFF2-40B4-BE49-F238E27FC236}">
                    <a16:creationId xmlns:a16="http://schemas.microsoft.com/office/drawing/2014/main" id="{A433A9B8-E6AA-B747-8775-58400C393B82}"/>
                  </a:ext>
                </a:extLst>
              </p:cNvPr>
              <p:cNvSpPr>
                <a:spLocks noChangeArrowheads="1"/>
              </p:cNvSpPr>
              <p:nvPr/>
            </p:nvSpPr>
            <p:spPr bwMode="auto">
              <a:xfrm>
                <a:off x="4656" y="1392"/>
                <a:ext cx="589" cy="236"/>
              </a:xfrm>
              <a:prstGeom prst="rect">
                <a:avLst/>
              </a:prstGeom>
              <a:solidFill>
                <a:schemeClr val="bg1"/>
              </a:solidFill>
              <a:ln w="9525">
                <a:solidFill>
                  <a:schemeClr val="tx1"/>
                </a:solidFill>
                <a:miter lim="800000"/>
                <a:headEnd/>
                <a:tailEnd/>
              </a:ln>
            </p:spPr>
            <p:txBody>
              <a:bodyPr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Princípio de solução total</a:t>
                </a:r>
              </a:p>
            </p:txBody>
          </p:sp>
        </p:grpSp>
      </p:grpSp>
      <p:grpSp>
        <p:nvGrpSpPr>
          <p:cNvPr id="59416" name="Group 41">
            <a:extLst>
              <a:ext uri="{FF2B5EF4-FFF2-40B4-BE49-F238E27FC236}">
                <a16:creationId xmlns:a16="http://schemas.microsoft.com/office/drawing/2014/main" id="{0F00B0E5-B804-B04D-BC19-AF3DACE86994}"/>
              </a:ext>
            </a:extLst>
          </p:cNvPr>
          <p:cNvGrpSpPr>
            <a:grpSpLocks/>
          </p:cNvGrpSpPr>
          <p:nvPr/>
        </p:nvGrpSpPr>
        <p:grpSpPr bwMode="auto">
          <a:xfrm>
            <a:off x="1524000" y="996950"/>
            <a:ext cx="2286000" cy="990600"/>
            <a:chOff x="576" y="960"/>
            <a:chExt cx="1440" cy="624"/>
          </a:xfrm>
        </p:grpSpPr>
        <p:sp>
          <p:nvSpPr>
            <p:cNvPr id="59556" name="AutoShape 42">
              <a:extLst>
                <a:ext uri="{FF2B5EF4-FFF2-40B4-BE49-F238E27FC236}">
                  <a16:creationId xmlns:a16="http://schemas.microsoft.com/office/drawing/2014/main" id="{AD1EC7DB-F783-F54B-B37E-CCA1909F0478}"/>
                </a:ext>
              </a:extLst>
            </p:cNvPr>
            <p:cNvSpPr>
              <a:spLocks noChangeArrowheads="1"/>
            </p:cNvSpPr>
            <p:nvPr/>
          </p:nvSpPr>
          <p:spPr bwMode="auto">
            <a:xfrm>
              <a:off x="576" y="1008"/>
              <a:ext cx="1440" cy="576"/>
            </a:xfrm>
            <a:prstGeom prst="roundRect">
              <a:avLst>
                <a:gd name="adj" fmla="val 16667"/>
              </a:avLst>
            </a:prstGeom>
            <a:solidFill>
              <a:srgbClr val="EAEAEA"/>
            </a:solidFill>
            <a:ln w="9525">
              <a:solidFill>
                <a:schemeClr val="tx1"/>
              </a:solidFill>
              <a:round/>
              <a:headEnd/>
              <a:tailEnd/>
            </a:ln>
          </p:spPr>
          <p:txBody>
            <a:bodyPr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59557" name="Rectangle 43">
              <a:extLst>
                <a:ext uri="{FF2B5EF4-FFF2-40B4-BE49-F238E27FC236}">
                  <a16:creationId xmlns:a16="http://schemas.microsoft.com/office/drawing/2014/main" id="{14025CF2-5F9E-E849-8EFF-2D011C7744FB}"/>
                </a:ext>
              </a:extLst>
            </p:cNvPr>
            <p:cNvSpPr>
              <a:spLocks noChangeArrowheads="1"/>
            </p:cNvSpPr>
            <p:nvPr/>
          </p:nvSpPr>
          <p:spPr bwMode="auto">
            <a:xfrm>
              <a:off x="831" y="960"/>
              <a:ext cx="930" cy="121"/>
            </a:xfrm>
            <a:prstGeom prst="rect">
              <a:avLst/>
            </a:prstGeom>
            <a:solidFill>
              <a:schemeClr val="bg1"/>
            </a:solidFill>
            <a:ln w="9525">
              <a:solidFill>
                <a:schemeClr val="tx1"/>
              </a:solidFill>
              <a:miter lim="800000"/>
              <a:headEnd/>
              <a:tailEnd/>
            </a:ln>
          </p:spPr>
          <p:txBody>
            <a:bodyPr wrap="none"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Especificações meta</a:t>
              </a:r>
            </a:p>
          </p:txBody>
        </p:sp>
        <p:grpSp>
          <p:nvGrpSpPr>
            <p:cNvPr id="59558" name="Group 44">
              <a:extLst>
                <a:ext uri="{FF2B5EF4-FFF2-40B4-BE49-F238E27FC236}">
                  <a16:creationId xmlns:a16="http://schemas.microsoft.com/office/drawing/2014/main" id="{2F572F9F-2BCC-2E4A-8B64-09D3257F6F3B}"/>
                </a:ext>
              </a:extLst>
            </p:cNvPr>
            <p:cNvGrpSpPr>
              <a:grpSpLocks/>
            </p:cNvGrpSpPr>
            <p:nvPr/>
          </p:nvGrpSpPr>
          <p:grpSpPr bwMode="auto">
            <a:xfrm>
              <a:off x="624" y="1152"/>
              <a:ext cx="1344" cy="351"/>
              <a:chOff x="624" y="1152"/>
              <a:chExt cx="1344" cy="351"/>
            </a:xfrm>
          </p:grpSpPr>
          <p:sp>
            <p:nvSpPr>
              <p:cNvPr id="59559" name="Rectangle 45">
                <a:extLst>
                  <a:ext uri="{FF2B5EF4-FFF2-40B4-BE49-F238E27FC236}">
                    <a16:creationId xmlns:a16="http://schemas.microsoft.com/office/drawing/2014/main" id="{6322C9D6-A2CB-8F4A-8B29-79ECF51000DE}"/>
                  </a:ext>
                </a:extLst>
              </p:cNvPr>
              <p:cNvSpPr>
                <a:spLocks noChangeArrowheads="1"/>
              </p:cNvSpPr>
              <p:nvPr/>
            </p:nvSpPr>
            <p:spPr bwMode="auto">
              <a:xfrm>
                <a:off x="624" y="1152"/>
                <a:ext cx="640" cy="351"/>
              </a:xfrm>
              <a:prstGeom prst="rect">
                <a:avLst/>
              </a:prstGeom>
              <a:solidFill>
                <a:schemeClr val="bg1"/>
              </a:solidFill>
              <a:ln w="9525">
                <a:solidFill>
                  <a:schemeClr val="tx1"/>
                </a:solidFill>
                <a:miter lim="800000"/>
                <a:headEnd/>
                <a:tailEnd/>
              </a:ln>
            </p:spPr>
            <p:txBody>
              <a:bodyPr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Requisitos do produto (valor meta)</a:t>
                </a:r>
              </a:p>
            </p:txBody>
          </p:sp>
          <p:sp>
            <p:nvSpPr>
              <p:cNvPr id="59560" name="Text Box 46">
                <a:extLst>
                  <a:ext uri="{FF2B5EF4-FFF2-40B4-BE49-F238E27FC236}">
                    <a16:creationId xmlns:a16="http://schemas.microsoft.com/office/drawing/2014/main" id="{0F9CAEEC-D7AA-E04D-9835-308C89335870}"/>
                  </a:ext>
                </a:extLst>
              </p:cNvPr>
              <p:cNvSpPr txBox="1">
                <a:spLocks noChangeArrowheads="1"/>
              </p:cNvSpPr>
              <p:nvPr/>
            </p:nvSpPr>
            <p:spPr bwMode="auto">
              <a:xfrm>
                <a:off x="1344" y="1152"/>
                <a:ext cx="624" cy="351"/>
              </a:xfrm>
              <a:prstGeom prst="rect">
                <a:avLst/>
              </a:prstGeom>
              <a:solidFill>
                <a:schemeClr val="bg1"/>
              </a:solidFill>
              <a:ln w="9525">
                <a:solidFill>
                  <a:schemeClr val="tx1"/>
                </a:solidFill>
                <a:miter lim="800000"/>
                <a:headEnd/>
                <a:tailEnd/>
              </a:ln>
            </p:spPr>
            <p:txBody>
              <a:bodyPr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Informações adicionais qualitativas</a:t>
                </a:r>
              </a:p>
            </p:txBody>
          </p:sp>
        </p:grpSp>
      </p:grpSp>
      <p:sp>
        <p:nvSpPr>
          <p:cNvPr id="59417" name="Rectangle 47">
            <a:extLst>
              <a:ext uri="{FF2B5EF4-FFF2-40B4-BE49-F238E27FC236}">
                <a16:creationId xmlns:a16="http://schemas.microsoft.com/office/drawing/2014/main" id="{8D23AF43-8EE4-5D47-93CB-BEBDC4DC3E3B}"/>
              </a:ext>
            </a:extLst>
          </p:cNvPr>
          <p:cNvSpPr>
            <a:spLocks noChangeArrowheads="1"/>
          </p:cNvSpPr>
          <p:nvPr/>
        </p:nvSpPr>
        <p:spPr bwMode="auto">
          <a:xfrm>
            <a:off x="1485900" y="2139950"/>
            <a:ext cx="1066800" cy="557213"/>
          </a:xfrm>
          <a:prstGeom prst="rect">
            <a:avLst/>
          </a:prstGeom>
          <a:solidFill>
            <a:schemeClr val="bg1"/>
          </a:solidFill>
          <a:ln w="9525">
            <a:solidFill>
              <a:schemeClr val="tx1"/>
            </a:solidFill>
            <a:miter lim="800000"/>
            <a:headEnd/>
            <a:tailEnd/>
          </a:ln>
        </p:spPr>
        <p:txBody>
          <a:bodyPr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Requisitos dos SSCs (desdobrados)</a:t>
            </a:r>
          </a:p>
        </p:txBody>
      </p:sp>
      <p:sp>
        <p:nvSpPr>
          <p:cNvPr id="59418" name="Rectangle 48">
            <a:extLst>
              <a:ext uri="{FF2B5EF4-FFF2-40B4-BE49-F238E27FC236}">
                <a16:creationId xmlns:a16="http://schemas.microsoft.com/office/drawing/2014/main" id="{98F6C1C1-1AB9-0D48-BD70-74ADF1EDE30E}"/>
              </a:ext>
            </a:extLst>
          </p:cNvPr>
          <p:cNvSpPr>
            <a:spLocks noChangeArrowheads="1"/>
          </p:cNvSpPr>
          <p:nvPr/>
        </p:nvSpPr>
        <p:spPr bwMode="auto">
          <a:xfrm>
            <a:off x="1371600" y="2984500"/>
            <a:ext cx="1295400" cy="374650"/>
          </a:xfrm>
          <a:prstGeom prst="rect">
            <a:avLst/>
          </a:prstGeom>
          <a:solidFill>
            <a:schemeClr val="bg1"/>
          </a:solidFill>
          <a:ln w="9525">
            <a:solidFill>
              <a:schemeClr val="tx1"/>
            </a:solidFill>
            <a:miter lim="800000"/>
            <a:headEnd/>
            <a:tailEnd/>
          </a:ln>
        </p:spPr>
        <p:txBody>
          <a:bodyPr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Especificações iniciais dos SSCs </a:t>
            </a:r>
          </a:p>
        </p:txBody>
      </p:sp>
      <p:sp>
        <p:nvSpPr>
          <p:cNvPr id="59419" name="Rectangle 49">
            <a:extLst>
              <a:ext uri="{FF2B5EF4-FFF2-40B4-BE49-F238E27FC236}">
                <a16:creationId xmlns:a16="http://schemas.microsoft.com/office/drawing/2014/main" id="{25500A86-4C3B-EC4A-8680-1A3F3033B27D}"/>
              </a:ext>
            </a:extLst>
          </p:cNvPr>
          <p:cNvSpPr>
            <a:spLocks noChangeArrowheads="1"/>
          </p:cNvSpPr>
          <p:nvPr/>
        </p:nvSpPr>
        <p:spPr bwMode="auto">
          <a:xfrm>
            <a:off x="2057400" y="3511550"/>
            <a:ext cx="993775" cy="374650"/>
          </a:xfrm>
          <a:prstGeom prst="rect">
            <a:avLst/>
          </a:prstGeom>
          <a:solidFill>
            <a:schemeClr val="bg1"/>
          </a:solidFill>
          <a:ln w="9525">
            <a:solidFill>
              <a:schemeClr val="tx1"/>
            </a:solidFill>
            <a:miter lim="800000"/>
            <a:headEnd/>
            <a:tailEnd/>
          </a:ln>
        </p:spPr>
        <p:txBody>
          <a:bodyPr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Plano macro de processo</a:t>
            </a:r>
          </a:p>
        </p:txBody>
      </p:sp>
      <p:grpSp>
        <p:nvGrpSpPr>
          <p:cNvPr id="59420" name="Group 50">
            <a:extLst>
              <a:ext uri="{FF2B5EF4-FFF2-40B4-BE49-F238E27FC236}">
                <a16:creationId xmlns:a16="http://schemas.microsoft.com/office/drawing/2014/main" id="{1EE230B1-7390-5D4A-B583-19623F5B9800}"/>
              </a:ext>
            </a:extLst>
          </p:cNvPr>
          <p:cNvGrpSpPr>
            <a:grpSpLocks/>
          </p:cNvGrpSpPr>
          <p:nvPr/>
        </p:nvGrpSpPr>
        <p:grpSpPr bwMode="auto">
          <a:xfrm>
            <a:off x="1752600" y="4357688"/>
            <a:ext cx="1295400" cy="1046162"/>
            <a:chOff x="1104" y="2745"/>
            <a:chExt cx="816" cy="659"/>
          </a:xfrm>
        </p:grpSpPr>
        <p:sp>
          <p:nvSpPr>
            <p:cNvPr id="59552" name="AutoShape 51">
              <a:extLst>
                <a:ext uri="{FF2B5EF4-FFF2-40B4-BE49-F238E27FC236}">
                  <a16:creationId xmlns:a16="http://schemas.microsoft.com/office/drawing/2014/main" id="{635204C2-A86F-7E40-9B54-F45F068CFDE5}"/>
                </a:ext>
              </a:extLst>
            </p:cNvPr>
            <p:cNvSpPr>
              <a:spLocks noChangeArrowheads="1"/>
            </p:cNvSpPr>
            <p:nvPr/>
          </p:nvSpPr>
          <p:spPr bwMode="auto">
            <a:xfrm>
              <a:off x="1104" y="2924"/>
              <a:ext cx="816" cy="480"/>
            </a:xfrm>
            <a:prstGeom prst="roundRect">
              <a:avLst>
                <a:gd name="adj" fmla="val 16667"/>
              </a:avLst>
            </a:prstGeom>
            <a:solidFill>
              <a:srgbClr val="EAEAEA"/>
            </a:solidFill>
            <a:ln w="9525">
              <a:solidFill>
                <a:schemeClr val="tx1"/>
              </a:solidFill>
              <a:round/>
              <a:headEnd/>
              <a:tailEnd/>
            </a:ln>
          </p:spPr>
          <p:txBody>
            <a:bodyPr wrap="none"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59553" name="Rectangle 52">
              <a:extLst>
                <a:ext uri="{FF2B5EF4-FFF2-40B4-BE49-F238E27FC236}">
                  <a16:creationId xmlns:a16="http://schemas.microsoft.com/office/drawing/2014/main" id="{95ACB4DD-866F-AE49-A602-00CA2F4AC142}"/>
                </a:ext>
              </a:extLst>
            </p:cNvPr>
            <p:cNvSpPr>
              <a:spLocks noChangeArrowheads="1"/>
            </p:cNvSpPr>
            <p:nvPr/>
          </p:nvSpPr>
          <p:spPr bwMode="auto">
            <a:xfrm>
              <a:off x="1176" y="2745"/>
              <a:ext cx="672" cy="236"/>
            </a:xfrm>
            <a:prstGeom prst="rect">
              <a:avLst/>
            </a:prstGeom>
            <a:solidFill>
              <a:schemeClr val="bg1"/>
            </a:solidFill>
            <a:ln w="9525">
              <a:solidFill>
                <a:schemeClr val="tx1"/>
              </a:solidFill>
              <a:miter lim="800000"/>
              <a:headEnd/>
              <a:tailEnd/>
            </a:ln>
          </p:spPr>
          <p:txBody>
            <a:bodyPr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Plano de processo</a:t>
              </a:r>
            </a:p>
          </p:txBody>
        </p:sp>
        <p:sp>
          <p:nvSpPr>
            <p:cNvPr id="59554" name="Rectangle 53">
              <a:extLst>
                <a:ext uri="{FF2B5EF4-FFF2-40B4-BE49-F238E27FC236}">
                  <a16:creationId xmlns:a16="http://schemas.microsoft.com/office/drawing/2014/main" id="{B4EDDF25-1363-B54C-B04C-1A7C745368B0}"/>
                </a:ext>
              </a:extLst>
            </p:cNvPr>
            <p:cNvSpPr>
              <a:spLocks noChangeArrowheads="1"/>
            </p:cNvSpPr>
            <p:nvPr/>
          </p:nvSpPr>
          <p:spPr bwMode="auto">
            <a:xfrm>
              <a:off x="1164" y="3212"/>
              <a:ext cx="695" cy="121"/>
            </a:xfrm>
            <a:prstGeom prst="rect">
              <a:avLst/>
            </a:prstGeom>
            <a:solidFill>
              <a:schemeClr val="bg1"/>
            </a:solidFill>
            <a:ln w="9525">
              <a:solidFill>
                <a:schemeClr val="tx1"/>
              </a:solidFill>
              <a:miter lim="800000"/>
              <a:headEnd/>
              <a:tailEnd/>
            </a:ln>
          </p:spPr>
          <p:txBody>
            <a:bodyPr wrap="none"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Detalhamentos</a:t>
              </a:r>
            </a:p>
          </p:txBody>
        </p:sp>
        <p:sp>
          <p:nvSpPr>
            <p:cNvPr id="59555" name="Rectangle 54">
              <a:extLst>
                <a:ext uri="{FF2B5EF4-FFF2-40B4-BE49-F238E27FC236}">
                  <a16:creationId xmlns:a16="http://schemas.microsoft.com/office/drawing/2014/main" id="{2527B4A1-29EF-F04F-8B57-DCEE9AD35B3C}"/>
                </a:ext>
              </a:extLst>
            </p:cNvPr>
            <p:cNvSpPr>
              <a:spLocks noChangeArrowheads="1"/>
            </p:cNvSpPr>
            <p:nvPr/>
          </p:nvSpPr>
          <p:spPr bwMode="auto">
            <a:xfrm>
              <a:off x="1176" y="3020"/>
              <a:ext cx="672" cy="121"/>
            </a:xfrm>
            <a:prstGeom prst="rect">
              <a:avLst/>
            </a:prstGeom>
            <a:solidFill>
              <a:schemeClr val="bg1"/>
            </a:solidFill>
            <a:ln w="9525">
              <a:solidFill>
                <a:schemeClr val="tx1"/>
              </a:solidFill>
              <a:miter lim="800000"/>
              <a:headEnd/>
              <a:tailEnd/>
            </a:ln>
          </p:spPr>
          <p:txBody>
            <a:bodyPr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Plano macro</a:t>
              </a:r>
            </a:p>
          </p:txBody>
        </p:sp>
      </p:grpSp>
      <p:sp>
        <p:nvSpPr>
          <p:cNvPr id="59421" name="AutoShape 55">
            <a:extLst>
              <a:ext uri="{FF2B5EF4-FFF2-40B4-BE49-F238E27FC236}">
                <a16:creationId xmlns:a16="http://schemas.microsoft.com/office/drawing/2014/main" id="{640C5421-CD62-D34A-A6AA-AEAF7952BC52}"/>
              </a:ext>
            </a:extLst>
          </p:cNvPr>
          <p:cNvSpPr>
            <a:spLocks noChangeArrowheads="1"/>
          </p:cNvSpPr>
          <p:nvPr/>
        </p:nvSpPr>
        <p:spPr bwMode="auto">
          <a:xfrm>
            <a:off x="5410200" y="4038600"/>
            <a:ext cx="3733800" cy="2819400"/>
          </a:xfrm>
          <a:prstGeom prst="roundRect">
            <a:avLst>
              <a:gd name="adj" fmla="val 8278"/>
            </a:avLst>
          </a:prstGeom>
          <a:solidFill>
            <a:srgbClr val="99FF99"/>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59422" name="Rectangle 56">
            <a:extLst>
              <a:ext uri="{FF2B5EF4-FFF2-40B4-BE49-F238E27FC236}">
                <a16:creationId xmlns:a16="http://schemas.microsoft.com/office/drawing/2014/main" id="{84D2F6F2-7943-554D-8327-4EA4D6AB29A7}"/>
              </a:ext>
            </a:extLst>
          </p:cNvPr>
          <p:cNvSpPr>
            <a:spLocks noChangeArrowheads="1"/>
          </p:cNvSpPr>
          <p:nvPr/>
        </p:nvSpPr>
        <p:spPr bwMode="auto">
          <a:xfrm>
            <a:off x="8229600" y="3886200"/>
            <a:ext cx="803275" cy="374650"/>
          </a:xfrm>
          <a:prstGeom prst="rect">
            <a:avLst/>
          </a:prstGeom>
          <a:solidFill>
            <a:schemeClr val="bg1"/>
          </a:solidFill>
          <a:ln w="9525">
            <a:solidFill>
              <a:schemeClr val="tx1"/>
            </a:solidFill>
            <a:miter lim="800000"/>
            <a:headEnd/>
            <a:tailEnd/>
          </a:ln>
        </p:spPr>
        <p:txBody>
          <a:bodyPr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Família de produtos</a:t>
            </a:r>
          </a:p>
        </p:txBody>
      </p:sp>
      <p:sp>
        <p:nvSpPr>
          <p:cNvPr id="59423" name="Rectangle 57">
            <a:extLst>
              <a:ext uri="{FF2B5EF4-FFF2-40B4-BE49-F238E27FC236}">
                <a16:creationId xmlns:a16="http://schemas.microsoft.com/office/drawing/2014/main" id="{A8DED767-9C09-8C41-9FCC-EE80478346BF}"/>
              </a:ext>
            </a:extLst>
          </p:cNvPr>
          <p:cNvSpPr>
            <a:spLocks noChangeArrowheads="1"/>
          </p:cNvSpPr>
          <p:nvPr/>
        </p:nvSpPr>
        <p:spPr bwMode="auto">
          <a:xfrm>
            <a:off x="5638800" y="6553200"/>
            <a:ext cx="655638" cy="192088"/>
          </a:xfrm>
          <a:prstGeom prst="rect">
            <a:avLst/>
          </a:prstGeom>
          <a:solidFill>
            <a:schemeClr val="bg1"/>
          </a:solidFill>
          <a:ln w="9525">
            <a:solidFill>
              <a:srgbClr val="FF3300"/>
            </a:solidFill>
            <a:miter lim="800000"/>
            <a:headEnd/>
            <a:tailEnd/>
          </a:ln>
        </p:spPr>
        <p:txBody>
          <a:bodyPr wrap="none"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solidFill>
                  <a:srgbClr val="FF0000"/>
                </a:solidFill>
              </a:rPr>
              <a:t>Módulos</a:t>
            </a:r>
          </a:p>
        </p:txBody>
      </p:sp>
      <p:grpSp>
        <p:nvGrpSpPr>
          <p:cNvPr id="59424" name="Group 58">
            <a:extLst>
              <a:ext uri="{FF2B5EF4-FFF2-40B4-BE49-F238E27FC236}">
                <a16:creationId xmlns:a16="http://schemas.microsoft.com/office/drawing/2014/main" id="{996D7725-CC40-1C46-86EA-227D13E89C61}"/>
              </a:ext>
            </a:extLst>
          </p:cNvPr>
          <p:cNvGrpSpPr>
            <a:grpSpLocks/>
          </p:cNvGrpSpPr>
          <p:nvPr/>
        </p:nvGrpSpPr>
        <p:grpSpPr bwMode="auto">
          <a:xfrm>
            <a:off x="5562600" y="4191000"/>
            <a:ext cx="3429000" cy="2554288"/>
            <a:chOff x="3504" y="2640"/>
            <a:chExt cx="2160" cy="1609"/>
          </a:xfrm>
        </p:grpSpPr>
        <p:grpSp>
          <p:nvGrpSpPr>
            <p:cNvPr id="59469" name="Group 59">
              <a:extLst>
                <a:ext uri="{FF2B5EF4-FFF2-40B4-BE49-F238E27FC236}">
                  <a16:creationId xmlns:a16="http://schemas.microsoft.com/office/drawing/2014/main" id="{68FC7B26-39D0-5847-A092-398A7DB0CF50}"/>
                </a:ext>
              </a:extLst>
            </p:cNvPr>
            <p:cNvGrpSpPr>
              <a:grpSpLocks/>
            </p:cNvGrpSpPr>
            <p:nvPr/>
          </p:nvGrpSpPr>
          <p:grpSpPr bwMode="auto">
            <a:xfrm>
              <a:off x="4224" y="3312"/>
              <a:ext cx="515" cy="121"/>
              <a:chOff x="4224" y="3312"/>
              <a:chExt cx="515" cy="121"/>
            </a:xfrm>
          </p:grpSpPr>
          <p:sp>
            <p:nvSpPr>
              <p:cNvPr id="59550" name="Rectangle 60">
                <a:extLst>
                  <a:ext uri="{FF2B5EF4-FFF2-40B4-BE49-F238E27FC236}">
                    <a16:creationId xmlns:a16="http://schemas.microsoft.com/office/drawing/2014/main" id="{9F00F6B2-09C7-B84F-BC5E-DECA015188D7}"/>
                  </a:ext>
                </a:extLst>
              </p:cNvPr>
              <p:cNvSpPr>
                <a:spLocks noChangeArrowheads="1"/>
              </p:cNvSpPr>
              <p:nvPr/>
            </p:nvSpPr>
            <p:spPr bwMode="auto">
              <a:xfrm>
                <a:off x="4272" y="3312"/>
                <a:ext cx="48" cy="48"/>
              </a:xfrm>
              <a:prstGeom prst="rect">
                <a:avLst/>
              </a:prstGeom>
              <a:solidFill>
                <a:schemeClr val="bg1"/>
              </a:solidFill>
              <a:ln w="9525">
                <a:solidFill>
                  <a:schemeClr val="tx1"/>
                </a:solidFill>
                <a:miter lim="800000"/>
                <a:headEnd/>
                <a:tailEnd/>
              </a:ln>
            </p:spPr>
            <p:txBody>
              <a:bodyPr wrap="none"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59551" name="Rectangle 61">
                <a:extLst>
                  <a:ext uri="{FF2B5EF4-FFF2-40B4-BE49-F238E27FC236}">
                    <a16:creationId xmlns:a16="http://schemas.microsoft.com/office/drawing/2014/main" id="{F18E4D10-F4D5-084F-91DF-887716A54027}"/>
                  </a:ext>
                </a:extLst>
              </p:cNvPr>
              <p:cNvSpPr>
                <a:spLocks noChangeArrowheads="1"/>
              </p:cNvSpPr>
              <p:nvPr/>
            </p:nvSpPr>
            <p:spPr bwMode="auto">
              <a:xfrm>
                <a:off x="4224" y="3312"/>
                <a:ext cx="515" cy="121"/>
              </a:xfrm>
              <a:prstGeom prst="rect">
                <a:avLst/>
              </a:prstGeom>
              <a:solidFill>
                <a:schemeClr val="bg1"/>
              </a:solidFill>
              <a:ln w="9525">
                <a:solidFill>
                  <a:schemeClr val="tx1"/>
                </a:solidFill>
                <a:miter lim="800000"/>
                <a:headEnd/>
                <a:tailEnd/>
              </a:ln>
            </p:spPr>
            <p:txBody>
              <a:bodyPr wrap="none"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Plataforma</a:t>
                </a:r>
              </a:p>
            </p:txBody>
          </p:sp>
        </p:grpSp>
        <p:sp>
          <p:nvSpPr>
            <p:cNvPr id="59470" name="Text Box 62">
              <a:extLst>
                <a:ext uri="{FF2B5EF4-FFF2-40B4-BE49-F238E27FC236}">
                  <a16:creationId xmlns:a16="http://schemas.microsoft.com/office/drawing/2014/main" id="{D7EB53CA-F47B-2047-94DE-D8EE6FCA902B}"/>
                </a:ext>
              </a:extLst>
            </p:cNvPr>
            <p:cNvSpPr txBox="1">
              <a:spLocks noChangeArrowheads="1"/>
            </p:cNvSpPr>
            <p:nvPr/>
          </p:nvSpPr>
          <p:spPr bwMode="auto">
            <a:xfrm>
              <a:off x="5088" y="3552"/>
              <a:ext cx="180" cy="121"/>
            </a:xfrm>
            <a:prstGeom prst="rect">
              <a:avLst/>
            </a:prstGeom>
            <a:solidFill>
              <a:schemeClr val="bg1"/>
            </a:solidFill>
            <a:ln w="9525">
              <a:solidFill>
                <a:schemeClr val="tx1"/>
              </a:solidFill>
              <a:miter lim="800000"/>
              <a:headEnd/>
              <a:tailEnd/>
            </a:ln>
          </p:spPr>
          <p:txBody>
            <a:bodyPr wrap="none"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SS</a:t>
              </a:r>
            </a:p>
          </p:txBody>
        </p:sp>
        <p:sp>
          <p:nvSpPr>
            <p:cNvPr id="59471" name="Text Box 63">
              <a:extLst>
                <a:ext uri="{FF2B5EF4-FFF2-40B4-BE49-F238E27FC236}">
                  <a16:creationId xmlns:a16="http://schemas.microsoft.com/office/drawing/2014/main" id="{0E37DC2E-469B-2E41-8FC9-3A1E625F0074}"/>
                </a:ext>
              </a:extLst>
            </p:cNvPr>
            <p:cNvSpPr txBox="1">
              <a:spLocks noChangeArrowheads="1"/>
            </p:cNvSpPr>
            <p:nvPr/>
          </p:nvSpPr>
          <p:spPr bwMode="auto">
            <a:xfrm>
              <a:off x="4608" y="3552"/>
              <a:ext cx="116" cy="121"/>
            </a:xfrm>
            <a:prstGeom prst="rect">
              <a:avLst/>
            </a:prstGeom>
            <a:solidFill>
              <a:schemeClr val="bg1"/>
            </a:solidFill>
            <a:ln w="9525">
              <a:solidFill>
                <a:schemeClr val="tx1"/>
              </a:solidFill>
              <a:miter lim="800000"/>
              <a:headEnd/>
              <a:tailEnd/>
            </a:ln>
          </p:spPr>
          <p:txBody>
            <a:bodyPr wrap="none"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S</a:t>
              </a:r>
            </a:p>
          </p:txBody>
        </p:sp>
        <p:sp>
          <p:nvSpPr>
            <p:cNvPr id="59472" name="Rectangle 64">
              <a:extLst>
                <a:ext uri="{FF2B5EF4-FFF2-40B4-BE49-F238E27FC236}">
                  <a16:creationId xmlns:a16="http://schemas.microsoft.com/office/drawing/2014/main" id="{BF2C082E-39C5-CD4C-8DE0-5DCBC2C29E45}"/>
                </a:ext>
              </a:extLst>
            </p:cNvPr>
            <p:cNvSpPr>
              <a:spLocks noChangeArrowheads="1"/>
            </p:cNvSpPr>
            <p:nvPr/>
          </p:nvSpPr>
          <p:spPr bwMode="auto">
            <a:xfrm>
              <a:off x="3910" y="2640"/>
              <a:ext cx="440" cy="121"/>
            </a:xfrm>
            <a:prstGeom prst="rect">
              <a:avLst/>
            </a:prstGeom>
            <a:solidFill>
              <a:schemeClr val="bg1"/>
            </a:solidFill>
            <a:ln w="9525">
              <a:solidFill>
                <a:schemeClr val="tx1"/>
              </a:solidFill>
              <a:miter lim="800000"/>
              <a:headEnd/>
              <a:tailEnd/>
            </a:ln>
          </p:spPr>
          <p:txBody>
            <a:bodyPr wrap="none"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Produto1</a:t>
              </a:r>
            </a:p>
          </p:txBody>
        </p:sp>
        <p:grpSp>
          <p:nvGrpSpPr>
            <p:cNvPr id="59473" name="Group 65">
              <a:extLst>
                <a:ext uri="{FF2B5EF4-FFF2-40B4-BE49-F238E27FC236}">
                  <a16:creationId xmlns:a16="http://schemas.microsoft.com/office/drawing/2014/main" id="{E6F8F029-5E29-EF49-AF39-60F5AF0F1ED6}"/>
                </a:ext>
              </a:extLst>
            </p:cNvPr>
            <p:cNvGrpSpPr>
              <a:grpSpLocks/>
            </p:cNvGrpSpPr>
            <p:nvPr/>
          </p:nvGrpSpPr>
          <p:grpSpPr bwMode="auto">
            <a:xfrm>
              <a:off x="3504" y="2880"/>
              <a:ext cx="532" cy="697"/>
              <a:chOff x="4608" y="2976"/>
              <a:chExt cx="532" cy="697"/>
            </a:xfrm>
          </p:grpSpPr>
          <p:sp>
            <p:nvSpPr>
              <p:cNvPr id="59537" name="Text Box 66">
                <a:extLst>
                  <a:ext uri="{FF2B5EF4-FFF2-40B4-BE49-F238E27FC236}">
                    <a16:creationId xmlns:a16="http://schemas.microsoft.com/office/drawing/2014/main" id="{6D7F7918-2A92-8246-85B8-0907BF688C1D}"/>
                  </a:ext>
                </a:extLst>
              </p:cNvPr>
              <p:cNvSpPr txBox="1">
                <a:spLocks noChangeArrowheads="1"/>
              </p:cNvSpPr>
              <p:nvPr/>
            </p:nvSpPr>
            <p:spPr bwMode="auto">
              <a:xfrm>
                <a:off x="4752" y="3120"/>
                <a:ext cx="121" cy="121"/>
              </a:xfrm>
              <a:prstGeom prst="rect">
                <a:avLst/>
              </a:prstGeom>
              <a:solidFill>
                <a:schemeClr val="bg1"/>
              </a:solidFill>
              <a:ln w="9525">
                <a:solidFill>
                  <a:schemeClr val="tx1"/>
                </a:solidFill>
                <a:miter lim="800000"/>
                <a:headEnd/>
                <a:tailEnd/>
              </a:ln>
            </p:spPr>
            <p:txBody>
              <a:bodyPr wrap="none"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C</a:t>
                </a:r>
              </a:p>
            </p:txBody>
          </p:sp>
          <p:sp>
            <p:nvSpPr>
              <p:cNvPr id="59538" name="Text Box 67">
                <a:extLst>
                  <a:ext uri="{FF2B5EF4-FFF2-40B4-BE49-F238E27FC236}">
                    <a16:creationId xmlns:a16="http://schemas.microsoft.com/office/drawing/2014/main" id="{95BFFFA2-9644-8E42-A5CF-C7867928DEA3}"/>
                  </a:ext>
                </a:extLst>
              </p:cNvPr>
              <p:cNvSpPr txBox="1">
                <a:spLocks noChangeArrowheads="1"/>
              </p:cNvSpPr>
              <p:nvPr/>
            </p:nvSpPr>
            <p:spPr bwMode="auto">
              <a:xfrm>
                <a:off x="4944" y="3264"/>
                <a:ext cx="196" cy="121"/>
              </a:xfrm>
              <a:prstGeom prst="rect">
                <a:avLst/>
              </a:prstGeom>
              <a:solidFill>
                <a:schemeClr val="bg1"/>
              </a:solidFill>
              <a:ln w="9525">
                <a:solidFill>
                  <a:schemeClr val="tx1"/>
                </a:solidFill>
                <a:miter lim="800000"/>
                <a:headEnd/>
                <a:tailEnd/>
              </a:ln>
            </p:spPr>
            <p:txBody>
              <a:bodyPr wrap="none"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MP</a:t>
                </a:r>
              </a:p>
            </p:txBody>
          </p:sp>
          <p:sp>
            <p:nvSpPr>
              <p:cNvPr id="59539" name="Text Box 68">
                <a:extLst>
                  <a:ext uri="{FF2B5EF4-FFF2-40B4-BE49-F238E27FC236}">
                    <a16:creationId xmlns:a16="http://schemas.microsoft.com/office/drawing/2014/main" id="{A561C0E2-C2E9-2A4E-8514-59A137C33991}"/>
                  </a:ext>
                </a:extLst>
              </p:cNvPr>
              <p:cNvSpPr txBox="1">
                <a:spLocks noChangeArrowheads="1"/>
              </p:cNvSpPr>
              <p:nvPr/>
            </p:nvSpPr>
            <p:spPr bwMode="auto">
              <a:xfrm>
                <a:off x="4608" y="2976"/>
                <a:ext cx="180" cy="121"/>
              </a:xfrm>
              <a:prstGeom prst="rect">
                <a:avLst/>
              </a:prstGeom>
              <a:solidFill>
                <a:schemeClr val="bg1"/>
              </a:solidFill>
              <a:ln w="9525">
                <a:solidFill>
                  <a:schemeClr val="tx1"/>
                </a:solidFill>
                <a:miter lim="800000"/>
                <a:headEnd/>
                <a:tailEnd/>
              </a:ln>
            </p:spPr>
            <p:txBody>
              <a:bodyPr wrap="none"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SS</a:t>
                </a:r>
              </a:p>
            </p:txBody>
          </p:sp>
          <p:sp>
            <p:nvSpPr>
              <p:cNvPr id="59540" name="Text Box 69">
                <a:extLst>
                  <a:ext uri="{FF2B5EF4-FFF2-40B4-BE49-F238E27FC236}">
                    <a16:creationId xmlns:a16="http://schemas.microsoft.com/office/drawing/2014/main" id="{934CE716-C16C-D148-B3D7-F55091F9A009}"/>
                  </a:ext>
                </a:extLst>
              </p:cNvPr>
              <p:cNvSpPr txBox="1">
                <a:spLocks noChangeArrowheads="1"/>
              </p:cNvSpPr>
              <p:nvPr/>
            </p:nvSpPr>
            <p:spPr bwMode="auto">
              <a:xfrm>
                <a:off x="4752" y="3264"/>
                <a:ext cx="121" cy="121"/>
              </a:xfrm>
              <a:prstGeom prst="rect">
                <a:avLst/>
              </a:prstGeom>
              <a:solidFill>
                <a:schemeClr val="bg1"/>
              </a:solidFill>
              <a:ln w="9525">
                <a:solidFill>
                  <a:schemeClr val="tx1"/>
                </a:solidFill>
                <a:miter lim="800000"/>
                <a:headEnd/>
                <a:tailEnd/>
              </a:ln>
            </p:spPr>
            <p:txBody>
              <a:bodyPr wrap="none"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C</a:t>
                </a:r>
              </a:p>
            </p:txBody>
          </p:sp>
          <p:sp>
            <p:nvSpPr>
              <p:cNvPr id="59541" name="Text Box 70">
                <a:extLst>
                  <a:ext uri="{FF2B5EF4-FFF2-40B4-BE49-F238E27FC236}">
                    <a16:creationId xmlns:a16="http://schemas.microsoft.com/office/drawing/2014/main" id="{2B7A47DD-ECB2-1B4C-8BCD-E5A91D133D99}"/>
                  </a:ext>
                </a:extLst>
              </p:cNvPr>
              <p:cNvSpPr txBox="1">
                <a:spLocks noChangeArrowheads="1"/>
              </p:cNvSpPr>
              <p:nvPr/>
            </p:nvSpPr>
            <p:spPr bwMode="auto">
              <a:xfrm>
                <a:off x="4752" y="3408"/>
                <a:ext cx="121" cy="121"/>
              </a:xfrm>
              <a:prstGeom prst="rect">
                <a:avLst/>
              </a:prstGeom>
              <a:solidFill>
                <a:schemeClr val="bg1"/>
              </a:solidFill>
              <a:ln w="9525">
                <a:solidFill>
                  <a:schemeClr val="tx1"/>
                </a:solidFill>
                <a:miter lim="800000"/>
                <a:headEnd/>
                <a:tailEnd/>
              </a:ln>
            </p:spPr>
            <p:txBody>
              <a:bodyPr wrap="none"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C</a:t>
                </a:r>
              </a:p>
            </p:txBody>
          </p:sp>
          <p:sp>
            <p:nvSpPr>
              <p:cNvPr id="59542" name="Text Box 71">
                <a:extLst>
                  <a:ext uri="{FF2B5EF4-FFF2-40B4-BE49-F238E27FC236}">
                    <a16:creationId xmlns:a16="http://schemas.microsoft.com/office/drawing/2014/main" id="{EE0DD18F-FFCA-D742-9796-3F4DF4DB141C}"/>
                  </a:ext>
                </a:extLst>
              </p:cNvPr>
              <p:cNvSpPr txBox="1">
                <a:spLocks noChangeArrowheads="1"/>
              </p:cNvSpPr>
              <p:nvPr/>
            </p:nvSpPr>
            <p:spPr bwMode="auto">
              <a:xfrm>
                <a:off x="4944" y="3408"/>
                <a:ext cx="196" cy="121"/>
              </a:xfrm>
              <a:prstGeom prst="rect">
                <a:avLst/>
              </a:prstGeom>
              <a:solidFill>
                <a:schemeClr val="bg1"/>
              </a:solidFill>
              <a:ln w="9525">
                <a:solidFill>
                  <a:schemeClr val="tx1"/>
                </a:solidFill>
                <a:miter lim="800000"/>
                <a:headEnd/>
                <a:tailEnd/>
              </a:ln>
            </p:spPr>
            <p:txBody>
              <a:bodyPr wrap="none"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MP</a:t>
                </a:r>
              </a:p>
            </p:txBody>
          </p:sp>
          <p:sp>
            <p:nvSpPr>
              <p:cNvPr id="59543" name="Text Box 72">
                <a:extLst>
                  <a:ext uri="{FF2B5EF4-FFF2-40B4-BE49-F238E27FC236}">
                    <a16:creationId xmlns:a16="http://schemas.microsoft.com/office/drawing/2014/main" id="{468D3683-BCE7-2F46-BE92-A8579F9104FE}"/>
                  </a:ext>
                </a:extLst>
              </p:cNvPr>
              <p:cNvSpPr txBox="1">
                <a:spLocks noChangeArrowheads="1"/>
              </p:cNvSpPr>
              <p:nvPr/>
            </p:nvSpPr>
            <p:spPr bwMode="auto">
              <a:xfrm>
                <a:off x="4752" y="3552"/>
                <a:ext cx="121" cy="121"/>
              </a:xfrm>
              <a:prstGeom prst="rect">
                <a:avLst/>
              </a:prstGeom>
              <a:solidFill>
                <a:schemeClr val="bg1"/>
              </a:solidFill>
              <a:ln w="9525">
                <a:solidFill>
                  <a:schemeClr val="tx1"/>
                </a:solidFill>
                <a:miter lim="800000"/>
                <a:headEnd/>
                <a:tailEnd/>
              </a:ln>
            </p:spPr>
            <p:txBody>
              <a:bodyPr wrap="none"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C</a:t>
                </a:r>
              </a:p>
            </p:txBody>
          </p:sp>
          <p:cxnSp>
            <p:nvCxnSpPr>
              <p:cNvPr id="59544" name="AutoShape 73">
                <a:extLst>
                  <a:ext uri="{FF2B5EF4-FFF2-40B4-BE49-F238E27FC236}">
                    <a16:creationId xmlns:a16="http://schemas.microsoft.com/office/drawing/2014/main" id="{CB11082B-A785-F446-A356-5899AADB1347}"/>
                  </a:ext>
                </a:extLst>
              </p:cNvPr>
              <p:cNvCxnSpPr>
                <a:cxnSpLocks noChangeShapeType="1"/>
                <a:stCxn id="59539" idx="2"/>
                <a:endCxn id="59537" idx="1"/>
              </p:cNvCxnSpPr>
              <p:nvPr/>
            </p:nvCxnSpPr>
            <p:spPr bwMode="auto">
              <a:xfrm rot="16200000" flipH="1">
                <a:off x="4683" y="3112"/>
                <a:ext cx="84" cy="54"/>
              </a:xfrm>
              <a:prstGeom prst="bentConnector2">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59545" name="AutoShape 74">
                <a:extLst>
                  <a:ext uri="{FF2B5EF4-FFF2-40B4-BE49-F238E27FC236}">
                    <a16:creationId xmlns:a16="http://schemas.microsoft.com/office/drawing/2014/main" id="{5105E6DE-E75F-014D-94D7-FBF2B072242B}"/>
                  </a:ext>
                </a:extLst>
              </p:cNvPr>
              <p:cNvCxnSpPr>
                <a:cxnSpLocks noChangeShapeType="1"/>
                <a:stCxn id="59539" idx="2"/>
                <a:endCxn id="59540" idx="1"/>
              </p:cNvCxnSpPr>
              <p:nvPr/>
            </p:nvCxnSpPr>
            <p:spPr bwMode="auto">
              <a:xfrm rot="16200000" flipH="1">
                <a:off x="4611" y="3184"/>
                <a:ext cx="228" cy="54"/>
              </a:xfrm>
              <a:prstGeom prst="bentConnector2">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59546" name="AutoShape 75">
                <a:extLst>
                  <a:ext uri="{FF2B5EF4-FFF2-40B4-BE49-F238E27FC236}">
                    <a16:creationId xmlns:a16="http://schemas.microsoft.com/office/drawing/2014/main" id="{E14BC543-0FA9-ED49-841C-96262DA19ECA}"/>
                  </a:ext>
                </a:extLst>
              </p:cNvPr>
              <p:cNvCxnSpPr>
                <a:cxnSpLocks noChangeShapeType="1"/>
                <a:stCxn id="59539" idx="2"/>
                <a:endCxn id="59541" idx="1"/>
              </p:cNvCxnSpPr>
              <p:nvPr/>
            </p:nvCxnSpPr>
            <p:spPr bwMode="auto">
              <a:xfrm rot="16200000" flipH="1">
                <a:off x="4539" y="3256"/>
                <a:ext cx="372" cy="54"/>
              </a:xfrm>
              <a:prstGeom prst="bentConnector2">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59547" name="AutoShape 76">
                <a:extLst>
                  <a:ext uri="{FF2B5EF4-FFF2-40B4-BE49-F238E27FC236}">
                    <a16:creationId xmlns:a16="http://schemas.microsoft.com/office/drawing/2014/main" id="{230F6F0C-1039-B045-ABBE-117DB485ACC8}"/>
                  </a:ext>
                </a:extLst>
              </p:cNvPr>
              <p:cNvCxnSpPr>
                <a:cxnSpLocks noChangeShapeType="1"/>
                <a:stCxn id="59539" idx="2"/>
                <a:endCxn id="59543" idx="1"/>
              </p:cNvCxnSpPr>
              <p:nvPr/>
            </p:nvCxnSpPr>
            <p:spPr bwMode="auto">
              <a:xfrm rot="16200000" flipH="1">
                <a:off x="4467" y="3328"/>
                <a:ext cx="516" cy="54"/>
              </a:xfrm>
              <a:prstGeom prst="bentConnector2">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59548" name="AutoShape 77">
                <a:extLst>
                  <a:ext uri="{FF2B5EF4-FFF2-40B4-BE49-F238E27FC236}">
                    <a16:creationId xmlns:a16="http://schemas.microsoft.com/office/drawing/2014/main" id="{4EA96A35-AEF3-6F45-A3CF-634F8CBDF899}"/>
                  </a:ext>
                </a:extLst>
              </p:cNvPr>
              <p:cNvCxnSpPr>
                <a:cxnSpLocks noChangeShapeType="1"/>
                <a:stCxn id="59540" idx="3"/>
                <a:endCxn id="59538" idx="1"/>
              </p:cNvCxnSpPr>
              <p:nvPr/>
            </p:nvCxnSpPr>
            <p:spPr bwMode="auto">
              <a:xfrm>
                <a:off x="4873" y="3325"/>
                <a:ext cx="71" cy="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59549" name="AutoShape 78">
                <a:extLst>
                  <a:ext uri="{FF2B5EF4-FFF2-40B4-BE49-F238E27FC236}">
                    <a16:creationId xmlns:a16="http://schemas.microsoft.com/office/drawing/2014/main" id="{2EE237B8-FFFE-8944-AC8E-BE37B9A704C1}"/>
                  </a:ext>
                </a:extLst>
              </p:cNvPr>
              <p:cNvCxnSpPr>
                <a:cxnSpLocks noChangeShapeType="1"/>
                <a:stCxn id="59541" idx="3"/>
                <a:endCxn id="59542" idx="1"/>
              </p:cNvCxnSpPr>
              <p:nvPr/>
            </p:nvCxnSpPr>
            <p:spPr bwMode="auto">
              <a:xfrm>
                <a:off x="4873" y="3469"/>
                <a:ext cx="71" cy="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grpSp>
          <p:nvGrpSpPr>
            <p:cNvPr id="59474" name="Group 79">
              <a:extLst>
                <a:ext uri="{FF2B5EF4-FFF2-40B4-BE49-F238E27FC236}">
                  <a16:creationId xmlns:a16="http://schemas.microsoft.com/office/drawing/2014/main" id="{D6084A25-A672-1342-ADCD-A1A463BDC0C8}"/>
                </a:ext>
              </a:extLst>
            </p:cNvPr>
            <p:cNvGrpSpPr>
              <a:grpSpLocks/>
            </p:cNvGrpSpPr>
            <p:nvPr/>
          </p:nvGrpSpPr>
          <p:grpSpPr bwMode="auto">
            <a:xfrm>
              <a:off x="4258" y="3696"/>
              <a:ext cx="532" cy="409"/>
              <a:chOff x="4368" y="3456"/>
              <a:chExt cx="532" cy="409"/>
            </a:xfrm>
          </p:grpSpPr>
          <p:sp>
            <p:nvSpPr>
              <p:cNvPr id="59530" name="Text Box 80">
                <a:extLst>
                  <a:ext uri="{FF2B5EF4-FFF2-40B4-BE49-F238E27FC236}">
                    <a16:creationId xmlns:a16="http://schemas.microsoft.com/office/drawing/2014/main" id="{86F962F2-DAE8-B84F-8102-135995B5684C}"/>
                  </a:ext>
                </a:extLst>
              </p:cNvPr>
              <p:cNvSpPr txBox="1">
                <a:spLocks noChangeArrowheads="1"/>
              </p:cNvSpPr>
              <p:nvPr/>
            </p:nvSpPr>
            <p:spPr bwMode="auto">
              <a:xfrm>
                <a:off x="4512" y="3600"/>
                <a:ext cx="121" cy="121"/>
              </a:xfrm>
              <a:prstGeom prst="rect">
                <a:avLst/>
              </a:prstGeom>
              <a:solidFill>
                <a:schemeClr val="bg1"/>
              </a:solidFill>
              <a:ln w="9525">
                <a:solidFill>
                  <a:schemeClr val="tx1"/>
                </a:solidFill>
                <a:miter lim="800000"/>
                <a:headEnd/>
                <a:tailEnd/>
              </a:ln>
            </p:spPr>
            <p:txBody>
              <a:bodyPr wrap="none"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C</a:t>
                </a:r>
              </a:p>
            </p:txBody>
          </p:sp>
          <p:sp>
            <p:nvSpPr>
              <p:cNvPr id="59531" name="Text Box 81">
                <a:extLst>
                  <a:ext uri="{FF2B5EF4-FFF2-40B4-BE49-F238E27FC236}">
                    <a16:creationId xmlns:a16="http://schemas.microsoft.com/office/drawing/2014/main" id="{12164F61-D400-694D-9B8B-5DAC88695272}"/>
                  </a:ext>
                </a:extLst>
              </p:cNvPr>
              <p:cNvSpPr txBox="1">
                <a:spLocks noChangeArrowheads="1"/>
              </p:cNvSpPr>
              <p:nvPr/>
            </p:nvSpPr>
            <p:spPr bwMode="auto">
              <a:xfrm>
                <a:off x="4704" y="3600"/>
                <a:ext cx="196" cy="121"/>
              </a:xfrm>
              <a:prstGeom prst="rect">
                <a:avLst/>
              </a:prstGeom>
              <a:solidFill>
                <a:schemeClr val="bg1"/>
              </a:solidFill>
              <a:ln w="9525">
                <a:solidFill>
                  <a:schemeClr val="tx1"/>
                </a:solidFill>
                <a:miter lim="800000"/>
                <a:headEnd/>
                <a:tailEnd/>
              </a:ln>
            </p:spPr>
            <p:txBody>
              <a:bodyPr wrap="none"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MP</a:t>
                </a:r>
              </a:p>
            </p:txBody>
          </p:sp>
          <p:sp>
            <p:nvSpPr>
              <p:cNvPr id="59532" name="Text Box 82">
                <a:extLst>
                  <a:ext uri="{FF2B5EF4-FFF2-40B4-BE49-F238E27FC236}">
                    <a16:creationId xmlns:a16="http://schemas.microsoft.com/office/drawing/2014/main" id="{AB960183-DF34-9840-8F94-50FCDB2C200C}"/>
                  </a:ext>
                </a:extLst>
              </p:cNvPr>
              <p:cNvSpPr txBox="1">
                <a:spLocks noChangeArrowheads="1"/>
              </p:cNvSpPr>
              <p:nvPr/>
            </p:nvSpPr>
            <p:spPr bwMode="auto">
              <a:xfrm>
                <a:off x="4368" y="3456"/>
                <a:ext cx="180" cy="121"/>
              </a:xfrm>
              <a:prstGeom prst="rect">
                <a:avLst/>
              </a:prstGeom>
              <a:solidFill>
                <a:schemeClr val="bg1"/>
              </a:solidFill>
              <a:ln w="9525">
                <a:solidFill>
                  <a:schemeClr val="tx1"/>
                </a:solidFill>
                <a:miter lim="800000"/>
                <a:headEnd/>
                <a:tailEnd/>
              </a:ln>
            </p:spPr>
            <p:txBody>
              <a:bodyPr wrap="none"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SS</a:t>
                </a:r>
              </a:p>
            </p:txBody>
          </p:sp>
          <p:sp>
            <p:nvSpPr>
              <p:cNvPr id="59533" name="Text Box 83">
                <a:extLst>
                  <a:ext uri="{FF2B5EF4-FFF2-40B4-BE49-F238E27FC236}">
                    <a16:creationId xmlns:a16="http://schemas.microsoft.com/office/drawing/2014/main" id="{5D38CEBD-9525-EC4F-8292-32C26A3155F6}"/>
                  </a:ext>
                </a:extLst>
              </p:cNvPr>
              <p:cNvSpPr txBox="1">
                <a:spLocks noChangeArrowheads="1"/>
              </p:cNvSpPr>
              <p:nvPr/>
            </p:nvSpPr>
            <p:spPr bwMode="auto">
              <a:xfrm>
                <a:off x="4512" y="3744"/>
                <a:ext cx="121" cy="121"/>
              </a:xfrm>
              <a:prstGeom prst="rect">
                <a:avLst/>
              </a:prstGeom>
              <a:solidFill>
                <a:schemeClr val="bg1"/>
              </a:solidFill>
              <a:ln w="9525">
                <a:solidFill>
                  <a:schemeClr val="tx1"/>
                </a:solidFill>
                <a:miter lim="800000"/>
                <a:headEnd/>
                <a:tailEnd/>
              </a:ln>
            </p:spPr>
            <p:txBody>
              <a:bodyPr wrap="none"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C</a:t>
                </a:r>
              </a:p>
            </p:txBody>
          </p:sp>
          <p:cxnSp>
            <p:nvCxnSpPr>
              <p:cNvPr id="59534" name="AutoShape 84">
                <a:extLst>
                  <a:ext uri="{FF2B5EF4-FFF2-40B4-BE49-F238E27FC236}">
                    <a16:creationId xmlns:a16="http://schemas.microsoft.com/office/drawing/2014/main" id="{DAFD86B2-3B6F-A34C-B2FA-DF4570B811D2}"/>
                  </a:ext>
                </a:extLst>
              </p:cNvPr>
              <p:cNvCxnSpPr>
                <a:cxnSpLocks noChangeShapeType="1"/>
                <a:stCxn id="59532" idx="2"/>
                <a:endCxn id="59530" idx="1"/>
              </p:cNvCxnSpPr>
              <p:nvPr/>
            </p:nvCxnSpPr>
            <p:spPr bwMode="auto">
              <a:xfrm rot="16200000" flipH="1">
                <a:off x="4443" y="3592"/>
                <a:ext cx="84" cy="54"/>
              </a:xfrm>
              <a:prstGeom prst="bentConnector2">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59535" name="AutoShape 85">
                <a:extLst>
                  <a:ext uri="{FF2B5EF4-FFF2-40B4-BE49-F238E27FC236}">
                    <a16:creationId xmlns:a16="http://schemas.microsoft.com/office/drawing/2014/main" id="{DAD06190-00E8-AB4C-9A0E-332A8FBCA5F0}"/>
                  </a:ext>
                </a:extLst>
              </p:cNvPr>
              <p:cNvCxnSpPr>
                <a:cxnSpLocks noChangeShapeType="1"/>
                <a:stCxn id="59532" idx="2"/>
                <a:endCxn id="59533" idx="1"/>
              </p:cNvCxnSpPr>
              <p:nvPr/>
            </p:nvCxnSpPr>
            <p:spPr bwMode="auto">
              <a:xfrm rot="16200000" flipH="1">
                <a:off x="4371" y="3664"/>
                <a:ext cx="228" cy="54"/>
              </a:xfrm>
              <a:prstGeom prst="bentConnector2">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59536" name="AutoShape 86">
                <a:extLst>
                  <a:ext uri="{FF2B5EF4-FFF2-40B4-BE49-F238E27FC236}">
                    <a16:creationId xmlns:a16="http://schemas.microsoft.com/office/drawing/2014/main" id="{CAB4B73E-F476-4C42-8F75-9A087E9A0726}"/>
                  </a:ext>
                </a:extLst>
              </p:cNvPr>
              <p:cNvCxnSpPr>
                <a:cxnSpLocks noChangeShapeType="1"/>
                <a:stCxn id="59530" idx="3"/>
                <a:endCxn id="59531" idx="1"/>
              </p:cNvCxnSpPr>
              <p:nvPr/>
            </p:nvCxnSpPr>
            <p:spPr bwMode="auto">
              <a:xfrm>
                <a:off x="4633" y="3661"/>
                <a:ext cx="71" cy="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grpSp>
          <p:nvGrpSpPr>
            <p:cNvPr id="59475" name="Group 87">
              <a:extLst>
                <a:ext uri="{FF2B5EF4-FFF2-40B4-BE49-F238E27FC236}">
                  <a16:creationId xmlns:a16="http://schemas.microsoft.com/office/drawing/2014/main" id="{4754EAFF-1238-CE45-B13D-B891EE8321C4}"/>
                </a:ext>
              </a:extLst>
            </p:cNvPr>
            <p:cNvGrpSpPr>
              <a:grpSpLocks/>
            </p:cNvGrpSpPr>
            <p:nvPr/>
          </p:nvGrpSpPr>
          <p:grpSpPr bwMode="auto">
            <a:xfrm>
              <a:off x="4896" y="3696"/>
              <a:ext cx="532" cy="553"/>
              <a:chOff x="4848" y="3408"/>
              <a:chExt cx="532" cy="553"/>
            </a:xfrm>
          </p:grpSpPr>
          <p:sp>
            <p:nvSpPr>
              <p:cNvPr id="59519" name="Text Box 88">
                <a:extLst>
                  <a:ext uri="{FF2B5EF4-FFF2-40B4-BE49-F238E27FC236}">
                    <a16:creationId xmlns:a16="http://schemas.microsoft.com/office/drawing/2014/main" id="{1924B57F-302B-134E-9772-FA6449086712}"/>
                  </a:ext>
                </a:extLst>
              </p:cNvPr>
              <p:cNvSpPr txBox="1">
                <a:spLocks noChangeArrowheads="1"/>
              </p:cNvSpPr>
              <p:nvPr/>
            </p:nvSpPr>
            <p:spPr bwMode="auto">
              <a:xfrm>
                <a:off x="4992" y="3552"/>
                <a:ext cx="121" cy="121"/>
              </a:xfrm>
              <a:prstGeom prst="rect">
                <a:avLst/>
              </a:prstGeom>
              <a:solidFill>
                <a:schemeClr val="bg1"/>
              </a:solidFill>
              <a:ln w="9525">
                <a:solidFill>
                  <a:schemeClr val="tx1"/>
                </a:solidFill>
                <a:miter lim="800000"/>
                <a:headEnd/>
                <a:tailEnd/>
              </a:ln>
            </p:spPr>
            <p:txBody>
              <a:bodyPr wrap="none"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C</a:t>
                </a:r>
              </a:p>
            </p:txBody>
          </p:sp>
          <p:sp>
            <p:nvSpPr>
              <p:cNvPr id="59520" name="Text Box 89">
                <a:extLst>
                  <a:ext uri="{FF2B5EF4-FFF2-40B4-BE49-F238E27FC236}">
                    <a16:creationId xmlns:a16="http://schemas.microsoft.com/office/drawing/2014/main" id="{996AB071-F0BC-854C-8234-0C175F59C336}"/>
                  </a:ext>
                </a:extLst>
              </p:cNvPr>
              <p:cNvSpPr txBox="1">
                <a:spLocks noChangeArrowheads="1"/>
              </p:cNvSpPr>
              <p:nvPr/>
            </p:nvSpPr>
            <p:spPr bwMode="auto">
              <a:xfrm>
                <a:off x="5184" y="3696"/>
                <a:ext cx="196" cy="121"/>
              </a:xfrm>
              <a:prstGeom prst="rect">
                <a:avLst/>
              </a:prstGeom>
              <a:solidFill>
                <a:schemeClr val="bg1"/>
              </a:solidFill>
              <a:ln w="9525">
                <a:solidFill>
                  <a:schemeClr val="tx1"/>
                </a:solidFill>
                <a:miter lim="800000"/>
                <a:headEnd/>
                <a:tailEnd/>
              </a:ln>
            </p:spPr>
            <p:txBody>
              <a:bodyPr wrap="none"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MP</a:t>
                </a:r>
              </a:p>
            </p:txBody>
          </p:sp>
          <p:sp>
            <p:nvSpPr>
              <p:cNvPr id="59521" name="Text Box 90">
                <a:extLst>
                  <a:ext uri="{FF2B5EF4-FFF2-40B4-BE49-F238E27FC236}">
                    <a16:creationId xmlns:a16="http://schemas.microsoft.com/office/drawing/2014/main" id="{7E7A8912-5ED3-1949-9678-1558402FE230}"/>
                  </a:ext>
                </a:extLst>
              </p:cNvPr>
              <p:cNvSpPr txBox="1">
                <a:spLocks noChangeArrowheads="1"/>
              </p:cNvSpPr>
              <p:nvPr/>
            </p:nvSpPr>
            <p:spPr bwMode="auto">
              <a:xfrm>
                <a:off x="4848" y="3408"/>
                <a:ext cx="180" cy="121"/>
              </a:xfrm>
              <a:prstGeom prst="rect">
                <a:avLst/>
              </a:prstGeom>
              <a:solidFill>
                <a:schemeClr val="bg1"/>
              </a:solidFill>
              <a:ln w="9525">
                <a:solidFill>
                  <a:schemeClr val="tx1"/>
                </a:solidFill>
                <a:miter lim="800000"/>
                <a:headEnd/>
                <a:tailEnd/>
              </a:ln>
            </p:spPr>
            <p:txBody>
              <a:bodyPr wrap="none"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SS</a:t>
                </a:r>
              </a:p>
            </p:txBody>
          </p:sp>
          <p:sp>
            <p:nvSpPr>
              <p:cNvPr id="59522" name="Text Box 91">
                <a:extLst>
                  <a:ext uri="{FF2B5EF4-FFF2-40B4-BE49-F238E27FC236}">
                    <a16:creationId xmlns:a16="http://schemas.microsoft.com/office/drawing/2014/main" id="{61320F7D-8B52-B14C-860F-BD166ACA87EE}"/>
                  </a:ext>
                </a:extLst>
              </p:cNvPr>
              <p:cNvSpPr txBox="1">
                <a:spLocks noChangeArrowheads="1"/>
              </p:cNvSpPr>
              <p:nvPr/>
            </p:nvSpPr>
            <p:spPr bwMode="auto">
              <a:xfrm>
                <a:off x="4992" y="3696"/>
                <a:ext cx="121" cy="121"/>
              </a:xfrm>
              <a:prstGeom prst="rect">
                <a:avLst/>
              </a:prstGeom>
              <a:solidFill>
                <a:schemeClr val="bg1"/>
              </a:solidFill>
              <a:ln w="9525">
                <a:solidFill>
                  <a:schemeClr val="tx1"/>
                </a:solidFill>
                <a:miter lim="800000"/>
                <a:headEnd/>
                <a:tailEnd/>
              </a:ln>
            </p:spPr>
            <p:txBody>
              <a:bodyPr wrap="none"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C</a:t>
                </a:r>
              </a:p>
            </p:txBody>
          </p:sp>
          <p:sp>
            <p:nvSpPr>
              <p:cNvPr id="59523" name="Text Box 92">
                <a:extLst>
                  <a:ext uri="{FF2B5EF4-FFF2-40B4-BE49-F238E27FC236}">
                    <a16:creationId xmlns:a16="http://schemas.microsoft.com/office/drawing/2014/main" id="{E05F09EC-5E5D-884E-9B8C-9923B334D133}"/>
                  </a:ext>
                </a:extLst>
              </p:cNvPr>
              <p:cNvSpPr txBox="1">
                <a:spLocks noChangeArrowheads="1"/>
              </p:cNvSpPr>
              <p:nvPr/>
            </p:nvSpPr>
            <p:spPr bwMode="auto">
              <a:xfrm>
                <a:off x="4992" y="3840"/>
                <a:ext cx="121" cy="121"/>
              </a:xfrm>
              <a:prstGeom prst="rect">
                <a:avLst/>
              </a:prstGeom>
              <a:solidFill>
                <a:schemeClr val="bg1"/>
              </a:solidFill>
              <a:ln w="9525">
                <a:solidFill>
                  <a:schemeClr val="tx1"/>
                </a:solidFill>
                <a:miter lim="800000"/>
                <a:headEnd/>
                <a:tailEnd/>
              </a:ln>
            </p:spPr>
            <p:txBody>
              <a:bodyPr wrap="none"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C</a:t>
                </a:r>
              </a:p>
            </p:txBody>
          </p:sp>
          <p:sp>
            <p:nvSpPr>
              <p:cNvPr id="59524" name="Text Box 93">
                <a:extLst>
                  <a:ext uri="{FF2B5EF4-FFF2-40B4-BE49-F238E27FC236}">
                    <a16:creationId xmlns:a16="http://schemas.microsoft.com/office/drawing/2014/main" id="{52BA7BF2-8DD0-5341-8756-CEB88CBCAF3E}"/>
                  </a:ext>
                </a:extLst>
              </p:cNvPr>
              <p:cNvSpPr txBox="1">
                <a:spLocks noChangeArrowheads="1"/>
              </p:cNvSpPr>
              <p:nvPr/>
            </p:nvSpPr>
            <p:spPr bwMode="auto">
              <a:xfrm>
                <a:off x="5184" y="3840"/>
                <a:ext cx="196" cy="121"/>
              </a:xfrm>
              <a:prstGeom prst="rect">
                <a:avLst/>
              </a:prstGeom>
              <a:solidFill>
                <a:schemeClr val="bg1"/>
              </a:solidFill>
              <a:ln w="9525">
                <a:solidFill>
                  <a:schemeClr val="tx1"/>
                </a:solidFill>
                <a:miter lim="800000"/>
                <a:headEnd/>
                <a:tailEnd/>
              </a:ln>
            </p:spPr>
            <p:txBody>
              <a:bodyPr wrap="none"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MP</a:t>
                </a:r>
              </a:p>
            </p:txBody>
          </p:sp>
          <p:cxnSp>
            <p:nvCxnSpPr>
              <p:cNvPr id="59525" name="AutoShape 94">
                <a:extLst>
                  <a:ext uri="{FF2B5EF4-FFF2-40B4-BE49-F238E27FC236}">
                    <a16:creationId xmlns:a16="http://schemas.microsoft.com/office/drawing/2014/main" id="{EDB601DC-089C-174C-8171-C80CE5B86FA0}"/>
                  </a:ext>
                </a:extLst>
              </p:cNvPr>
              <p:cNvCxnSpPr>
                <a:cxnSpLocks noChangeShapeType="1"/>
                <a:stCxn id="59521" idx="2"/>
                <a:endCxn id="59519" idx="1"/>
              </p:cNvCxnSpPr>
              <p:nvPr/>
            </p:nvCxnSpPr>
            <p:spPr bwMode="auto">
              <a:xfrm rot="16200000" flipH="1">
                <a:off x="4923" y="3544"/>
                <a:ext cx="84" cy="54"/>
              </a:xfrm>
              <a:prstGeom prst="bentConnector2">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59526" name="AutoShape 95">
                <a:extLst>
                  <a:ext uri="{FF2B5EF4-FFF2-40B4-BE49-F238E27FC236}">
                    <a16:creationId xmlns:a16="http://schemas.microsoft.com/office/drawing/2014/main" id="{DDE3FEFC-CA5E-C14C-9ABB-BB11BACBBBEE}"/>
                  </a:ext>
                </a:extLst>
              </p:cNvPr>
              <p:cNvCxnSpPr>
                <a:cxnSpLocks noChangeShapeType="1"/>
                <a:stCxn id="59521" idx="2"/>
                <a:endCxn id="59522" idx="1"/>
              </p:cNvCxnSpPr>
              <p:nvPr/>
            </p:nvCxnSpPr>
            <p:spPr bwMode="auto">
              <a:xfrm rot="16200000" flipH="1">
                <a:off x="4851" y="3616"/>
                <a:ext cx="228" cy="54"/>
              </a:xfrm>
              <a:prstGeom prst="bentConnector2">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59527" name="AutoShape 96">
                <a:extLst>
                  <a:ext uri="{FF2B5EF4-FFF2-40B4-BE49-F238E27FC236}">
                    <a16:creationId xmlns:a16="http://schemas.microsoft.com/office/drawing/2014/main" id="{6F65640D-2D85-AC44-B830-45805E8603DF}"/>
                  </a:ext>
                </a:extLst>
              </p:cNvPr>
              <p:cNvCxnSpPr>
                <a:cxnSpLocks noChangeShapeType="1"/>
                <a:stCxn id="59521" idx="2"/>
                <a:endCxn id="59523" idx="1"/>
              </p:cNvCxnSpPr>
              <p:nvPr/>
            </p:nvCxnSpPr>
            <p:spPr bwMode="auto">
              <a:xfrm rot="16200000" flipH="1">
                <a:off x="4779" y="3688"/>
                <a:ext cx="372" cy="54"/>
              </a:xfrm>
              <a:prstGeom prst="bentConnector2">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59528" name="AutoShape 97">
                <a:extLst>
                  <a:ext uri="{FF2B5EF4-FFF2-40B4-BE49-F238E27FC236}">
                    <a16:creationId xmlns:a16="http://schemas.microsoft.com/office/drawing/2014/main" id="{C0D4BF47-EB68-174F-95B0-AF6E8AC975BC}"/>
                  </a:ext>
                </a:extLst>
              </p:cNvPr>
              <p:cNvCxnSpPr>
                <a:cxnSpLocks noChangeShapeType="1"/>
                <a:stCxn id="59522" idx="3"/>
                <a:endCxn id="59520" idx="1"/>
              </p:cNvCxnSpPr>
              <p:nvPr/>
            </p:nvCxnSpPr>
            <p:spPr bwMode="auto">
              <a:xfrm>
                <a:off x="5113" y="3757"/>
                <a:ext cx="71" cy="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59529" name="AutoShape 98">
                <a:extLst>
                  <a:ext uri="{FF2B5EF4-FFF2-40B4-BE49-F238E27FC236}">
                    <a16:creationId xmlns:a16="http://schemas.microsoft.com/office/drawing/2014/main" id="{E2DC6B12-64A7-9C47-AE5C-3976E6D41E8C}"/>
                  </a:ext>
                </a:extLst>
              </p:cNvPr>
              <p:cNvCxnSpPr>
                <a:cxnSpLocks noChangeShapeType="1"/>
                <a:stCxn id="59523" idx="3"/>
                <a:endCxn id="59524" idx="1"/>
              </p:cNvCxnSpPr>
              <p:nvPr/>
            </p:nvCxnSpPr>
            <p:spPr bwMode="auto">
              <a:xfrm>
                <a:off x="5113" y="3901"/>
                <a:ext cx="71" cy="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grpSp>
          <p:nvGrpSpPr>
            <p:cNvPr id="59476" name="Group 99">
              <a:extLst>
                <a:ext uri="{FF2B5EF4-FFF2-40B4-BE49-F238E27FC236}">
                  <a16:creationId xmlns:a16="http://schemas.microsoft.com/office/drawing/2014/main" id="{0FA9870B-67D8-BB40-93C8-C6D40A0A1260}"/>
                </a:ext>
              </a:extLst>
            </p:cNvPr>
            <p:cNvGrpSpPr>
              <a:grpSpLocks/>
            </p:cNvGrpSpPr>
            <p:nvPr/>
          </p:nvGrpSpPr>
          <p:grpSpPr bwMode="auto">
            <a:xfrm>
              <a:off x="3888" y="3552"/>
              <a:ext cx="265" cy="553"/>
              <a:chOff x="4176" y="3024"/>
              <a:chExt cx="265" cy="553"/>
            </a:xfrm>
          </p:grpSpPr>
          <p:sp>
            <p:nvSpPr>
              <p:cNvPr id="59512" name="Text Box 100">
                <a:extLst>
                  <a:ext uri="{FF2B5EF4-FFF2-40B4-BE49-F238E27FC236}">
                    <a16:creationId xmlns:a16="http://schemas.microsoft.com/office/drawing/2014/main" id="{979E75EB-1F67-0D41-84FD-334237AF4B5C}"/>
                  </a:ext>
                </a:extLst>
              </p:cNvPr>
              <p:cNvSpPr txBox="1">
                <a:spLocks noChangeArrowheads="1"/>
              </p:cNvSpPr>
              <p:nvPr/>
            </p:nvSpPr>
            <p:spPr bwMode="auto">
              <a:xfrm>
                <a:off x="4320" y="3168"/>
                <a:ext cx="121" cy="121"/>
              </a:xfrm>
              <a:prstGeom prst="rect">
                <a:avLst/>
              </a:prstGeom>
              <a:solidFill>
                <a:schemeClr val="bg1"/>
              </a:solidFill>
              <a:ln w="9525">
                <a:solidFill>
                  <a:schemeClr val="tx1"/>
                </a:solidFill>
                <a:miter lim="800000"/>
                <a:headEnd/>
                <a:tailEnd/>
              </a:ln>
            </p:spPr>
            <p:txBody>
              <a:bodyPr wrap="none"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C</a:t>
                </a:r>
              </a:p>
            </p:txBody>
          </p:sp>
          <p:sp>
            <p:nvSpPr>
              <p:cNvPr id="59513" name="Text Box 101">
                <a:extLst>
                  <a:ext uri="{FF2B5EF4-FFF2-40B4-BE49-F238E27FC236}">
                    <a16:creationId xmlns:a16="http://schemas.microsoft.com/office/drawing/2014/main" id="{A98CAE66-2AD5-B74C-A352-15C2ACFA67BA}"/>
                  </a:ext>
                </a:extLst>
              </p:cNvPr>
              <p:cNvSpPr txBox="1">
                <a:spLocks noChangeArrowheads="1"/>
              </p:cNvSpPr>
              <p:nvPr/>
            </p:nvSpPr>
            <p:spPr bwMode="auto">
              <a:xfrm>
                <a:off x="4176" y="3024"/>
                <a:ext cx="180" cy="121"/>
              </a:xfrm>
              <a:prstGeom prst="rect">
                <a:avLst/>
              </a:prstGeom>
              <a:solidFill>
                <a:schemeClr val="bg1"/>
              </a:solidFill>
              <a:ln w="9525">
                <a:solidFill>
                  <a:schemeClr val="tx1"/>
                </a:solidFill>
                <a:miter lim="800000"/>
                <a:headEnd/>
                <a:tailEnd/>
              </a:ln>
            </p:spPr>
            <p:txBody>
              <a:bodyPr wrap="none"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SS</a:t>
                </a:r>
              </a:p>
            </p:txBody>
          </p:sp>
          <p:sp>
            <p:nvSpPr>
              <p:cNvPr id="59514" name="Text Box 102">
                <a:extLst>
                  <a:ext uri="{FF2B5EF4-FFF2-40B4-BE49-F238E27FC236}">
                    <a16:creationId xmlns:a16="http://schemas.microsoft.com/office/drawing/2014/main" id="{E97805D2-1194-D34B-A376-5376A98E7CB0}"/>
                  </a:ext>
                </a:extLst>
              </p:cNvPr>
              <p:cNvSpPr txBox="1">
                <a:spLocks noChangeArrowheads="1"/>
              </p:cNvSpPr>
              <p:nvPr/>
            </p:nvSpPr>
            <p:spPr bwMode="auto">
              <a:xfrm>
                <a:off x="4320" y="3312"/>
                <a:ext cx="121" cy="121"/>
              </a:xfrm>
              <a:prstGeom prst="rect">
                <a:avLst/>
              </a:prstGeom>
              <a:solidFill>
                <a:schemeClr val="bg1"/>
              </a:solidFill>
              <a:ln w="9525">
                <a:solidFill>
                  <a:schemeClr val="tx1"/>
                </a:solidFill>
                <a:miter lim="800000"/>
                <a:headEnd/>
                <a:tailEnd/>
              </a:ln>
            </p:spPr>
            <p:txBody>
              <a:bodyPr wrap="none"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C</a:t>
                </a:r>
              </a:p>
            </p:txBody>
          </p:sp>
          <p:sp>
            <p:nvSpPr>
              <p:cNvPr id="59515" name="Text Box 103">
                <a:extLst>
                  <a:ext uri="{FF2B5EF4-FFF2-40B4-BE49-F238E27FC236}">
                    <a16:creationId xmlns:a16="http://schemas.microsoft.com/office/drawing/2014/main" id="{82D4AF84-D7AA-AC48-8B46-11D002B3856A}"/>
                  </a:ext>
                </a:extLst>
              </p:cNvPr>
              <p:cNvSpPr txBox="1">
                <a:spLocks noChangeArrowheads="1"/>
              </p:cNvSpPr>
              <p:nvPr/>
            </p:nvSpPr>
            <p:spPr bwMode="auto">
              <a:xfrm>
                <a:off x="4320" y="3456"/>
                <a:ext cx="121" cy="121"/>
              </a:xfrm>
              <a:prstGeom prst="rect">
                <a:avLst/>
              </a:prstGeom>
              <a:solidFill>
                <a:schemeClr val="bg1"/>
              </a:solidFill>
              <a:ln w="9525">
                <a:solidFill>
                  <a:schemeClr val="tx1"/>
                </a:solidFill>
                <a:miter lim="800000"/>
                <a:headEnd/>
                <a:tailEnd/>
              </a:ln>
            </p:spPr>
            <p:txBody>
              <a:bodyPr wrap="none"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C</a:t>
                </a:r>
              </a:p>
            </p:txBody>
          </p:sp>
          <p:cxnSp>
            <p:nvCxnSpPr>
              <p:cNvPr id="59516" name="AutoShape 104">
                <a:extLst>
                  <a:ext uri="{FF2B5EF4-FFF2-40B4-BE49-F238E27FC236}">
                    <a16:creationId xmlns:a16="http://schemas.microsoft.com/office/drawing/2014/main" id="{09758FC1-8495-AB48-90AF-7B240F033383}"/>
                  </a:ext>
                </a:extLst>
              </p:cNvPr>
              <p:cNvCxnSpPr>
                <a:cxnSpLocks noChangeShapeType="1"/>
                <a:stCxn id="59513" idx="2"/>
                <a:endCxn id="59512" idx="1"/>
              </p:cNvCxnSpPr>
              <p:nvPr/>
            </p:nvCxnSpPr>
            <p:spPr bwMode="auto">
              <a:xfrm rot="16200000" flipH="1">
                <a:off x="4251" y="3160"/>
                <a:ext cx="84" cy="54"/>
              </a:xfrm>
              <a:prstGeom prst="bentConnector2">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59517" name="AutoShape 105">
                <a:extLst>
                  <a:ext uri="{FF2B5EF4-FFF2-40B4-BE49-F238E27FC236}">
                    <a16:creationId xmlns:a16="http://schemas.microsoft.com/office/drawing/2014/main" id="{43375811-0011-E84D-9ACE-5101E2BFEF33}"/>
                  </a:ext>
                </a:extLst>
              </p:cNvPr>
              <p:cNvCxnSpPr>
                <a:cxnSpLocks noChangeShapeType="1"/>
                <a:stCxn id="59513" idx="2"/>
                <a:endCxn id="59514" idx="1"/>
              </p:cNvCxnSpPr>
              <p:nvPr/>
            </p:nvCxnSpPr>
            <p:spPr bwMode="auto">
              <a:xfrm rot="16200000" flipH="1">
                <a:off x="4179" y="3232"/>
                <a:ext cx="228" cy="54"/>
              </a:xfrm>
              <a:prstGeom prst="bentConnector2">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59518" name="AutoShape 106">
                <a:extLst>
                  <a:ext uri="{FF2B5EF4-FFF2-40B4-BE49-F238E27FC236}">
                    <a16:creationId xmlns:a16="http://schemas.microsoft.com/office/drawing/2014/main" id="{2A8BD7A5-08DA-484B-82EE-31F2A38DED7A}"/>
                  </a:ext>
                </a:extLst>
              </p:cNvPr>
              <p:cNvCxnSpPr>
                <a:cxnSpLocks noChangeShapeType="1"/>
                <a:stCxn id="59513" idx="2"/>
                <a:endCxn id="59515" idx="1"/>
              </p:cNvCxnSpPr>
              <p:nvPr/>
            </p:nvCxnSpPr>
            <p:spPr bwMode="auto">
              <a:xfrm rot="16200000" flipH="1">
                <a:off x="4107" y="3304"/>
                <a:ext cx="372" cy="54"/>
              </a:xfrm>
              <a:prstGeom prst="bentConnector2">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grpSp>
        <p:sp>
          <p:nvSpPr>
            <p:cNvPr id="59477" name="Rectangle 107">
              <a:extLst>
                <a:ext uri="{FF2B5EF4-FFF2-40B4-BE49-F238E27FC236}">
                  <a16:creationId xmlns:a16="http://schemas.microsoft.com/office/drawing/2014/main" id="{24A5CAF1-15F6-A144-B0B8-9E057DEFAD19}"/>
                </a:ext>
              </a:extLst>
            </p:cNvPr>
            <p:cNvSpPr>
              <a:spLocks noChangeArrowheads="1"/>
            </p:cNvSpPr>
            <p:nvPr/>
          </p:nvSpPr>
          <p:spPr bwMode="auto">
            <a:xfrm>
              <a:off x="4608" y="2640"/>
              <a:ext cx="467" cy="121"/>
            </a:xfrm>
            <a:prstGeom prst="rect">
              <a:avLst/>
            </a:prstGeom>
            <a:solidFill>
              <a:schemeClr val="bg1"/>
            </a:solidFill>
            <a:ln w="9525">
              <a:solidFill>
                <a:schemeClr val="tx1"/>
              </a:solidFill>
              <a:miter lim="800000"/>
              <a:headEnd/>
              <a:tailEnd/>
            </a:ln>
          </p:spPr>
          <p:txBody>
            <a:bodyPr wrap="none"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Produto 2</a:t>
              </a:r>
            </a:p>
          </p:txBody>
        </p:sp>
        <p:cxnSp>
          <p:nvCxnSpPr>
            <p:cNvPr id="59478" name="AutoShape 108">
              <a:extLst>
                <a:ext uri="{FF2B5EF4-FFF2-40B4-BE49-F238E27FC236}">
                  <a16:creationId xmlns:a16="http://schemas.microsoft.com/office/drawing/2014/main" id="{3BDE9F8C-11BE-7843-8AE7-2A6DED23126F}"/>
                </a:ext>
              </a:extLst>
            </p:cNvPr>
            <p:cNvCxnSpPr>
              <a:cxnSpLocks noChangeShapeType="1"/>
              <a:stCxn id="59471" idx="3"/>
              <a:endCxn id="59521" idx="0"/>
            </p:cNvCxnSpPr>
            <p:nvPr/>
          </p:nvCxnSpPr>
          <p:spPr bwMode="auto">
            <a:xfrm>
              <a:off x="4724" y="3613"/>
              <a:ext cx="262" cy="83"/>
            </a:xfrm>
            <a:prstGeom prst="bentConnector2">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59479" name="AutoShape 109">
              <a:extLst>
                <a:ext uri="{FF2B5EF4-FFF2-40B4-BE49-F238E27FC236}">
                  <a16:creationId xmlns:a16="http://schemas.microsoft.com/office/drawing/2014/main" id="{14E07560-6A93-0748-BFDE-CE1DBA285F6B}"/>
                </a:ext>
              </a:extLst>
            </p:cNvPr>
            <p:cNvCxnSpPr>
              <a:cxnSpLocks noChangeShapeType="1"/>
              <a:stCxn id="59471" idx="1"/>
              <a:endCxn id="59532" idx="0"/>
            </p:cNvCxnSpPr>
            <p:nvPr/>
          </p:nvCxnSpPr>
          <p:spPr bwMode="auto">
            <a:xfrm rot="10800000" flipV="1">
              <a:off x="4348" y="3613"/>
              <a:ext cx="260" cy="83"/>
            </a:xfrm>
            <a:prstGeom prst="bentConnector2">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sp>
          <p:nvSpPr>
            <p:cNvPr id="59480" name="Text Box 110">
              <a:extLst>
                <a:ext uri="{FF2B5EF4-FFF2-40B4-BE49-F238E27FC236}">
                  <a16:creationId xmlns:a16="http://schemas.microsoft.com/office/drawing/2014/main" id="{D7518C8C-116E-6B45-9AAD-00B61A0E3E68}"/>
                </a:ext>
              </a:extLst>
            </p:cNvPr>
            <p:cNvSpPr txBox="1">
              <a:spLocks noChangeArrowheads="1"/>
            </p:cNvSpPr>
            <p:nvPr/>
          </p:nvSpPr>
          <p:spPr bwMode="auto">
            <a:xfrm>
              <a:off x="5328" y="3552"/>
              <a:ext cx="180" cy="121"/>
            </a:xfrm>
            <a:prstGeom prst="rect">
              <a:avLst/>
            </a:prstGeom>
            <a:solidFill>
              <a:schemeClr val="bg1"/>
            </a:solidFill>
            <a:ln w="9525">
              <a:solidFill>
                <a:schemeClr val="tx1"/>
              </a:solidFill>
              <a:miter lim="800000"/>
              <a:headEnd/>
              <a:tailEnd/>
            </a:ln>
          </p:spPr>
          <p:txBody>
            <a:bodyPr wrap="none"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SS</a:t>
              </a:r>
            </a:p>
          </p:txBody>
        </p:sp>
        <p:sp>
          <p:nvSpPr>
            <p:cNvPr id="59481" name="Text Box 111">
              <a:extLst>
                <a:ext uri="{FF2B5EF4-FFF2-40B4-BE49-F238E27FC236}">
                  <a16:creationId xmlns:a16="http://schemas.microsoft.com/office/drawing/2014/main" id="{6CB57586-8709-194D-8ECE-C08FB9113F89}"/>
                </a:ext>
              </a:extLst>
            </p:cNvPr>
            <p:cNvSpPr txBox="1">
              <a:spLocks noChangeArrowheads="1"/>
            </p:cNvSpPr>
            <p:nvPr/>
          </p:nvSpPr>
          <p:spPr bwMode="auto">
            <a:xfrm>
              <a:off x="3984" y="2880"/>
              <a:ext cx="116" cy="121"/>
            </a:xfrm>
            <a:prstGeom prst="rect">
              <a:avLst/>
            </a:prstGeom>
            <a:solidFill>
              <a:schemeClr val="bg1"/>
            </a:solidFill>
            <a:ln w="9525">
              <a:solidFill>
                <a:schemeClr val="tx1"/>
              </a:solidFill>
              <a:miter lim="800000"/>
              <a:headEnd/>
              <a:tailEnd/>
            </a:ln>
          </p:spPr>
          <p:txBody>
            <a:bodyPr wrap="none"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S</a:t>
              </a:r>
            </a:p>
          </p:txBody>
        </p:sp>
        <p:sp>
          <p:nvSpPr>
            <p:cNvPr id="59482" name="Text Box 112">
              <a:extLst>
                <a:ext uri="{FF2B5EF4-FFF2-40B4-BE49-F238E27FC236}">
                  <a16:creationId xmlns:a16="http://schemas.microsoft.com/office/drawing/2014/main" id="{A0267D38-06F9-9648-B526-DF8389197898}"/>
                </a:ext>
              </a:extLst>
            </p:cNvPr>
            <p:cNvSpPr txBox="1">
              <a:spLocks noChangeArrowheads="1"/>
            </p:cNvSpPr>
            <p:nvPr/>
          </p:nvSpPr>
          <p:spPr bwMode="auto">
            <a:xfrm>
              <a:off x="5548" y="3552"/>
              <a:ext cx="116" cy="121"/>
            </a:xfrm>
            <a:prstGeom prst="rect">
              <a:avLst/>
            </a:prstGeom>
            <a:solidFill>
              <a:schemeClr val="bg1"/>
            </a:solidFill>
            <a:ln w="9525">
              <a:solidFill>
                <a:schemeClr val="tx1"/>
              </a:solidFill>
              <a:miter lim="800000"/>
              <a:headEnd/>
              <a:tailEnd/>
            </a:ln>
          </p:spPr>
          <p:txBody>
            <a:bodyPr wrap="none"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S</a:t>
              </a:r>
            </a:p>
          </p:txBody>
        </p:sp>
        <p:grpSp>
          <p:nvGrpSpPr>
            <p:cNvPr id="59483" name="Group 113">
              <a:extLst>
                <a:ext uri="{FF2B5EF4-FFF2-40B4-BE49-F238E27FC236}">
                  <a16:creationId xmlns:a16="http://schemas.microsoft.com/office/drawing/2014/main" id="{38BC3C19-CEF4-FE45-9B98-D7C2EE70EB2C}"/>
                </a:ext>
              </a:extLst>
            </p:cNvPr>
            <p:cNvGrpSpPr>
              <a:grpSpLocks/>
            </p:cNvGrpSpPr>
            <p:nvPr/>
          </p:nvGrpSpPr>
          <p:grpSpPr bwMode="auto">
            <a:xfrm>
              <a:off x="5132" y="2903"/>
              <a:ext cx="532" cy="409"/>
              <a:chOff x="5136" y="2544"/>
              <a:chExt cx="532" cy="409"/>
            </a:xfrm>
          </p:grpSpPr>
          <p:sp>
            <p:nvSpPr>
              <p:cNvPr id="59505" name="Text Box 114">
                <a:extLst>
                  <a:ext uri="{FF2B5EF4-FFF2-40B4-BE49-F238E27FC236}">
                    <a16:creationId xmlns:a16="http://schemas.microsoft.com/office/drawing/2014/main" id="{110D9EC4-9D0B-854B-8A58-3D5DD693A812}"/>
                  </a:ext>
                </a:extLst>
              </p:cNvPr>
              <p:cNvSpPr txBox="1">
                <a:spLocks noChangeArrowheads="1"/>
              </p:cNvSpPr>
              <p:nvPr/>
            </p:nvSpPr>
            <p:spPr bwMode="auto">
              <a:xfrm>
                <a:off x="5280" y="2688"/>
                <a:ext cx="121" cy="121"/>
              </a:xfrm>
              <a:prstGeom prst="rect">
                <a:avLst/>
              </a:prstGeom>
              <a:solidFill>
                <a:schemeClr val="bg1"/>
              </a:solidFill>
              <a:ln w="9525">
                <a:solidFill>
                  <a:schemeClr val="tx1"/>
                </a:solidFill>
                <a:miter lim="800000"/>
                <a:headEnd/>
                <a:tailEnd/>
              </a:ln>
            </p:spPr>
            <p:txBody>
              <a:bodyPr wrap="none"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C</a:t>
                </a:r>
              </a:p>
            </p:txBody>
          </p:sp>
          <p:sp>
            <p:nvSpPr>
              <p:cNvPr id="59506" name="Text Box 115">
                <a:extLst>
                  <a:ext uri="{FF2B5EF4-FFF2-40B4-BE49-F238E27FC236}">
                    <a16:creationId xmlns:a16="http://schemas.microsoft.com/office/drawing/2014/main" id="{5CE40A9A-8CFA-E340-8DF8-FDEF790E2DC9}"/>
                  </a:ext>
                </a:extLst>
              </p:cNvPr>
              <p:cNvSpPr txBox="1">
                <a:spLocks noChangeArrowheads="1"/>
              </p:cNvSpPr>
              <p:nvPr/>
            </p:nvSpPr>
            <p:spPr bwMode="auto">
              <a:xfrm>
                <a:off x="5472" y="2832"/>
                <a:ext cx="196" cy="121"/>
              </a:xfrm>
              <a:prstGeom prst="rect">
                <a:avLst/>
              </a:prstGeom>
              <a:solidFill>
                <a:schemeClr val="bg1"/>
              </a:solidFill>
              <a:ln w="9525">
                <a:solidFill>
                  <a:schemeClr val="tx1"/>
                </a:solidFill>
                <a:miter lim="800000"/>
                <a:headEnd/>
                <a:tailEnd/>
              </a:ln>
            </p:spPr>
            <p:txBody>
              <a:bodyPr wrap="none"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MP</a:t>
                </a:r>
              </a:p>
            </p:txBody>
          </p:sp>
          <p:sp>
            <p:nvSpPr>
              <p:cNvPr id="59507" name="Text Box 116">
                <a:extLst>
                  <a:ext uri="{FF2B5EF4-FFF2-40B4-BE49-F238E27FC236}">
                    <a16:creationId xmlns:a16="http://schemas.microsoft.com/office/drawing/2014/main" id="{38A9118D-F258-3542-91F9-482C3F2047E3}"/>
                  </a:ext>
                </a:extLst>
              </p:cNvPr>
              <p:cNvSpPr txBox="1">
                <a:spLocks noChangeArrowheads="1"/>
              </p:cNvSpPr>
              <p:nvPr/>
            </p:nvSpPr>
            <p:spPr bwMode="auto">
              <a:xfrm>
                <a:off x="5136" y="2544"/>
                <a:ext cx="180" cy="121"/>
              </a:xfrm>
              <a:prstGeom prst="rect">
                <a:avLst/>
              </a:prstGeom>
              <a:solidFill>
                <a:schemeClr val="bg1"/>
              </a:solidFill>
              <a:ln w="9525">
                <a:solidFill>
                  <a:schemeClr val="tx1"/>
                </a:solidFill>
                <a:miter lim="800000"/>
                <a:headEnd/>
                <a:tailEnd/>
              </a:ln>
            </p:spPr>
            <p:txBody>
              <a:bodyPr wrap="none"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SS</a:t>
                </a:r>
              </a:p>
            </p:txBody>
          </p:sp>
          <p:sp>
            <p:nvSpPr>
              <p:cNvPr id="59508" name="Text Box 117">
                <a:extLst>
                  <a:ext uri="{FF2B5EF4-FFF2-40B4-BE49-F238E27FC236}">
                    <a16:creationId xmlns:a16="http://schemas.microsoft.com/office/drawing/2014/main" id="{288DCEF5-9054-734A-9F4A-0126388E8E10}"/>
                  </a:ext>
                </a:extLst>
              </p:cNvPr>
              <p:cNvSpPr txBox="1">
                <a:spLocks noChangeArrowheads="1"/>
              </p:cNvSpPr>
              <p:nvPr/>
            </p:nvSpPr>
            <p:spPr bwMode="auto">
              <a:xfrm>
                <a:off x="5280" y="2832"/>
                <a:ext cx="121" cy="121"/>
              </a:xfrm>
              <a:prstGeom prst="rect">
                <a:avLst/>
              </a:prstGeom>
              <a:solidFill>
                <a:schemeClr val="bg1"/>
              </a:solidFill>
              <a:ln w="9525">
                <a:solidFill>
                  <a:schemeClr val="tx1"/>
                </a:solidFill>
                <a:miter lim="800000"/>
                <a:headEnd/>
                <a:tailEnd/>
              </a:ln>
            </p:spPr>
            <p:txBody>
              <a:bodyPr wrap="none"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C</a:t>
                </a:r>
              </a:p>
            </p:txBody>
          </p:sp>
          <p:cxnSp>
            <p:nvCxnSpPr>
              <p:cNvPr id="59509" name="AutoShape 118">
                <a:extLst>
                  <a:ext uri="{FF2B5EF4-FFF2-40B4-BE49-F238E27FC236}">
                    <a16:creationId xmlns:a16="http://schemas.microsoft.com/office/drawing/2014/main" id="{20484847-D7A4-6543-8F07-B1568D7E37DC}"/>
                  </a:ext>
                </a:extLst>
              </p:cNvPr>
              <p:cNvCxnSpPr>
                <a:cxnSpLocks noChangeShapeType="1"/>
                <a:stCxn id="59507" idx="2"/>
                <a:endCxn id="59505" idx="1"/>
              </p:cNvCxnSpPr>
              <p:nvPr/>
            </p:nvCxnSpPr>
            <p:spPr bwMode="auto">
              <a:xfrm rot="16200000" flipH="1">
                <a:off x="5211" y="2680"/>
                <a:ext cx="84" cy="54"/>
              </a:xfrm>
              <a:prstGeom prst="bentConnector2">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59510" name="AutoShape 119">
                <a:extLst>
                  <a:ext uri="{FF2B5EF4-FFF2-40B4-BE49-F238E27FC236}">
                    <a16:creationId xmlns:a16="http://schemas.microsoft.com/office/drawing/2014/main" id="{28399DA5-52F8-724C-BB39-AF452073C825}"/>
                  </a:ext>
                </a:extLst>
              </p:cNvPr>
              <p:cNvCxnSpPr>
                <a:cxnSpLocks noChangeShapeType="1"/>
                <a:stCxn id="59507" idx="2"/>
                <a:endCxn id="59508" idx="1"/>
              </p:cNvCxnSpPr>
              <p:nvPr/>
            </p:nvCxnSpPr>
            <p:spPr bwMode="auto">
              <a:xfrm rot="16200000" flipH="1">
                <a:off x="5139" y="2752"/>
                <a:ext cx="228" cy="54"/>
              </a:xfrm>
              <a:prstGeom prst="bentConnector2">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59511" name="AutoShape 120">
                <a:extLst>
                  <a:ext uri="{FF2B5EF4-FFF2-40B4-BE49-F238E27FC236}">
                    <a16:creationId xmlns:a16="http://schemas.microsoft.com/office/drawing/2014/main" id="{7D981B58-864F-064C-B1EC-B1C8857890B4}"/>
                  </a:ext>
                </a:extLst>
              </p:cNvPr>
              <p:cNvCxnSpPr>
                <a:cxnSpLocks noChangeShapeType="1"/>
                <a:stCxn id="59508" idx="3"/>
                <a:endCxn id="59506" idx="1"/>
              </p:cNvCxnSpPr>
              <p:nvPr/>
            </p:nvCxnSpPr>
            <p:spPr bwMode="auto">
              <a:xfrm>
                <a:off x="5401" y="2893"/>
                <a:ext cx="71" cy="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sp>
          <p:nvSpPr>
            <p:cNvPr id="59484" name="Text Box 121">
              <a:extLst>
                <a:ext uri="{FF2B5EF4-FFF2-40B4-BE49-F238E27FC236}">
                  <a16:creationId xmlns:a16="http://schemas.microsoft.com/office/drawing/2014/main" id="{FC7A9E51-DD01-C24D-8EDD-C553070472B5}"/>
                </a:ext>
              </a:extLst>
            </p:cNvPr>
            <p:cNvSpPr txBox="1">
              <a:spLocks noChangeArrowheads="1"/>
            </p:cNvSpPr>
            <p:nvPr/>
          </p:nvSpPr>
          <p:spPr bwMode="auto">
            <a:xfrm>
              <a:off x="4103" y="3552"/>
              <a:ext cx="121" cy="121"/>
            </a:xfrm>
            <a:prstGeom prst="rect">
              <a:avLst/>
            </a:prstGeom>
            <a:solidFill>
              <a:schemeClr val="bg1"/>
            </a:solidFill>
            <a:ln w="9525">
              <a:solidFill>
                <a:schemeClr val="tx1"/>
              </a:solidFill>
              <a:miter lim="800000"/>
              <a:headEnd/>
              <a:tailEnd/>
            </a:ln>
          </p:spPr>
          <p:txBody>
            <a:bodyPr wrap="none"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C</a:t>
              </a:r>
            </a:p>
          </p:txBody>
        </p:sp>
        <p:sp>
          <p:nvSpPr>
            <p:cNvPr id="59485" name="Text Box 122">
              <a:extLst>
                <a:ext uri="{FF2B5EF4-FFF2-40B4-BE49-F238E27FC236}">
                  <a16:creationId xmlns:a16="http://schemas.microsoft.com/office/drawing/2014/main" id="{1B998FE1-21AE-9345-A7EE-0CE563768E03}"/>
                </a:ext>
              </a:extLst>
            </p:cNvPr>
            <p:cNvSpPr txBox="1">
              <a:spLocks noChangeArrowheads="1"/>
            </p:cNvSpPr>
            <p:nvPr/>
          </p:nvSpPr>
          <p:spPr bwMode="auto">
            <a:xfrm>
              <a:off x="3744" y="2880"/>
              <a:ext cx="121" cy="121"/>
            </a:xfrm>
            <a:prstGeom prst="rect">
              <a:avLst/>
            </a:prstGeom>
            <a:solidFill>
              <a:schemeClr val="bg1"/>
            </a:solidFill>
            <a:ln w="9525">
              <a:solidFill>
                <a:schemeClr val="tx1"/>
              </a:solidFill>
              <a:miter lim="800000"/>
              <a:headEnd/>
              <a:tailEnd/>
            </a:ln>
          </p:spPr>
          <p:txBody>
            <a:bodyPr wrap="none"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C</a:t>
              </a:r>
            </a:p>
          </p:txBody>
        </p:sp>
        <p:cxnSp>
          <p:nvCxnSpPr>
            <p:cNvPr id="59486" name="AutoShape 123">
              <a:extLst>
                <a:ext uri="{FF2B5EF4-FFF2-40B4-BE49-F238E27FC236}">
                  <a16:creationId xmlns:a16="http://schemas.microsoft.com/office/drawing/2014/main" id="{6B4EF585-D31D-8C40-877C-273109D7FB1A}"/>
                </a:ext>
              </a:extLst>
            </p:cNvPr>
            <p:cNvCxnSpPr>
              <a:cxnSpLocks noChangeShapeType="1"/>
              <a:stCxn id="59551" idx="2"/>
              <a:endCxn id="59513" idx="0"/>
            </p:cNvCxnSpPr>
            <p:nvPr/>
          </p:nvCxnSpPr>
          <p:spPr bwMode="auto">
            <a:xfrm rot="5400000">
              <a:off x="4170" y="3241"/>
              <a:ext cx="119" cy="504"/>
            </a:xfrm>
            <a:prstGeom prst="bentConnector3">
              <a:avLst>
                <a:gd name="adj1" fmla="val 49579"/>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59487" name="AutoShape 124">
              <a:extLst>
                <a:ext uri="{FF2B5EF4-FFF2-40B4-BE49-F238E27FC236}">
                  <a16:creationId xmlns:a16="http://schemas.microsoft.com/office/drawing/2014/main" id="{CDCA80A7-D3A4-824F-AB2F-08B1997F4FF0}"/>
                </a:ext>
              </a:extLst>
            </p:cNvPr>
            <p:cNvCxnSpPr>
              <a:cxnSpLocks noChangeShapeType="1"/>
              <a:stCxn id="59484" idx="0"/>
              <a:endCxn id="59551" idx="2"/>
            </p:cNvCxnSpPr>
            <p:nvPr/>
          </p:nvCxnSpPr>
          <p:spPr bwMode="auto">
            <a:xfrm rot="-5400000">
              <a:off x="4263" y="3334"/>
              <a:ext cx="119" cy="318"/>
            </a:xfrm>
            <a:prstGeom prst="bentConnector3">
              <a:avLst>
                <a:gd name="adj1" fmla="val 49579"/>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59488" name="AutoShape 125">
              <a:extLst>
                <a:ext uri="{FF2B5EF4-FFF2-40B4-BE49-F238E27FC236}">
                  <a16:creationId xmlns:a16="http://schemas.microsoft.com/office/drawing/2014/main" id="{B2458B50-BECF-1B4B-8660-0C6A81FB3C3F}"/>
                </a:ext>
              </a:extLst>
            </p:cNvPr>
            <p:cNvCxnSpPr>
              <a:cxnSpLocks noChangeShapeType="1"/>
              <a:stCxn id="59551" idx="2"/>
              <a:endCxn id="59471" idx="0"/>
            </p:cNvCxnSpPr>
            <p:nvPr/>
          </p:nvCxnSpPr>
          <p:spPr bwMode="auto">
            <a:xfrm rot="16200000" flipH="1">
              <a:off x="4514" y="3401"/>
              <a:ext cx="119" cy="184"/>
            </a:xfrm>
            <a:prstGeom prst="bentConnector3">
              <a:avLst>
                <a:gd name="adj1" fmla="val 49579"/>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59489" name="AutoShape 126">
              <a:extLst>
                <a:ext uri="{FF2B5EF4-FFF2-40B4-BE49-F238E27FC236}">
                  <a16:creationId xmlns:a16="http://schemas.microsoft.com/office/drawing/2014/main" id="{A6FF9A5B-D725-D749-B5B1-2F0D039F123B}"/>
                </a:ext>
              </a:extLst>
            </p:cNvPr>
            <p:cNvCxnSpPr>
              <a:cxnSpLocks noChangeShapeType="1"/>
              <a:stCxn id="59551" idx="2"/>
              <a:endCxn id="59470" idx="0"/>
            </p:cNvCxnSpPr>
            <p:nvPr/>
          </p:nvCxnSpPr>
          <p:spPr bwMode="auto">
            <a:xfrm rot="16200000" flipH="1">
              <a:off x="4770" y="3145"/>
              <a:ext cx="119" cy="696"/>
            </a:xfrm>
            <a:prstGeom prst="bentConnector3">
              <a:avLst>
                <a:gd name="adj1" fmla="val 49579"/>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59490" name="AutoShape 127">
              <a:extLst>
                <a:ext uri="{FF2B5EF4-FFF2-40B4-BE49-F238E27FC236}">
                  <a16:creationId xmlns:a16="http://schemas.microsoft.com/office/drawing/2014/main" id="{68B16267-4358-BC47-901F-930F65E3B919}"/>
                </a:ext>
              </a:extLst>
            </p:cNvPr>
            <p:cNvCxnSpPr>
              <a:cxnSpLocks noChangeShapeType="1"/>
              <a:stCxn id="59551" idx="2"/>
              <a:endCxn id="59480" idx="0"/>
            </p:cNvCxnSpPr>
            <p:nvPr/>
          </p:nvCxnSpPr>
          <p:spPr bwMode="auto">
            <a:xfrm rot="16200000" flipH="1">
              <a:off x="4890" y="3025"/>
              <a:ext cx="119" cy="936"/>
            </a:xfrm>
            <a:prstGeom prst="bentConnector3">
              <a:avLst>
                <a:gd name="adj1" fmla="val 49579"/>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59491" name="AutoShape 128">
              <a:extLst>
                <a:ext uri="{FF2B5EF4-FFF2-40B4-BE49-F238E27FC236}">
                  <a16:creationId xmlns:a16="http://schemas.microsoft.com/office/drawing/2014/main" id="{EA43ADAF-8469-B04A-BAAF-52E2427DA56F}"/>
                </a:ext>
              </a:extLst>
            </p:cNvPr>
            <p:cNvCxnSpPr>
              <a:cxnSpLocks noChangeShapeType="1"/>
              <a:stCxn id="59551" idx="2"/>
              <a:endCxn id="59482" idx="0"/>
            </p:cNvCxnSpPr>
            <p:nvPr/>
          </p:nvCxnSpPr>
          <p:spPr bwMode="auto">
            <a:xfrm rot="16200000" flipH="1">
              <a:off x="4984" y="2931"/>
              <a:ext cx="119" cy="1124"/>
            </a:xfrm>
            <a:prstGeom prst="bentConnector3">
              <a:avLst>
                <a:gd name="adj1" fmla="val 49579"/>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grpSp>
          <p:nvGrpSpPr>
            <p:cNvPr id="59492" name="Group 129">
              <a:extLst>
                <a:ext uri="{FF2B5EF4-FFF2-40B4-BE49-F238E27FC236}">
                  <a16:creationId xmlns:a16="http://schemas.microsoft.com/office/drawing/2014/main" id="{036655E6-E2B6-8C4B-A361-438F8FAC04BA}"/>
                </a:ext>
              </a:extLst>
            </p:cNvPr>
            <p:cNvGrpSpPr>
              <a:grpSpLocks/>
            </p:cNvGrpSpPr>
            <p:nvPr/>
          </p:nvGrpSpPr>
          <p:grpSpPr bwMode="auto">
            <a:xfrm>
              <a:off x="4748" y="2903"/>
              <a:ext cx="276" cy="409"/>
              <a:chOff x="4608" y="2832"/>
              <a:chExt cx="276" cy="409"/>
            </a:xfrm>
          </p:grpSpPr>
          <p:sp>
            <p:nvSpPr>
              <p:cNvPr id="59500" name="Text Box 130">
                <a:extLst>
                  <a:ext uri="{FF2B5EF4-FFF2-40B4-BE49-F238E27FC236}">
                    <a16:creationId xmlns:a16="http://schemas.microsoft.com/office/drawing/2014/main" id="{2741D190-3734-1243-98B3-BCAB56A171EE}"/>
                  </a:ext>
                </a:extLst>
              </p:cNvPr>
              <p:cNvSpPr txBox="1">
                <a:spLocks noChangeArrowheads="1"/>
              </p:cNvSpPr>
              <p:nvPr/>
            </p:nvSpPr>
            <p:spPr bwMode="auto">
              <a:xfrm>
                <a:off x="4704" y="2976"/>
                <a:ext cx="180" cy="121"/>
              </a:xfrm>
              <a:prstGeom prst="rect">
                <a:avLst/>
              </a:prstGeom>
              <a:solidFill>
                <a:schemeClr val="bg1"/>
              </a:solidFill>
              <a:ln w="9525">
                <a:solidFill>
                  <a:schemeClr val="tx1"/>
                </a:solidFill>
                <a:miter lim="800000"/>
                <a:headEnd/>
                <a:tailEnd/>
              </a:ln>
            </p:spPr>
            <p:txBody>
              <a:bodyPr wrap="none"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SS</a:t>
                </a:r>
              </a:p>
            </p:txBody>
          </p:sp>
          <p:sp>
            <p:nvSpPr>
              <p:cNvPr id="59501" name="Text Box 131">
                <a:extLst>
                  <a:ext uri="{FF2B5EF4-FFF2-40B4-BE49-F238E27FC236}">
                    <a16:creationId xmlns:a16="http://schemas.microsoft.com/office/drawing/2014/main" id="{5D11A27B-9A89-7F4C-BEAD-94AFBB03DFA7}"/>
                  </a:ext>
                </a:extLst>
              </p:cNvPr>
              <p:cNvSpPr txBox="1">
                <a:spLocks noChangeArrowheads="1"/>
              </p:cNvSpPr>
              <p:nvPr/>
            </p:nvSpPr>
            <p:spPr bwMode="auto">
              <a:xfrm>
                <a:off x="4608" y="2832"/>
                <a:ext cx="116" cy="121"/>
              </a:xfrm>
              <a:prstGeom prst="rect">
                <a:avLst/>
              </a:prstGeom>
              <a:solidFill>
                <a:schemeClr val="bg1"/>
              </a:solidFill>
              <a:ln w="9525">
                <a:solidFill>
                  <a:schemeClr val="tx1"/>
                </a:solidFill>
                <a:miter lim="800000"/>
                <a:headEnd/>
                <a:tailEnd/>
              </a:ln>
            </p:spPr>
            <p:txBody>
              <a:bodyPr wrap="none"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S</a:t>
                </a:r>
              </a:p>
            </p:txBody>
          </p:sp>
          <p:sp>
            <p:nvSpPr>
              <p:cNvPr id="59502" name="Text Box 132">
                <a:extLst>
                  <a:ext uri="{FF2B5EF4-FFF2-40B4-BE49-F238E27FC236}">
                    <a16:creationId xmlns:a16="http://schemas.microsoft.com/office/drawing/2014/main" id="{D87D18DA-5B33-E945-A3E2-5035E86EACB3}"/>
                  </a:ext>
                </a:extLst>
              </p:cNvPr>
              <p:cNvSpPr txBox="1">
                <a:spLocks noChangeArrowheads="1"/>
              </p:cNvSpPr>
              <p:nvPr/>
            </p:nvSpPr>
            <p:spPr bwMode="auto">
              <a:xfrm>
                <a:off x="4704" y="3120"/>
                <a:ext cx="180" cy="121"/>
              </a:xfrm>
              <a:prstGeom prst="rect">
                <a:avLst/>
              </a:prstGeom>
              <a:solidFill>
                <a:schemeClr val="bg1"/>
              </a:solidFill>
              <a:ln w="9525">
                <a:solidFill>
                  <a:schemeClr val="tx1"/>
                </a:solidFill>
                <a:miter lim="800000"/>
                <a:headEnd/>
                <a:tailEnd/>
              </a:ln>
            </p:spPr>
            <p:txBody>
              <a:bodyPr wrap="none"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SS</a:t>
                </a:r>
              </a:p>
            </p:txBody>
          </p:sp>
          <p:cxnSp>
            <p:nvCxnSpPr>
              <p:cNvPr id="59503" name="AutoShape 133">
                <a:extLst>
                  <a:ext uri="{FF2B5EF4-FFF2-40B4-BE49-F238E27FC236}">
                    <a16:creationId xmlns:a16="http://schemas.microsoft.com/office/drawing/2014/main" id="{98E712F5-B983-1C45-BBDA-EA60F86B81A3}"/>
                  </a:ext>
                </a:extLst>
              </p:cNvPr>
              <p:cNvCxnSpPr>
                <a:cxnSpLocks noChangeShapeType="1"/>
                <a:stCxn id="59501" idx="2"/>
                <a:endCxn id="59500" idx="1"/>
              </p:cNvCxnSpPr>
              <p:nvPr/>
            </p:nvCxnSpPr>
            <p:spPr bwMode="auto">
              <a:xfrm rot="16200000" flipH="1">
                <a:off x="4643" y="2976"/>
                <a:ext cx="84" cy="38"/>
              </a:xfrm>
              <a:prstGeom prst="bentConnector2">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59504" name="AutoShape 134">
                <a:extLst>
                  <a:ext uri="{FF2B5EF4-FFF2-40B4-BE49-F238E27FC236}">
                    <a16:creationId xmlns:a16="http://schemas.microsoft.com/office/drawing/2014/main" id="{55BCA067-2823-D749-B037-AAF755DE35DD}"/>
                  </a:ext>
                </a:extLst>
              </p:cNvPr>
              <p:cNvCxnSpPr>
                <a:cxnSpLocks noChangeShapeType="1"/>
                <a:stCxn id="59501" idx="2"/>
                <a:endCxn id="59502" idx="1"/>
              </p:cNvCxnSpPr>
              <p:nvPr/>
            </p:nvCxnSpPr>
            <p:spPr bwMode="auto">
              <a:xfrm rot="16200000" flipH="1">
                <a:off x="4571" y="3048"/>
                <a:ext cx="228" cy="38"/>
              </a:xfrm>
              <a:prstGeom prst="bentConnector2">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grpSp>
        <p:cxnSp>
          <p:nvCxnSpPr>
            <p:cNvPr id="59493" name="AutoShape 135">
              <a:extLst>
                <a:ext uri="{FF2B5EF4-FFF2-40B4-BE49-F238E27FC236}">
                  <a16:creationId xmlns:a16="http://schemas.microsoft.com/office/drawing/2014/main" id="{FDD3F952-B687-5D45-A8FE-62DA95FCA86D}"/>
                </a:ext>
              </a:extLst>
            </p:cNvPr>
            <p:cNvCxnSpPr>
              <a:cxnSpLocks noChangeShapeType="1"/>
              <a:stCxn id="59472" idx="2"/>
              <a:endCxn id="59539" idx="0"/>
            </p:cNvCxnSpPr>
            <p:nvPr/>
          </p:nvCxnSpPr>
          <p:spPr bwMode="auto">
            <a:xfrm rot="5400000">
              <a:off x="3802" y="2553"/>
              <a:ext cx="119" cy="536"/>
            </a:xfrm>
            <a:prstGeom prst="bentConnector3">
              <a:avLst>
                <a:gd name="adj1" fmla="val 49579"/>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59494" name="AutoShape 136">
              <a:extLst>
                <a:ext uri="{FF2B5EF4-FFF2-40B4-BE49-F238E27FC236}">
                  <a16:creationId xmlns:a16="http://schemas.microsoft.com/office/drawing/2014/main" id="{593E7F10-F85E-654E-BE06-DEDD1D52192D}"/>
                </a:ext>
              </a:extLst>
            </p:cNvPr>
            <p:cNvCxnSpPr>
              <a:cxnSpLocks noChangeShapeType="1"/>
              <a:stCxn id="59472" idx="2"/>
              <a:endCxn id="59485" idx="0"/>
            </p:cNvCxnSpPr>
            <p:nvPr/>
          </p:nvCxnSpPr>
          <p:spPr bwMode="auto">
            <a:xfrm rot="5400000">
              <a:off x="3908" y="2658"/>
              <a:ext cx="119" cy="325"/>
            </a:xfrm>
            <a:prstGeom prst="bentConnector3">
              <a:avLst>
                <a:gd name="adj1" fmla="val 49579"/>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59495" name="AutoShape 137">
              <a:extLst>
                <a:ext uri="{FF2B5EF4-FFF2-40B4-BE49-F238E27FC236}">
                  <a16:creationId xmlns:a16="http://schemas.microsoft.com/office/drawing/2014/main" id="{2ED2DDA9-3491-9342-BEC7-34BEFF102484}"/>
                </a:ext>
              </a:extLst>
            </p:cNvPr>
            <p:cNvCxnSpPr>
              <a:cxnSpLocks noChangeShapeType="1"/>
              <a:stCxn id="59472" idx="2"/>
              <a:endCxn id="59481" idx="0"/>
            </p:cNvCxnSpPr>
            <p:nvPr/>
          </p:nvCxnSpPr>
          <p:spPr bwMode="auto">
            <a:xfrm rot="5400000">
              <a:off x="4026" y="2777"/>
              <a:ext cx="119" cy="88"/>
            </a:xfrm>
            <a:prstGeom prst="bentConnector3">
              <a:avLst>
                <a:gd name="adj1" fmla="val 49579"/>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59496" name="AutoShape 138">
              <a:extLst>
                <a:ext uri="{FF2B5EF4-FFF2-40B4-BE49-F238E27FC236}">
                  <a16:creationId xmlns:a16="http://schemas.microsoft.com/office/drawing/2014/main" id="{6E839863-FE97-8B41-A688-1618EB53E4C5}"/>
                </a:ext>
              </a:extLst>
            </p:cNvPr>
            <p:cNvCxnSpPr>
              <a:cxnSpLocks noChangeShapeType="1"/>
              <a:stCxn id="59472" idx="2"/>
              <a:endCxn id="59550" idx="0"/>
            </p:cNvCxnSpPr>
            <p:nvPr/>
          </p:nvCxnSpPr>
          <p:spPr bwMode="auto">
            <a:xfrm rot="16200000" flipH="1">
              <a:off x="3937" y="2954"/>
              <a:ext cx="551" cy="166"/>
            </a:xfrm>
            <a:prstGeom prst="bentConnector3">
              <a:avLst>
                <a:gd name="adj1" fmla="val 10523"/>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59497" name="AutoShape 139">
              <a:extLst>
                <a:ext uri="{FF2B5EF4-FFF2-40B4-BE49-F238E27FC236}">
                  <a16:creationId xmlns:a16="http://schemas.microsoft.com/office/drawing/2014/main" id="{66D945E1-1899-7147-9B68-6A5E926A8D78}"/>
                </a:ext>
              </a:extLst>
            </p:cNvPr>
            <p:cNvCxnSpPr>
              <a:cxnSpLocks noChangeShapeType="1"/>
              <a:stCxn id="59477" idx="2"/>
              <a:endCxn id="59507" idx="0"/>
            </p:cNvCxnSpPr>
            <p:nvPr/>
          </p:nvCxnSpPr>
          <p:spPr bwMode="auto">
            <a:xfrm rot="16200000" flipH="1">
              <a:off x="4961" y="2642"/>
              <a:ext cx="142" cy="380"/>
            </a:xfrm>
            <a:prstGeom prst="bentConnector3">
              <a:avLst>
                <a:gd name="adj1" fmla="val 50000"/>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59498" name="AutoShape 140">
              <a:extLst>
                <a:ext uri="{FF2B5EF4-FFF2-40B4-BE49-F238E27FC236}">
                  <a16:creationId xmlns:a16="http://schemas.microsoft.com/office/drawing/2014/main" id="{533DCD3C-5D60-E940-8CD0-89B4BCD33387}"/>
                </a:ext>
              </a:extLst>
            </p:cNvPr>
            <p:cNvCxnSpPr>
              <a:cxnSpLocks noChangeShapeType="1"/>
              <a:stCxn id="59477" idx="2"/>
              <a:endCxn id="59501" idx="0"/>
            </p:cNvCxnSpPr>
            <p:nvPr/>
          </p:nvCxnSpPr>
          <p:spPr bwMode="auto">
            <a:xfrm rot="5400000">
              <a:off x="4753" y="2814"/>
              <a:ext cx="142" cy="36"/>
            </a:xfrm>
            <a:prstGeom prst="bentConnector3">
              <a:avLst>
                <a:gd name="adj1" fmla="val 50000"/>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59499" name="AutoShape 141">
              <a:extLst>
                <a:ext uri="{FF2B5EF4-FFF2-40B4-BE49-F238E27FC236}">
                  <a16:creationId xmlns:a16="http://schemas.microsoft.com/office/drawing/2014/main" id="{4F0EBD93-A6CA-D049-B3BC-FD529F655DCB}"/>
                </a:ext>
              </a:extLst>
            </p:cNvPr>
            <p:cNvCxnSpPr>
              <a:cxnSpLocks noChangeShapeType="1"/>
            </p:cNvCxnSpPr>
            <p:nvPr/>
          </p:nvCxnSpPr>
          <p:spPr bwMode="auto">
            <a:xfrm rot="5400000">
              <a:off x="4386" y="2857"/>
              <a:ext cx="551" cy="360"/>
            </a:xfrm>
            <a:prstGeom prst="bentConnector3">
              <a:avLst>
                <a:gd name="adj1" fmla="val 13065"/>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grpSp>
      <p:sp>
        <p:nvSpPr>
          <p:cNvPr id="59425" name="Rectangle 142">
            <a:extLst>
              <a:ext uri="{FF2B5EF4-FFF2-40B4-BE49-F238E27FC236}">
                <a16:creationId xmlns:a16="http://schemas.microsoft.com/office/drawing/2014/main" id="{0582B507-F3BF-5F45-9E4C-99C7984C6393}"/>
              </a:ext>
            </a:extLst>
          </p:cNvPr>
          <p:cNvSpPr>
            <a:spLocks noChangeArrowheads="1"/>
          </p:cNvSpPr>
          <p:nvPr/>
        </p:nvSpPr>
        <p:spPr bwMode="auto">
          <a:xfrm>
            <a:off x="7772400" y="6296025"/>
            <a:ext cx="914400" cy="485775"/>
          </a:xfrm>
          <a:prstGeom prst="rect">
            <a:avLst/>
          </a:prstGeom>
          <a:noFill/>
          <a:ln w="6350">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59426" name="Rectangle 143">
            <a:extLst>
              <a:ext uri="{FF2B5EF4-FFF2-40B4-BE49-F238E27FC236}">
                <a16:creationId xmlns:a16="http://schemas.microsoft.com/office/drawing/2014/main" id="{B3771AB3-BCC1-464A-81F2-B84B9A838C32}"/>
              </a:ext>
            </a:extLst>
          </p:cNvPr>
          <p:cNvSpPr>
            <a:spLocks noChangeArrowheads="1"/>
          </p:cNvSpPr>
          <p:nvPr/>
        </p:nvSpPr>
        <p:spPr bwMode="auto">
          <a:xfrm>
            <a:off x="5605463" y="4981575"/>
            <a:ext cx="914400" cy="485775"/>
          </a:xfrm>
          <a:prstGeom prst="rect">
            <a:avLst/>
          </a:prstGeom>
          <a:noFill/>
          <a:ln w="6350">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59427" name="Rectangle 144">
            <a:extLst>
              <a:ext uri="{FF2B5EF4-FFF2-40B4-BE49-F238E27FC236}">
                <a16:creationId xmlns:a16="http://schemas.microsoft.com/office/drawing/2014/main" id="{98918479-E03C-5B41-B29A-640A8228856B}"/>
              </a:ext>
            </a:extLst>
          </p:cNvPr>
          <p:cNvSpPr>
            <a:spLocks noChangeArrowheads="1"/>
          </p:cNvSpPr>
          <p:nvPr/>
        </p:nvSpPr>
        <p:spPr bwMode="auto">
          <a:xfrm>
            <a:off x="6719888" y="5843588"/>
            <a:ext cx="914400" cy="695325"/>
          </a:xfrm>
          <a:prstGeom prst="rect">
            <a:avLst/>
          </a:prstGeom>
          <a:noFill/>
          <a:ln w="6350">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59428" name="Rectangle 145">
            <a:extLst>
              <a:ext uri="{FF2B5EF4-FFF2-40B4-BE49-F238E27FC236}">
                <a16:creationId xmlns:a16="http://schemas.microsoft.com/office/drawing/2014/main" id="{812E2037-F35F-8443-9872-E2FD419AE1BF}"/>
              </a:ext>
            </a:extLst>
          </p:cNvPr>
          <p:cNvSpPr>
            <a:spLocks noChangeArrowheads="1"/>
          </p:cNvSpPr>
          <p:nvPr/>
        </p:nvSpPr>
        <p:spPr bwMode="auto">
          <a:xfrm>
            <a:off x="7496175" y="4586288"/>
            <a:ext cx="538163" cy="695325"/>
          </a:xfrm>
          <a:prstGeom prst="rect">
            <a:avLst/>
          </a:prstGeom>
          <a:noFill/>
          <a:ln w="6350">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59429" name="Rectangle 146">
            <a:extLst>
              <a:ext uri="{FF2B5EF4-FFF2-40B4-BE49-F238E27FC236}">
                <a16:creationId xmlns:a16="http://schemas.microsoft.com/office/drawing/2014/main" id="{0B3AEB5F-1BEF-0547-BA90-BFB25E949A80}"/>
              </a:ext>
            </a:extLst>
          </p:cNvPr>
          <p:cNvSpPr>
            <a:spLocks noChangeArrowheads="1"/>
          </p:cNvSpPr>
          <p:nvPr/>
        </p:nvSpPr>
        <p:spPr bwMode="auto">
          <a:xfrm>
            <a:off x="8434388" y="5610225"/>
            <a:ext cx="328612" cy="247650"/>
          </a:xfrm>
          <a:prstGeom prst="rect">
            <a:avLst/>
          </a:prstGeom>
          <a:noFill/>
          <a:ln w="6350">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59430" name="Rectangle 147">
            <a:extLst>
              <a:ext uri="{FF2B5EF4-FFF2-40B4-BE49-F238E27FC236}">
                <a16:creationId xmlns:a16="http://schemas.microsoft.com/office/drawing/2014/main" id="{41296624-6F4C-D14D-B263-1DA951C2B1C2}"/>
              </a:ext>
            </a:extLst>
          </p:cNvPr>
          <p:cNvSpPr>
            <a:spLocks noChangeArrowheads="1"/>
          </p:cNvSpPr>
          <p:nvPr/>
        </p:nvSpPr>
        <p:spPr bwMode="auto">
          <a:xfrm>
            <a:off x="8058150" y="5610225"/>
            <a:ext cx="328613" cy="247650"/>
          </a:xfrm>
          <a:prstGeom prst="rect">
            <a:avLst/>
          </a:prstGeom>
          <a:noFill/>
          <a:ln w="6350">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59431" name="Text Box 148">
            <a:extLst>
              <a:ext uri="{FF2B5EF4-FFF2-40B4-BE49-F238E27FC236}">
                <a16:creationId xmlns:a16="http://schemas.microsoft.com/office/drawing/2014/main" id="{60B39BD6-B068-D345-ACE5-376EE4E35653}"/>
              </a:ext>
            </a:extLst>
          </p:cNvPr>
          <p:cNvSpPr txBox="1">
            <a:spLocks noChangeArrowheads="1"/>
          </p:cNvSpPr>
          <p:nvPr/>
        </p:nvSpPr>
        <p:spPr bwMode="auto">
          <a:xfrm>
            <a:off x="657225" y="6553200"/>
            <a:ext cx="47117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S: sistemas; SS: subsistemas; C: componentes; MP: matéria prima</a:t>
            </a:r>
          </a:p>
        </p:txBody>
      </p:sp>
      <p:sp>
        <p:nvSpPr>
          <p:cNvPr id="59432" name="Rectangle 149">
            <a:extLst>
              <a:ext uri="{FF2B5EF4-FFF2-40B4-BE49-F238E27FC236}">
                <a16:creationId xmlns:a16="http://schemas.microsoft.com/office/drawing/2014/main" id="{9B08FEF5-AE80-504B-8979-568D6BB7023D}"/>
              </a:ext>
            </a:extLst>
          </p:cNvPr>
          <p:cNvSpPr>
            <a:spLocks noChangeArrowheads="1"/>
          </p:cNvSpPr>
          <p:nvPr/>
        </p:nvSpPr>
        <p:spPr bwMode="auto">
          <a:xfrm>
            <a:off x="3429000" y="5873750"/>
            <a:ext cx="990600" cy="374650"/>
          </a:xfrm>
          <a:prstGeom prst="rect">
            <a:avLst/>
          </a:prstGeom>
          <a:solidFill>
            <a:schemeClr val="bg1"/>
          </a:solidFill>
          <a:ln w="9525">
            <a:solidFill>
              <a:schemeClr val="tx1"/>
            </a:solidFill>
            <a:miter lim="800000"/>
            <a:headEnd/>
            <a:tailEnd/>
          </a:ln>
        </p:spPr>
        <p:txBody>
          <a:bodyPr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Projeto de recursos</a:t>
            </a:r>
          </a:p>
        </p:txBody>
      </p:sp>
      <p:cxnSp>
        <p:nvCxnSpPr>
          <p:cNvPr id="59433" name="AutoShape 150">
            <a:extLst>
              <a:ext uri="{FF2B5EF4-FFF2-40B4-BE49-F238E27FC236}">
                <a16:creationId xmlns:a16="http://schemas.microsoft.com/office/drawing/2014/main" id="{60652988-91FF-1442-B212-7C8C7D40901C}"/>
              </a:ext>
            </a:extLst>
          </p:cNvPr>
          <p:cNvCxnSpPr>
            <a:cxnSpLocks noChangeShapeType="1"/>
            <a:stCxn id="59400" idx="3"/>
            <a:endCxn id="59559" idx="1"/>
          </p:cNvCxnSpPr>
          <p:nvPr/>
        </p:nvCxnSpPr>
        <p:spPr bwMode="auto">
          <a:xfrm>
            <a:off x="1262063" y="1581150"/>
            <a:ext cx="338137"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9434" name="AutoShape 151">
            <a:extLst>
              <a:ext uri="{FF2B5EF4-FFF2-40B4-BE49-F238E27FC236}">
                <a16:creationId xmlns:a16="http://schemas.microsoft.com/office/drawing/2014/main" id="{49801B70-0E2F-A74A-AC0A-64EF94D62009}"/>
              </a:ext>
            </a:extLst>
          </p:cNvPr>
          <p:cNvCxnSpPr>
            <a:cxnSpLocks noChangeShapeType="1"/>
            <a:stCxn id="59556" idx="3"/>
            <a:endCxn id="59401" idx="1"/>
          </p:cNvCxnSpPr>
          <p:nvPr/>
        </p:nvCxnSpPr>
        <p:spPr bwMode="auto">
          <a:xfrm>
            <a:off x="3810000" y="1530350"/>
            <a:ext cx="341313" cy="158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9435" name="AutoShape 152">
            <a:extLst>
              <a:ext uri="{FF2B5EF4-FFF2-40B4-BE49-F238E27FC236}">
                <a16:creationId xmlns:a16="http://schemas.microsoft.com/office/drawing/2014/main" id="{599BC8F3-D014-0441-A8EA-9DB8DE4E1CCA}"/>
              </a:ext>
            </a:extLst>
          </p:cNvPr>
          <p:cNvCxnSpPr>
            <a:cxnSpLocks noChangeShapeType="1"/>
            <a:stCxn id="59401" idx="3"/>
            <a:endCxn id="59576" idx="1"/>
          </p:cNvCxnSpPr>
          <p:nvPr/>
        </p:nvCxnSpPr>
        <p:spPr bwMode="auto">
          <a:xfrm>
            <a:off x="5238750" y="1531938"/>
            <a:ext cx="552450" cy="12541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9436" name="AutoShape 153">
            <a:extLst>
              <a:ext uri="{FF2B5EF4-FFF2-40B4-BE49-F238E27FC236}">
                <a16:creationId xmlns:a16="http://schemas.microsoft.com/office/drawing/2014/main" id="{FD90628C-E046-4846-AF98-B2DDD9F2C6B0}"/>
              </a:ext>
            </a:extLst>
          </p:cNvPr>
          <p:cNvCxnSpPr>
            <a:cxnSpLocks noChangeShapeType="1"/>
            <a:stCxn id="59559" idx="2"/>
            <a:endCxn id="59417" idx="0"/>
          </p:cNvCxnSpPr>
          <p:nvPr/>
        </p:nvCxnSpPr>
        <p:spPr bwMode="auto">
          <a:xfrm flipH="1">
            <a:off x="2019300" y="1858963"/>
            <a:ext cx="88900" cy="280987"/>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9437" name="AutoShape 154">
            <a:extLst>
              <a:ext uri="{FF2B5EF4-FFF2-40B4-BE49-F238E27FC236}">
                <a16:creationId xmlns:a16="http://schemas.microsoft.com/office/drawing/2014/main" id="{75BC392E-54E6-314E-94F0-A7351659A3A8}"/>
              </a:ext>
            </a:extLst>
          </p:cNvPr>
          <p:cNvCxnSpPr>
            <a:cxnSpLocks noChangeShapeType="1"/>
            <a:stCxn id="59417" idx="3"/>
            <a:endCxn id="59402" idx="1"/>
          </p:cNvCxnSpPr>
          <p:nvPr/>
        </p:nvCxnSpPr>
        <p:spPr bwMode="auto">
          <a:xfrm flipV="1">
            <a:off x="2552700" y="2417763"/>
            <a:ext cx="1562100" cy="1587"/>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9438" name="AutoShape 155">
            <a:extLst>
              <a:ext uri="{FF2B5EF4-FFF2-40B4-BE49-F238E27FC236}">
                <a16:creationId xmlns:a16="http://schemas.microsoft.com/office/drawing/2014/main" id="{4E2AA7CE-4F48-D047-888A-0D3F6DBF5E4C}"/>
              </a:ext>
            </a:extLst>
          </p:cNvPr>
          <p:cNvCxnSpPr>
            <a:cxnSpLocks noChangeShapeType="1"/>
            <a:stCxn id="59401" idx="2"/>
            <a:endCxn id="59402" idx="0"/>
          </p:cNvCxnSpPr>
          <p:nvPr/>
        </p:nvCxnSpPr>
        <p:spPr bwMode="auto">
          <a:xfrm flipH="1">
            <a:off x="4686300" y="1809750"/>
            <a:ext cx="9525" cy="42068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9439" name="AutoShape 156">
            <a:extLst>
              <a:ext uri="{FF2B5EF4-FFF2-40B4-BE49-F238E27FC236}">
                <a16:creationId xmlns:a16="http://schemas.microsoft.com/office/drawing/2014/main" id="{4FA1278A-CF71-7449-8FA4-5D863D78CA14}"/>
              </a:ext>
            </a:extLst>
          </p:cNvPr>
          <p:cNvCxnSpPr>
            <a:cxnSpLocks noChangeShapeType="1"/>
            <a:stCxn id="59402" idx="2"/>
            <a:endCxn id="59407" idx="0"/>
          </p:cNvCxnSpPr>
          <p:nvPr/>
        </p:nvCxnSpPr>
        <p:spPr bwMode="auto">
          <a:xfrm rot="5400000">
            <a:off x="3860007" y="2158206"/>
            <a:ext cx="379412" cy="1273175"/>
          </a:xfrm>
          <a:prstGeom prst="bentConnector3">
            <a:avLst>
              <a:gd name="adj1" fmla="val 4979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59440" name="AutoShape 157">
            <a:extLst>
              <a:ext uri="{FF2B5EF4-FFF2-40B4-BE49-F238E27FC236}">
                <a16:creationId xmlns:a16="http://schemas.microsoft.com/office/drawing/2014/main" id="{E558F536-3B25-F848-A857-CDC798A1F957}"/>
              </a:ext>
            </a:extLst>
          </p:cNvPr>
          <p:cNvCxnSpPr>
            <a:cxnSpLocks noChangeShapeType="1"/>
            <a:stCxn id="59402" idx="2"/>
            <a:endCxn id="59406" idx="0"/>
          </p:cNvCxnSpPr>
          <p:nvPr/>
        </p:nvCxnSpPr>
        <p:spPr bwMode="auto">
          <a:xfrm rot="16200000" flipH="1">
            <a:off x="4972844" y="2318544"/>
            <a:ext cx="379412" cy="952500"/>
          </a:xfrm>
          <a:prstGeom prst="bentConnector3">
            <a:avLst>
              <a:gd name="adj1" fmla="val 4979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59441" name="AutoShape 158">
            <a:extLst>
              <a:ext uri="{FF2B5EF4-FFF2-40B4-BE49-F238E27FC236}">
                <a16:creationId xmlns:a16="http://schemas.microsoft.com/office/drawing/2014/main" id="{D74FD123-62F4-4644-8960-9B3AA7C7A5DB}"/>
              </a:ext>
            </a:extLst>
          </p:cNvPr>
          <p:cNvCxnSpPr>
            <a:cxnSpLocks noChangeShapeType="1"/>
            <a:stCxn id="59563" idx="2"/>
            <a:endCxn id="59406" idx="3"/>
          </p:cNvCxnSpPr>
          <p:nvPr/>
        </p:nvCxnSpPr>
        <p:spPr bwMode="auto">
          <a:xfrm rot="5400000">
            <a:off x="6419056" y="2313782"/>
            <a:ext cx="382587" cy="1333500"/>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59442" name="AutoShape 159">
            <a:extLst>
              <a:ext uri="{FF2B5EF4-FFF2-40B4-BE49-F238E27FC236}">
                <a16:creationId xmlns:a16="http://schemas.microsoft.com/office/drawing/2014/main" id="{B74DCFD1-A1AF-9F46-8F06-6E6A5D4054BA}"/>
              </a:ext>
            </a:extLst>
          </p:cNvPr>
          <p:cNvCxnSpPr>
            <a:cxnSpLocks noChangeShapeType="1"/>
            <a:stCxn id="59418" idx="3"/>
            <a:endCxn id="59407" idx="1"/>
          </p:cNvCxnSpPr>
          <p:nvPr/>
        </p:nvCxnSpPr>
        <p:spPr bwMode="auto">
          <a:xfrm>
            <a:off x="2667000" y="3171825"/>
            <a:ext cx="347663"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9443" name="AutoShape 160">
            <a:extLst>
              <a:ext uri="{FF2B5EF4-FFF2-40B4-BE49-F238E27FC236}">
                <a16:creationId xmlns:a16="http://schemas.microsoft.com/office/drawing/2014/main" id="{C5597042-27E7-5843-86D5-459C3790344A}"/>
              </a:ext>
            </a:extLst>
          </p:cNvPr>
          <p:cNvCxnSpPr>
            <a:cxnSpLocks noChangeShapeType="1"/>
            <a:stCxn id="59407" idx="3"/>
            <a:endCxn id="59404" idx="1"/>
          </p:cNvCxnSpPr>
          <p:nvPr/>
        </p:nvCxnSpPr>
        <p:spPr bwMode="auto">
          <a:xfrm>
            <a:off x="3810000" y="3171825"/>
            <a:ext cx="457200"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9444" name="AutoShape 161">
            <a:extLst>
              <a:ext uri="{FF2B5EF4-FFF2-40B4-BE49-F238E27FC236}">
                <a16:creationId xmlns:a16="http://schemas.microsoft.com/office/drawing/2014/main" id="{F0D71528-8040-C84D-A8D1-9A989BF581AC}"/>
              </a:ext>
            </a:extLst>
          </p:cNvPr>
          <p:cNvCxnSpPr>
            <a:cxnSpLocks noChangeShapeType="1"/>
            <a:stCxn id="59417" idx="2"/>
            <a:endCxn id="59418" idx="0"/>
          </p:cNvCxnSpPr>
          <p:nvPr/>
        </p:nvCxnSpPr>
        <p:spPr bwMode="auto">
          <a:xfrm>
            <a:off x="2019300" y="2697163"/>
            <a:ext cx="0" cy="287337"/>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9445" name="AutoShape 162">
            <a:extLst>
              <a:ext uri="{FF2B5EF4-FFF2-40B4-BE49-F238E27FC236}">
                <a16:creationId xmlns:a16="http://schemas.microsoft.com/office/drawing/2014/main" id="{4F00FECD-C4AB-2E4F-932F-9859CC97BBCA}"/>
              </a:ext>
            </a:extLst>
          </p:cNvPr>
          <p:cNvCxnSpPr>
            <a:cxnSpLocks noChangeShapeType="1"/>
            <a:stCxn id="59418" idx="2"/>
            <a:endCxn id="59409" idx="0"/>
          </p:cNvCxnSpPr>
          <p:nvPr/>
        </p:nvCxnSpPr>
        <p:spPr bwMode="auto">
          <a:xfrm flipH="1">
            <a:off x="1028700" y="3359150"/>
            <a:ext cx="990600" cy="99853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9446" name="AutoShape 163">
            <a:extLst>
              <a:ext uri="{FF2B5EF4-FFF2-40B4-BE49-F238E27FC236}">
                <a16:creationId xmlns:a16="http://schemas.microsoft.com/office/drawing/2014/main" id="{08C15A23-512F-4D4C-A766-81F43CB7C8EF}"/>
              </a:ext>
            </a:extLst>
          </p:cNvPr>
          <p:cNvCxnSpPr>
            <a:cxnSpLocks noChangeShapeType="1"/>
            <a:stCxn id="59419" idx="2"/>
            <a:endCxn id="59553" idx="0"/>
          </p:cNvCxnSpPr>
          <p:nvPr/>
        </p:nvCxnSpPr>
        <p:spPr bwMode="auto">
          <a:xfrm flipH="1">
            <a:off x="2400300" y="3886200"/>
            <a:ext cx="153988" cy="47148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9447" name="AutoShape 164">
            <a:extLst>
              <a:ext uri="{FF2B5EF4-FFF2-40B4-BE49-F238E27FC236}">
                <a16:creationId xmlns:a16="http://schemas.microsoft.com/office/drawing/2014/main" id="{B40129F7-7706-5A43-A86F-3C37D2980BD8}"/>
              </a:ext>
            </a:extLst>
          </p:cNvPr>
          <p:cNvCxnSpPr>
            <a:cxnSpLocks noChangeShapeType="1"/>
            <a:stCxn id="59407" idx="2"/>
            <a:endCxn id="59408" idx="0"/>
          </p:cNvCxnSpPr>
          <p:nvPr/>
        </p:nvCxnSpPr>
        <p:spPr bwMode="auto">
          <a:xfrm>
            <a:off x="3413125" y="3359150"/>
            <a:ext cx="282575" cy="90805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9448" name="AutoShape 165">
            <a:extLst>
              <a:ext uri="{FF2B5EF4-FFF2-40B4-BE49-F238E27FC236}">
                <a16:creationId xmlns:a16="http://schemas.microsoft.com/office/drawing/2014/main" id="{7056DCE9-3691-6145-BA2E-C0B7F9F6234F}"/>
              </a:ext>
            </a:extLst>
          </p:cNvPr>
          <p:cNvCxnSpPr>
            <a:cxnSpLocks noChangeShapeType="1"/>
            <a:stCxn id="59403" idx="2"/>
            <a:endCxn id="59414" idx="0"/>
          </p:cNvCxnSpPr>
          <p:nvPr/>
        </p:nvCxnSpPr>
        <p:spPr bwMode="auto">
          <a:xfrm flipH="1">
            <a:off x="4914900" y="3703638"/>
            <a:ext cx="152400" cy="65405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9449" name="AutoShape 166">
            <a:extLst>
              <a:ext uri="{FF2B5EF4-FFF2-40B4-BE49-F238E27FC236}">
                <a16:creationId xmlns:a16="http://schemas.microsoft.com/office/drawing/2014/main" id="{2C765DE9-4748-6440-ABBF-B1C46998C9B6}"/>
              </a:ext>
            </a:extLst>
          </p:cNvPr>
          <p:cNvCxnSpPr>
            <a:cxnSpLocks noChangeShapeType="1"/>
            <a:stCxn id="59408" idx="2"/>
            <a:endCxn id="59412" idx="1"/>
          </p:cNvCxnSpPr>
          <p:nvPr/>
        </p:nvCxnSpPr>
        <p:spPr bwMode="auto">
          <a:xfrm rot="16200000" flipH="1">
            <a:off x="3556794" y="4963319"/>
            <a:ext cx="544512" cy="266700"/>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59450" name="AutoShape 167">
            <a:extLst>
              <a:ext uri="{FF2B5EF4-FFF2-40B4-BE49-F238E27FC236}">
                <a16:creationId xmlns:a16="http://schemas.microsoft.com/office/drawing/2014/main" id="{C66E3F64-FB18-B54D-8B00-1E041D7DED95}"/>
              </a:ext>
            </a:extLst>
          </p:cNvPr>
          <p:cNvCxnSpPr>
            <a:cxnSpLocks noChangeShapeType="1"/>
            <a:stCxn id="59408" idx="3"/>
            <a:endCxn id="59414" idx="1"/>
          </p:cNvCxnSpPr>
          <p:nvPr/>
        </p:nvCxnSpPr>
        <p:spPr bwMode="auto">
          <a:xfrm flipV="1">
            <a:off x="4191000" y="4545013"/>
            <a:ext cx="457200" cy="1587"/>
          </a:xfrm>
          <a:prstGeom prst="straightConnector1">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59451" name="AutoShape 168">
            <a:extLst>
              <a:ext uri="{FF2B5EF4-FFF2-40B4-BE49-F238E27FC236}">
                <a16:creationId xmlns:a16="http://schemas.microsoft.com/office/drawing/2014/main" id="{4B368D66-41DE-F442-AD98-CD65AA4B136F}"/>
              </a:ext>
            </a:extLst>
          </p:cNvPr>
          <p:cNvCxnSpPr>
            <a:cxnSpLocks noChangeShapeType="1"/>
            <a:stCxn id="59407" idx="2"/>
            <a:endCxn id="59419" idx="3"/>
          </p:cNvCxnSpPr>
          <p:nvPr/>
        </p:nvCxnSpPr>
        <p:spPr bwMode="auto">
          <a:xfrm flipH="1">
            <a:off x="3051175" y="3359150"/>
            <a:ext cx="361950" cy="33972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9452" name="AutoShape 169">
            <a:extLst>
              <a:ext uri="{FF2B5EF4-FFF2-40B4-BE49-F238E27FC236}">
                <a16:creationId xmlns:a16="http://schemas.microsoft.com/office/drawing/2014/main" id="{54E8978D-B6A1-2E4B-A474-07ACB0AB61F7}"/>
              </a:ext>
            </a:extLst>
          </p:cNvPr>
          <p:cNvCxnSpPr>
            <a:cxnSpLocks noChangeShapeType="1"/>
            <a:stCxn id="59553" idx="3"/>
            <a:endCxn id="59408" idx="1"/>
          </p:cNvCxnSpPr>
          <p:nvPr/>
        </p:nvCxnSpPr>
        <p:spPr bwMode="auto">
          <a:xfrm>
            <a:off x="2933700" y="4545013"/>
            <a:ext cx="266700" cy="1587"/>
          </a:xfrm>
          <a:prstGeom prst="straightConnector1">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59453" name="AutoShape 170">
            <a:extLst>
              <a:ext uri="{FF2B5EF4-FFF2-40B4-BE49-F238E27FC236}">
                <a16:creationId xmlns:a16="http://schemas.microsoft.com/office/drawing/2014/main" id="{E8905E31-CB0B-BD4F-9AEA-4E5FEE525129}"/>
              </a:ext>
            </a:extLst>
          </p:cNvPr>
          <p:cNvCxnSpPr>
            <a:cxnSpLocks noChangeShapeType="1"/>
            <a:stCxn id="59409" idx="3"/>
            <a:endCxn id="59553" idx="1"/>
          </p:cNvCxnSpPr>
          <p:nvPr/>
        </p:nvCxnSpPr>
        <p:spPr bwMode="auto">
          <a:xfrm>
            <a:off x="1600200" y="4545013"/>
            <a:ext cx="266700" cy="0"/>
          </a:xfrm>
          <a:prstGeom prst="straightConnector1">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59454" name="AutoShape 171">
            <a:extLst>
              <a:ext uri="{FF2B5EF4-FFF2-40B4-BE49-F238E27FC236}">
                <a16:creationId xmlns:a16="http://schemas.microsoft.com/office/drawing/2014/main" id="{ACFBC6E1-3E44-4648-B42F-E0BD70058769}"/>
              </a:ext>
            </a:extLst>
          </p:cNvPr>
          <p:cNvCxnSpPr>
            <a:cxnSpLocks noChangeShapeType="1"/>
            <a:stCxn id="59552" idx="2"/>
            <a:endCxn id="59432" idx="0"/>
          </p:cNvCxnSpPr>
          <p:nvPr/>
        </p:nvCxnSpPr>
        <p:spPr bwMode="auto">
          <a:xfrm>
            <a:off x="2400300" y="5403850"/>
            <a:ext cx="1524000" cy="4699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9455" name="Line 172">
            <a:extLst>
              <a:ext uri="{FF2B5EF4-FFF2-40B4-BE49-F238E27FC236}">
                <a16:creationId xmlns:a16="http://schemas.microsoft.com/office/drawing/2014/main" id="{6D6618A7-AD6C-554F-A751-0ED05658B568}"/>
              </a:ext>
            </a:extLst>
          </p:cNvPr>
          <p:cNvSpPr>
            <a:spLocks noChangeShapeType="1"/>
          </p:cNvSpPr>
          <p:nvPr/>
        </p:nvSpPr>
        <p:spPr bwMode="auto">
          <a:xfrm flipV="1">
            <a:off x="5257800" y="6019800"/>
            <a:ext cx="121920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pt-BR"/>
          </a:p>
        </p:txBody>
      </p:sp>
      <p:sp>
        <p:nvSpPr>
          <p:cNvPr id="59456" name="Line 173">
            <a:extLst>
              <a:ext uri="{FF2B5EF4-FFF2-40B4-BE49-F238E27FC236}">
                <a16:creationId xmlns:a16="http://schemas.microsoft.com/office/drawing/2014/main" id="{4B40C131-4E5E-284E-96E5-5F2EF31A6CE9}"/>
              </a:ext>
            </a:extLst>
          </p:cNvPr>
          <p:cNvSpPr>
            <a:spLocks noChangeShapeType="1"/>
          </p:cNvSpPr>
          <p:nvPr/>
        </p:nvSpPr>
        <p:spPr bwMode="auto">
          <a:xfrm>
            <a:off x="5181600" y="6172200"/>
            <a:ext cx="6096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pt-BR"/>
          </a:p>
        </p:txBody>
      </p:sp>
      <p:sp>
        <p:nvSpPr>
          <p:cNvPr id="59457" name="Line 174">
            <a:extLst>
              <a:ext uri="{FF2B5EF4-FFF2-40B4-BE49-F238E27FC236}">
                <a16:creationId xmlns:a16="http://schemas.microsoft.com/office/drawing/2014/main" id="{B1D59CC4-5535-F540-8A23-9501C5461BBC}"/>
              </a:ext>
            </a:extLst>
          </p:cNvPr>
          <p:cNvSpPr>
            <a:spLocks noChangeShapeType="1"/>
          </p:cNvSpPr>
          <p:nvPr/>
        </p:nvSpPr>
        <p:spPr bwMode="auto">
          <a:xfrm flipV="1">
            <a:off x="5334000" y="5638800"/>
            <a:ext cx="5334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pt-BR"/>
          </a:p>
        </p:txBody>
      </p:sp>
      <p:sp>
        <p:nvSpPr>
          <p:cNvPr id="59458" name="Line 175">
            <a:extLst>
              <a:ext uri="{FF2B5EF4-FFF2-40B4-BE49-F238E27FC236}">
                <a16:creationId xmlns:a16="http://schemas.microsoft.com/office/drawing/2014/main" id="{9897CAE4-CFB4-DA40-B1DE-AF76E0AF7ED2}"/>
              </a:ext>
            </a:extLst>
          </p:cNvPr>
          <p:cNvSpPr>
            <a:spLocks noChangeShapeType="1"/>
          </p:cNvSpPr>
          <p:nvPr/>
        </p:nvSpPr>
        <p:spPr bwMode="auto">
          <a:xfrm flipV="1">
            <a:off x="5257800" y="5791200"/>
            <a:ext cx="9144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pt-BR"/>
          </a:p>
        </p:txBody>
      </p:sp>
      <p:sp>
        <p:nvSpPr>
          <p:cNvPr id="59459" name="Line 176">
            <a:extLst>
              <a:ext uri="{FF2B5EF4-FFF2-40B4-BE49-F238E27FC236}">
                <a16:creationId xmlns:a16="http://schemas.microsoft.com/office/drawing/2014/main" id="{5C18972D-3695-564D-84CD-3A29D8EB30D7}"/>
              </a:ext>
            </a:extLst>
          </p:cNvPr>
          <p:cNvSpPr>
            <a:spLocks noChangeShapeType="1"/>
          </p:cNvSpPr>
          <p:nvPr/>
        </p:nvSpPr>
        <p:spPr bwMode="auto">
          <a:xfrm flipV="1">
            <a:off x="5257800" y="4724400"/>
            <a:ext cx="1143000" cy="1295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pt-BR"/>
          </a:p>
        </p:txBody>
      </p:sp>
      <p:sp>
        <p:nvSpPr>
          <p:cNvPr id="59460" name="Line 177">
            <a:extLst>
              <a:ext uri="{FF2B5EF4-FFF2-40B4-BE49-F238E27FC236}">
                <a16:creationId xmlns:a16="http://schemas.microsoft.com/office/drawing/2014/main" id="{61747E23-C2EA-A94B-B599-ACFF93CD576B}"/>
              </a:ext>
            </a:extLst>
          </p:cNvPr>
          <p:cNvSpPr>
            <a:spLocks noChangeShapeType="1"/>
          </p:cNvSpPr>
          <p:nvPr/>
        </p:nvSpPr>
        <p:spPr bwMode="auto">
          <a:xfrm flipV="1">
            <a:off x="5257800" y="5410200"/>
            <a:ext cx="15240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pt-BR"/>
          </a:p>
        </p:txBody>
      </p:sp>
      <p:sp>
        <p:nvSpPr>
          <p:cNvPr id="59461" name="Line 178">
            <a:extLst>
              <a:ext uri="{FF2B5EF4-FFF2-40B4-BE49-F238E27FC236}">
                <a16:creationId xmlns:a16="http://schemas.microsoft.com/office/drawing/2014/main" id="{54D6DD76-797D-DE42-B3FF-DB45FEC7B42E}"/>
              </a:ext>
            </a:extLst>
          </p:cNvPr>
          <p:cNvSpPr>
            <a:spLocks noChangeShapeType="1"/>
          </p:cNvSpPr>
          <p:nvPr/>
        </p:nvSpPr>
        <p:spPr bwMode="auto">
          <a:xfrm flipV="1">
            <a:off x="5257800" y="4343400"/>
            <a:ext cx="1066800" cy="1676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pt-BR"/>
          </a:p>
        </p:txBody>
      </p:sp>
      <p:sp>
        <p:nvSpPr>
          <p:cNvPr id="59462" name="Text Box 179">
            <a:extLst>
              <a:ext uri="{FF2B5EF4-FFF2-40B4-BE49-F238E27FC236}">
                <a16:creationId xmlns:a16="http://schemas.microsoft.com/office/drawing/2014/main" id="{8364D04A-C481-004F-91FD-DB6BDB9FCA95}"/>
              </a:ext>
            </a:extLst>
          </p:cNvPr>
          <p:cNvSpPr txBox="1">
            <a:spLocks noChangeArrowheads="1"/>
          </p:cNvSpPr>
          <p:nvPr/>
        </p:nvSpPr>
        <p:spPr bwMode="auto">
          <a:xfrm>
            <a:off x="5010150" y="5943600"/>
            <a:ext cx="481013" cy="284163"/>
          </a:xfrm>
          <a:prstGeom prst="rect">
            <a:avLst/>
          </a:prstGeom>
          <a:solidFill>
            <a:srgbClr val="EAEAEA"/>
          </a:solidFill>
          <a:ln w="9525">
            <a:solidFill>
              <a:schemeClr val="tx1"/>
            </a:solidFill>
            <a:miter lim="800000"/>
            <a:headEnd/>
            <a:tailEnd/>
          </a:ln>
        </p:spPr>
        <p:txBody>
          <a:bodyPr wrap="none">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item</a:t>
            </a:r>
          </a:p>
        </p:txBody>
      </p:sp>
      <p:cxnSp>
        <p:nvCxnSpPr>
          <p:cNvPr id="59463" name="AutoShape 180">
            <a:extLst>
              <a:ext uri="{FF2B5EF4-FFF2-40B4-BE49-F238E27FC236}">
                <a16:creationId xmlns:a16="http://schemas.microsoft.com/office/drawing/2014/main" id="{0EB6B435-5B15-A64F-A36A-1B0BE306D6F3}"/>
              </a:ext>
            </a:extLst>
          </p:cNvPr>
          <p:cNvCxnSpPr>
            <a:cxnSpLocks noChangeShapeType="1"/>
            <a:stCxn id="59399" idx="0"/>
            <a:endCxn id="59400" idx="2"/>
          </p:cNvCxnSpPr>
          <p:nvPr/>
        </p:nvCxnSpPr>
        <p:spPr bwMode="auto">
          <a:xfrm flipV="1">
            <a:off x="838200" y="1858963"/>
            <a:ext cx="0" cy="350837"/>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9464" name="Text Box 181">
            <a:extLst>
              <a:ext uri="{FF2B5EF4-FFF2-40B4-BE49-F238E27FC236}">
                <a16:creationId xmlns:a16="http://schemas.microsoft.com/office/drawing/2014/main" id="{041AB131-567E-8B46-BD26-61EE884226D9}"/>
              </a:ext>
            </a:extLst>
          </p:cNvPr>
          <p:cNvSpPr txBox="1">
            <a:spLocks noChangeArrowheads="1"/>
          </p:cNvSpPr>
          <p:nvPr/>
        </p:nvSpPr>
        <p:spPr bwMode="auto">
          <a:xfrm>
            <a:off x="1812925" y="166688"/>
            <a:ext cx="1143000" cy="374650"/>
          </a:xfrm>
          <a:prstGeom prst="rect">
            <a:avLst/>
          </a:prstGeom>
          <a:solidFill>
            <a:schemeClr val="bg1"/>
          </a:solidFill>
          <a:ln w="9525">
            <a:solidFill>
              <a:schemeClr val="tx1"/>
            </a:solidFill>
            <a:miter lim="800000"/>
            <a:headEnd/>
            <a:tailEnd/>
          </a:ln>
        </p:spPr>
        <p:txBody>
          <a:bodyPr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Escopo do Produto</a:t>
            </a:r>
          </a:p>
        </p:txBody>
      </p:sp>
      <p:sp>
        <p:nvSpPr>
          <p:cNvPr id="59465" name="Text Box 182">
            <a:extLst>
              <a:ext uri="{FF2B5EF4-FFF2-40B4-BE49-F238E27FC236}">
                <a16:creationId xmlns:a16="http://schemas.microsoft.com/office/drawing/2014/main" id="{0FE53638-048A-FE4E-85F6-877BBE646D6E}"/>
              </a:ext>
            </a:extLst>
          </p:cNvPr>
          <p:cNvSpPr txBox="1">
            <a:spLocks noChangeArrowheads="1"/>
          </p:cNvSpPr>
          <p:nvPr/>
        </p:nvSpPr>
        <p:spPr bwMode="auto">
          <a:xfrm>
            <a:off x="457200" y="76200"/>
            <a:ext cx="882650" cy="557213"/>
          </a:xfrm>
          <a:prstGeom prst="rect">
            <a:avLst/>
          </a:prstGeom>
          <a:solidFill>
            <a:schemeClr val="bg1"/>
          </a:solidFill>
          <a:ln w="9525">
            <a:solidFill>
              <a:schemeClr val="tx1"/>
            </a:solidFill>
            <a:miter lim="800000"/>
            <a:headEnd/>
            <a:tailEnd/>
          </a:ln>
        </p:spPr>
        <p:txBody>
          <a:bodyPr lIns="36000" tIns="0" rIns="36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200"/>
              <a:t>Ciclo de vida do produto</a:t>
            </a:r>
          </a:p>
        </p:txBody>
      </p:sp>
      <p:cxnSp>
        <p:nvCxnSpPr>
          <p:cNvPr id="59466" name="AutoShape 183">
            <a:extLst>
              <a:ext uri="{FF2B5EF4-FFF2-40B4-BE49-F238E27FC236}">
                <a16:creationId xmlns:a16="http://schemas.microsoft.com/office/drawing/2014/main" id="{BD51AED8-56F4-DE4D-8FB5-446749DF1076}"/>
              </a:ext>
            </a:extLst>
          </p:cNvPr>
          <p:cNvCxnSpPr>
            <a:cxnSpLocks noChangeShapeType="1"/>
            <a:stCxn id="59464" idx="1"/>
            <a:endCxn id="59465" idx="3"/>
          </p:cNvCxnSpPr>
          <p:nvPr/>
        </p:nvCxnSpPr>
        <p:spPr bwMode="auto">
          <a:xfrm rot="10800000" flipV="1">
            <a:off x="1339850" y="354013"/>
            <a:ext cx="473075" cy="1587"/>
          </a:xfrm>
          <a:prstGeom prst="bentConnector3">
            <a:avLst>
              <a:gd name="adj1" fmla="val 5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59467" name="AutoShape 184">
            <a:extLst>
              <a:ext uri="{FF2B5EF4-FFF2-40B4-BE49-F238E27FC236}">
                <a16:creationId xmlns:a16="http://schemas.microsoft.com/office/drawing/2014/main" id="{009DAC2B-DD71-7942-B5E9-8F8E3D5BCA12}"/>
              </a:ext>
            </a:extLst>
          </p:cNvPr>
          <p:cNvCxnSpPr>
            <a:cxnSpLocks noChangeShapeType="1"/>
            <a:stCxn id="59465" idx="1"/>
            <a:endCxn id="59399" idx="1"/>
          </p:cNvCxnSpPr>
          <p:nvPr/>
        </p:nvCxnSpPr>
        <p:spPr bwMode="auto">
          <a:xfrm rot="10800000" flipV="1">
            <a:off x="304800" y="355600"/>
            <a:ext cx="152400" cy="2041525"/>
          </a:xfrm>
          <a:prstGeom prst="bentConnector3">
            <a:avLst>
              <a:gd name="adj1" fmla="val 25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59468" name="AutoShape 185">
            <a:extLst>
              <a:ext uri="{FF2B5EF4-FFF2-40B4-BE49-F238E27FC236}">
                <a16:creationId xmlns:a16="http://schemas.microsoft.com/office/drawing/2014/main" id="{52F5D2A4-4DEF-D344-907E-06270631CE64}"/>
              </a:ext>
            </a:extLst>
          </p:cNvPr>
          <p:cNvCxnSpPr>
            <a:cxnSpLocks noChangeShapeType="1"/>
            <a:stCxn id="59464" idx="2"/>
            <a:endCxn id="59400" idx="0"/>
          </p:cNvCxnSpPr>
          <p:nvPr/>
        </p:nvCxnSpPr>
        <p:spPr bwMode="auto">
          <a:xfrm rot="5400000">
            <a:off x="1231107" y="148431"/>
            <a:ext cx="760412" cy="1546225"/>
          </a:xfrm>
          <a:prstGeom prst="bentConnector3">
            <a:avLst>
              <a:gd name="adj1" fmla="val 49894"/>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a:extLst>
              <a:ext uri="{FF2B5EF4-FFF2-40B4-BE49-F238E27FC236}">
                <a16:creationId xmlns:a16="http://schemas.microsoft.com/office/drawing/2014/main" id="{8B3D4962-85CA-A449-9FE3-53F01F84A62B}"/>
              </a:ext>
            </a:extLst>
          </p:cNvPr>
          <p:cNvSpPr>
            <a:spLocks noGrp="1" noChangeArrowheads="1"/>
          </p:cNvSpPr>
          <p:nvPr>
            <p:ph type="title"/>
          </p:nvPr>
        </p:nvSpPr>
        <p:spPr/>
        <p:txBody>
          <a:bodyPr/>
          <a:lstStyle/>
          <a:p>
            <a:pPr eaLnBrk="1" hangingPunct="1"/>
            <a:r>
              <a:rPr lang="pt-BR" altLang="pt-BR">
                <a:ea typeface="ＭＳ Ｐゴシック" panose="020B0600070205080204" pitchFamily="34" charset="-128"/>
              </a:rPr>
              <a:t>Conceitos básicos para entendimento da fase de projeto detalhado</a:t>
            </a:r>
          </a:p>
        </p:txBody>
      </p:sp>
      <p:sp>
        <p:nvSpPr>
          <p:cNvPr id="61442" name="Rectangle 3">
            <a:extLst>
              <a:ext uri="{FF2B5EF4-FFF2-40B4-BE49-F238E27FC236}">
                <a16:creationId xmlns:a16="http://schemas.microsoft.com/office/drawing/2014/main" id="{E702BCA4-BA3A-5C4C-9FAF-7A2BC51D1EB1}"/>
              </a:ext>
            </a:extLst>
          </p:cNvPr>
          <p:cNvSpPr>
            <a:spLocks noGrp="1" noChangeArrowheads="1"/>
          </p:cNvSpPr>
          <p:nvPr>
            <p:ph type="body" idx="1"/>
          </p:nvPr>
        </p:nvSpPr>
        <p:spPr>
          <a:xfrm>
            <a:off x="112713" y="887413"/>
            <a:ext cx="8574087" cy="5815012"/>
          </a:xfrm>
        </p:spPr>
        <p:txBody>
          <a:bodyPr/>
          <a:lstStyle/>
          <a:p>
            <a:pPr eaLnBrk="1" hangingPunct="1"/>
            <a:r>
              <a:rPr lang="pt-BR" altLang="pt-BR">
                <a:ea typeface="ＭＳ Ｐゴシック" panose="020B0600070205080204" pitchFamily="34" charset="-128"/>
              </a:rPr>
              <a:t>Ciclos do projeto detalhado (construir – testar – otimizar)</a:t>
            </a:r>
          </a:p>
          <a:p>
            <a:pPr lvl="1" eaLnBrk="1" hangingPunct="1"/>
            <a:r>
              <a:rPr lang="pt-BR" altLang="pt-BR">
                <a:ea typeface="ＭＳ Ｐゴシック" panose="020B0600070205080204" pitchFamily="34" charset="-128"/>
              </a:rPr>
              <a:t>Ciclo de detalhamento</a:t>
            </a:r>
          </a:p>
          <a:p>
            <a:pPr lvl="1" eaLnBrk="1" hangingPunct="1"/>
            <a:r>
              <a:rPr lang="pt-BR" altLang="pt-BR">
                <a:ea typeface="ＭＳ Ｐゴシック" panose="020B0600070205080204" pitchFamily="34" charset="-128"/>
              </a:rPr>
              <a:t>Ciclo de aquisição</a:t>
            </a:r>
          </a:p>
          <a:p>
            <a:pPr lvl="1" eaLnBrk="1" hangingPunct="1"/>
            <a:r>
              <a:rPr lang="pt-BR" altLang="pt-BR">
                <a:ea typeface="ＭＳ Ｐゴシック" panose="020B0600070205080204" pitchFamily="34" charset="-128"/>
              </a:rPr>
              <a:t>Ciclo de otimização </a:t>
            </a:r>
          </a:p>
          <a:p>
            <a:pPr eaLnBrk="1" hangingPunct="1"/>
            <a:r>
              <a:rPr lang="pt-BR" altLang="pt-BR">
                <a:ea typeface="ＭＳ Ｐゴシック" panose="020B0600070205080204" pitchFamily="34" charset="-128"/>
              </a:rPr>
              <a:t>Integração com o projeto conceitual</a:t>
            </a:r>
          </a:p>
          <a:p>
            <a:pPr lvl="1" eaLnBrk="1" hangingPunct="1"/>
            <a:r>
              <a:rPr lang="pt-BR" altLang="pt-BR">
                <a:ea typeface="ＭＳ Ｐゴシック" panose="020B0600070205080204" pitchFamily="34" charset="-128"/>
              </a:rPr>
              <a:t>Depende do grau de novidade e complexidade do produto</a:t>
            </a:r>
          </a:p>
          <a:p>
            <a:pPr eaLnBrk="1" hangingPunct="1"/>
            <a:r>
              <a:rPr lang="pt-BR" altLang="pt-BR">
                <a:ea typeface="ＭＳ Ｐゴシック" panose="020B0600070205080204" pitchFamily="34" charset="-128"/>
              </a:rPr>
              <a:t>Projeto preliminar</a:t>
            </a:r>
          </a:p>
          <a:p>
            <a:pPr eaLnBrk="1" hangingPunct="1"/>
            <a:r>
              <a:rPr lang="pt-BR" altLang="pt-BR">
                <a:ea typeface="ＭＳ Ｐゴシック" panose="020B0600070205080204" pitchFamily="34" charset="-128"/>
              </a:rPr>
              <a:t>Termos utilizados na fase de projeto detalhado (complementar aos termos das fases anteriores)</a:t>
            </a:r>
          </a:p>
          <a:p>
            <a:pPr eaLnBrk="1" hangingPunct="1"/>
            <a:r>
              <a:rPr lang="pt-BR" altLang="pt-BR">
                <a:solidFill>
                  <a:srgbClr val="FF3300"/>
                </a:solidFill>
                <a:ea typeface="ＭＳ Ｐゴシック" panose="020B0600070205080204" pitchFamily="34" charset="-128"/>
              </a:rPr>
              <a:t>Recordar relacionamento com fornecedores</a:t>
            </a:r>
          </a:p>
          <a:p>
            <a:pPr eaLnBrk="1" hangingPunct="1"/>
            <a:endParaRPr lang="pt-BR" altLang="pt-BR">
              <a:solidFill>
                <a:srgbClr val="FF3300"/>
              </a:solidFill>
              <a:ea typeface="ＭＳ Ｐゴシック" panose="020B0600070205080204" pitchFamily="34" charset="-128"/>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a:extLst>
              <a:ext uri="{FF2B5EF4-FFF2-40B4-BE49-F238E27FC236}">
                <a16:creationId xmlns:a16="http://schemas.microsoft.com/office/drawing/2014/main" id="{399F4093-D031-C343-9B3A-D85DBC4DBEA9}"/>
              </a:ext>
            </a:extLst>
          </p:cNvPr>
          <p:cNvSpPr>
            <a:spLocks noGrp="1" noChangeArrowheads="1"/>
          </p:cNvSpPr>
          <p:nvPr>
            <p:ph type="title"/>
          </p:nvPr>
        </p:nvSpPr>
        <p:spPr/>
        <p:txBody>
          <a:bodyPr/>
          <a:lstStyle/>
          <a:p>
            <a:pPr eaLnBrk="1" hangingPunct="1"/>
            <a:r>
              <a:rPr lang="pt-BR" altLang="pt-BR" sz="2000">
                <a:ea typeface="ＭＳ Ｐゴシック" panose="020B0600070205080204" pitchFamily="34" charset="-128"/>
              </a:rPr>
              <a:t>Definição de papéis na cadeia de suprimentos</a:t>
            </a:r>
          </a:p>
        </p:txBody>
      </p:sp>
      <p:grpSp>
        <p:nvGrpSpPr>
          <p:cNvPr id="63490" name="Group 3">
            <a:extLst>
              <a:ext uri="{FF2B5EF4-FFF2-40B4-BE49-F238E27FC236}">
                <a16:creationId xmlns:a16="http://schemas.microsoft.com/office/drawing/2014/main" id="{C1D6701B-09D5-B743-A7A9-96BD9B3B1399}"/>
              </a:ext>
            </a:extLst>
          </p:cNvPr>
          <p:cNvGrpSpPr>
            <a:grpSpLocks/>
          </p:cNvGrpSpPr>
          <p:nvPr/>
        </p:nvGrpSpPr>
        <p:grpSpPr bwMode="auto">
          <a:xfrm>
            <a:off x="344488" y="895350"/>
            <a:ext cx="4121150" cy="5807076"/>
            <a:chOff x="1351" y="522"/>
            <a:chExt cx="2596" cy="3658"/>
          </a:xfrm>
        </p:grpSpPr>
        <p:sp>
          <p:nvSpPr>
            <p:cNvPr id="63492" name="Text Box 4">
              <a:extLst>
                <a:ext uri="{FF2B5EF4-FFF2-40B4-BE49-F238E27FC236}">
                  <a16:creationId xmlns:a16="http://schemas.microsoft.com/office/drawing/2014/main" id="{EA6DD14E-7C05-3B44-864A-C20D39F1A026}"/>
                </a:ext>
              </a:extLst>
            </p:cNvPr>
            <p:cNvSpPr txBox="1">
              <a:spLocks noChangeArrowheads="1"/>
            </p:cNvSpPr>
            <p:nvPr/>
          </p:nvSpPr>
          <p:spPr bwMode="auto">
            <a:xfrm>
              <a:off x="2904" y="3735"/>
              <a:ext cx="943" cy="445"/>
            </a:xfrm>
            <a:prstGeom prst="rect">
              <a:avLst/>
            </a:prstGeom>
            <a:solidFill>
              <a:schemeClr val="bg1"/>
            </a:solidFill>
            <a:ln w="3175">
              <a:solidFill>
                <a:schemeClr val="tx1"/>
              </a:solidFill>
              <a:miter lim="800000"/>
              <a:headEnd/>
              <a:tailEnd/>
            </a:ln>
          </p:spPr>
          <p:txBody>
            <a:bodyPr wrap="square"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800">
                  <a:solidFill>
                    <a:srgbClr val="000000"/>
                  </a:solidFill>
                </a:rPr>
                <a:t>Fornecedor</a:t>
              </a:r>
            </a:p>
            <a:p>
              <a:pPr algn="ctr" eaLnBrk="1" hangingPunct="1">
                <a:spcBef>
                  <a:spcPct val="50000"/>
                </a:spcBef>
                <a:buFontTx/>
                <a:buNone/>
              </a:pPr>
              <a:r>
                <a:rPr lang="pt-BR" altLang="pt-BR" sz="1800">
                  <a:solidFill>
                    <a:srgbClr val="000000"/>
                  </a:solidFill>
                </a:rPr>
                <a:t>de serviços</a:t>
              </a:r>
            </a:p>
          </p:txBody>
        </p:sp>
        <p:sp>
          <p:nvSpPr>
            <p:cNvPr id="63493" name="Text Box 5">
              <a:extLst>
                <a:ext uri="{FF2B5EF4-FFF2-40B4-BE49-F238E27FC236}">
                  <a16:creationId xmlns:a16="http://schemas.microsoft.com/office/drawing/2014/main" id="{831488DD-4F87-464D-9C86-3F0866999B4D}"/>
                </a:ext>
              </a:extLst>
            </p:cNvPr>
            <p:cNvSpPr txBox="1">
              <a:spLocks noChangeArrowheads="1"/>
            </p:cNvSpPr>
            <p:nvPr/>
          </p:nvSpPr>
          <p:spPr bwMode="auto">
            <a:xfrm>
              <a:off x="2176" y="522"/>
              <a:ext cx="1017" cy="436"/>
            </a:xfrm>
            <a:prstGeom prst="rect">
              <a:avLst/>
            </a:prstGeom>
            <a:solidFill>
              <a:schemeClr val="bg1"/>
            </a:solidFill>
            <a:ln w="3175">
              <a:solidFill>
                <a:schemeClr val="tx1"/>
              </a:solidFill>
              <a:miter lim="800000"/>
              <a:headEnd/>
              <a:tailEnd/>
            </a:ln>
          </p:spPr>
          <p:txBody>
            <a:bodyPr wrap="square"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800" dirty="0">
                  <a:solidFill>
                    <a:srgbClr val="000000"/>
                  </a:solidFill>
                </a:rPr>
                <a:t>Fornecedor</a:t>
              </a:r>
            </a:p>
            <a:p>
              <a:pPr algn="ctr" eaLnBrk="1" hangingPunct="1">
                <a:spcBef>
                  <a:spcPct val="50000"/>
                </a:spcBef>
                <a:buFontTx/>
                <a:buNone/>
              </a:pPr>
              <a:r>
                <a:rPr lang="pt-BR" altLang="pt-BR" sz="1800" dirty="0">
                  <a:solidFill>
                    <a:srgbClr val="000000"/>
                  </a:solidFill>
                </a:rPr>
                <a:t>de tecnologia</a:t>
              </a:r>
            </a:p>
          </p:txBody>
        </p:sp>
        <p:sp>
          <p:nvSpPr>
            <p:cNvPr id="63494" name="Text Box 6">
              <a:extLst>
                <a:ext uri="{FF2B5EF4-FFF2-40B4-BE49-F238E27FC236}">
                  <a16:creationId xmlns:a16="http://schemas.microsoft.com/office/drawing/2014/main" id="{64411BE9-C4F6-D448-AC82-7023DA09CD29}"/>
                </a:ext>
              </a:extLst>
            </p:cNvPr>
            <p:cNvSpPr txBox="1">
              <a:spLocks noChangeArrowheads="1"/>
            </p:cNvSpPr>
            <p:nvPr/>
          </p:nvSpPr>
          <p:spPr bwMode="auto">
            <a:xfrm>
              <a:off x="1351" y="3735"/>
              <a:ext cx="943" cy="445"/>
            </a:xfrm>
            <a:prstGeom prst="rect">
              <a:avLst/>
            </a:prstGeom>
            <a:solidFill>
              <a:schemeClr val="bg1"/>
            </a:solidFill>
            <a:ln w="3175">
              <a:solidFill>
                <a:schemeClr val="tx1"/>
              </a:solidFill>
              <a:miter lim="800000"/>
              <a:headEnd/>
              <a:tailEnd/>
            </a:ln>
          </p:spPr>
          <p:txBody>
            <a:bodyPr wrap="square"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800">
                  <a:solidFill>
                    <a:srgbClr val="000000"/>
                  </a:solidFill>
                </a:rPr>
                <a:t>Fornecedor</a:t>
              </a:r>
            </a:p>
            <a:p>
              <a:pPr algn="ctr" eaLnBrk="1" hangingPunct="1">
                <a:spcBef>
                  <a:spcPct val="50000"/>
                </a:spcBef>
                <a:buFontTx/>
                <a:buNone/>
              </a:pPr>
              <a:r>
                <a:rPr lang="pt-BR" altLang="pt-BR" sz="1800">
                  <a:solidFill>
                    <a:srgbClr val="000000"/>
                  </a:solidFill>
                </a:rPr>
                <a:t>de material</a:t>
              </a:r>
            </a:p>
          </p:txBody>
        </p:sp>
        <p:grpSp>
          <p:nvGrpSpPr>
            <p:cNvPr id="63495" name="Group 7">
              <a:extLst>
                <a:ext uri="{FF2B5EF4-FFF2-40B4-BE49-F238E27FC236}">
                  <a16:creationId xmlns:a16="http://schemas.microsoft.com/office/drawing/2014/main" id="{E5E911C6-1876-F74D-AA37-3C4B51B67AB0}"/>
                </a:ext>
              </a:extLst>
            </p:cNvPr>
            <p:cNvGrpSpPr>
              <a:grpSpLocks/>
            </p:cNvGrpSpPr>
            <p:nvPr/>
          </p:nvGrpSpPr>
          <p:grpSpPr bwMode="auto">
            <a:xfrm>
              <a:off x="1359" y="1169"/>
              <a:ext cx="2588" cy="2371"/>
              <a:chOff x="1359" y="1169"/>
              <a:chExt cx="2588" cy="2371"/>
            </a:xfrm>
          </p:grpSpPr>
          <p:sp>
            <p:nvSpPr>
              <p:cNvPr id="63501" name="Rectangle 10">
                <a:extLst>
                  <a:ext uri="{FF2B5EF4-FFF2-40B4-BE49-F238E27FC236}">
                    <a16:creationId xmlns:a16="http://schemas.microsoft.com/office/drawing/2014/main" id="{FD290F9F-46C6-0448-B5DB-2B9D132A5BA7}"/>
                  </a:ext>
                </a:extLst>
              </p:cNvPr>
              <p:cNvSpPr>
                <a:spLocks noChangeArrowheads="1"/>
              </p:cNvSpPr>
              <p:nvPr/>
            </p:nvSpPr>
            <p:spPr bwMode="auto">
              <a:xfrm>
                <a:off x="1359" y="1169"/>
                <a:ext cx="2588" cy="2371"/>
              </a:xfrm>
              <a:prstGeom prst="rect">
                <a:avLst/>
              </a:prstGeom>
              <a:solidFill>
                <a:srgbClr val="CCFFFF"/>
              </a:solidFill>
              <a:ln w="3175">
                <a:solidFill>
                  <a:schemeClr val="tx1"/>
                </a:solidFill>
                <a:miter lim="800000"/>
                <a:headEnd/>
                <a:tailEnd/>
              </a:ln>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cxnSp>
            <p:nvCxnSpPr>
              <p:cNvPr id="63511" name="AutoShape 20">
                <a:extLst>
                  <a:ext uri="{FF2B5EF4-FFF2-40B4-BE49-F238E27FC236}">
                    <a16:creationId xmlns:a16="http://schemas.microsoft.com/office/drawing/2014/main" id="{47ECAFD4-E1E5-9E4C-8DEC-D450A9C68B77}"/>
                  </a:ext>
                </a:extLst>
              </p:cNvPr>
              <p:cNvCxnSpPr>
                <a:cxnSpLocks noChangeShapeType="1"/>
                <a:stCxn id="63504" idx="3"/>
                <a:endCxn id="63502" idx="3"/>
              </p:cNvCxnSpPr>
              <p:nvPr/>
            </p:nvCxnSpPr>
            <p:spPr bwMode="auto">
              <a:xfrm flipH="1" flipV="1">
                <a:off x="3128" y="1443"/>
                <a:ext cx="65" cy="1797"/>
              </a:xfrm>
              <a:prstGeom prst="bentConnector3">
                <a:avLst>
                  <a:gd name="adj1" fmla="val -221537"/>
                </a:avLst>
              </a:prstGeom>
              <a:noFill/>
              <a:ln w="317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63502" name="Text Box 11">
                <a:extLst>
                  <a:ext uri="{FF2B5EF4-FFF2-40B4-BE49-F238E27FC236}">
                    <a16:creationId xmlns:a16="http://schemas.microsoft.com/office/drawing/2014/main" id="{42F6281F-6FE8-FA42-A7F1-67933BD9AE1F}"/>
                  </a:ext>
                </a:extLst>
              </p:cNvPr>
              <p:cNvSpPr txBox="1">
                <a:spLocks noChangeArrowheads="1"/>
              </p:cNvSpPr>
              <p:nvPr/>
            </p:nvSpPr>
            <p:spPr bwMode="auto">
              <a:xfrm>
                <a:off x="2428" y="1355"/>
                <a:ext cx="700" cy="175"/>
              </a:xfrm>
              <a:prstGeom prst="rect">
                <a:avLst/>
              </a:prstGeom>
              <a:solidFill>
                <a:schemeClr val="bg1"/>
              </a:solidFill>
              <a:ln w="3175">
                <a:solidFill>
                  <a:schemeClr val="tx1"/>
                </a:solidFill>
                <a:miter lim="800000"/>
                <a:headEnd/>
                <a:tailEnd/>
              </a:ln>
            </p:spPr>
            <p:txBody>
              <a:bodyPr wrap="none"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800">
                    <a:solidFill>
                      <a:srgbClr val="000000"/>
                    </a:solidFill>
                  </a:rPr>
                  <a:t>Montador</a:t>
                </a:r>
              </a:p>
            </p:txBody>
          </p:sp>
          <p:sp>
            <p:nvSpPr>
              <p:cNvPr id="63503" name="Text Box 12">
                <a:extLst>
                  <a:ext uri="{FF2B5EF4-FFF2-40B4-BE49-F238E27FC236}">
                    <a16:creationId xmlns:a16="http://schemas.microsoft.com/office/drawing/2014/main" id="{67BA0EC5-659F-0441-8F80-28EC1F26BF09}"/>
                  </a:ext>
                </a:extLst>
              </p:cNvPr>
              <p:cNvSpPr txBox="1">
                <a:spLocks noChangeArrowheads="1"/>
              </p:cNvSpPr>
              <p:nvPr/>
            </p:nvSpPr>
            <p:spPr bwMode="auto">
              <a:xfrm>
                <a:off x="1424" y="1780"/>
                <a:ext cx="1100" cy="698"/>
              </a:xfrm>
              <a:prstGeom prst="rect">
                <a:avLst/>
              </a:prstGeom>
              <a:solidFill>
                <a:schemeClr val="bg1"/>
              </a:solidFill>
              <a:ln w="3175">
                <a:solidFill>
                  <a:schemeClr val="tx1"/>
                </a:solidFill>
                <a:miter lim="800000"/>
                <a:headEnd/>
                <a:tailEnd/>
              </a:ln>
            </p:spPr>
            <p:txBody>
              <a:bodyPr wrap="square"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800">
                    <a:solidFill>
                      <a:srgbClr val="000000"/>
                    </a:solidFill>
                  </a:rPr>
                  <a:t>Fornecedor de </a:t>
                </a:r>
              </a:p>
              <a:p>
                <a:pPr algn="ctr" eaLnBrk="1" hangingPunct="1">
                  <a:spcBef>
                    <a:spcPct val="50000"/>
                  </a:spcBef>
                  <a:buFontTx/>
                  <a:buNone/>
                </a:pPr>
                <a:r>
                  <a:rPr lang="pt-BR" altLang="pt-BR" sz="1800">
                    <a:solidFill>
                      <a:srgbClr val="000000"/>
                    </a:solidFill>
                  </a:rPr>
                  <a:t>equipamentos</a:t>
                </a:r>
              </a:p>
              <a:p>
                <a:pPr algn="ctr" eaLnBrk="1" hangingPunct="1">
                  <a:spcBef>
                    <a:spcPct val="50000"/>
                  </a:spcBef>
                  <a:buFontTx/>
                  <a:buNone/>
                </a:pPr>
                <a:r>
                  <a:rPr lang="pt-BR" altLang="pt-BR" sz="1800">
                    <a:solidFill>
                      <a:srgbClr val="000000"/>
                    </a:solidFill>
                  </a:rPr>
                  <a:t>e ferramental</a:t>
                </a:r>
              </a:p>
            </p:txBody>
          </p:sp>
          <p:sp>
            <p:nvSpPr>
              <p:cNvPr id="63504" name="Text Box 13">
                <a:extLst>
                  <a:ext uri="{FF2B5EF4-FFF2-40B4-BE49-F238E27FC236}">
                    <a16:creationId xmlns:a16="http://schemas.microsoft.com/office/drawing/2014/main" id="{4B0CBDB3-54F4-1142-9A94-9FE355D7CE2A}"/>
                  </a:ext>
                </a:extLst>
              </p:cNvPr>
              <p:cNvSpPr txBox="1">
                <a:spLocks noChangeArrowheads="1"/>
              </p:cNvSpPr>
              <p:nvPr/>
            </p:nvSpPr>
            <p:spPr bwMode="auto">
              <a:xfrm>
                <a:off x="2054" y="3022"/>
                <a:ext cx="1139" cy="436"/>
              </a:xfrm>
              <a:prstGeom prst="rect">
                <a:avLst/>
              </a:prstGeom>
              <a:solidFill>
                <a:schemeClr val="bg1"/>
              </a:solidFill>
              <a:ln w="3175">
                <a:solidFill>
                  <a:schemeClr val="tx1"/>
                </a:solidFill>
                <a:miter lim="800000"/>
                <a:headEnd/>
                <a:tailEnd/>
              </a:ln>
            </p:spPr>
            <p:txBody>
              <a:bodyPr wrap="square"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800" dirty="0">
                    <a:solidFill>
                      <a:srgbClr val="000000"/>
                    </a:solidFill>
                  </a:rPr>
                  <a:t>Fornecedor</a:t>
                </a:r>
              </a:p>
              <a:p>
                <a:pPr algn="ctr" eaLnBrk="1" hangingPunct="1">
                  <a:spcBef>
                    <a:spcPct val="50000"/>
                  </a:spcBef>
                  <a:buFontTx/>
                  <a:buNone/>
                </a:pPr>
                <a:r>
                  <a:rPr lang="pt-BR" altLang="pt-BR" sz="1800" dirty="0">
                    <a:solidFill>
                      <a:srgbClr val="000000"/>
                    </a:solidFill>
                  </a:rPr>
                  <a:t>de </a:t>
                </a:r>
                <a:r>
                  <a:rPr lang="pt-BR" altLang="pt-BR" sz="1800" i="1" dirty="0">
                    <a:solidFill>
                      <a:srgbClr val="000000"/>
                    </a:solidFill>
                  </a:rPr>
                  <a:t>commodities</a:t>
                </a:r>
              </a:p>
            </p:txBody>
          </p:sp>
          <p:sp>
            <p:nvSpPr>
              <p:cNvPr id="63505" name="Text Box 14">
                <a:extLst>
                  <a:ext uri="{FF2B5EF4-FFF2-40B4-BE49-F238E27FC236}">
                    <a16:creationId xmlns:a16="http://schemas.microsoft.com/office/drawing/2014/main" id="{E3F1142A-A388-904C-82E5-16C1975CC69D}"/>
                  </a:ext>
                </a:extLst>
              </p:cNvPr>
              <p:cNvSpPr txBox="1">
                <a:spLocks noChangeArrowheads="1"/>
              </p:cNvSpPr>
              <p:nvPr/>
            </p:nvSpPr>
            <p:spPr bwMode="auto">
              <a:xfrm>
                <a:off x="2779" y="1873"/>
                <a:ext cx="888" cy="436"/>
              </a:xfrm>
              <a:prstGeom prst="rect">
                <a:avLst/>
              </a:prstGeom>
              <a:solidFill>
                <a:schemeClr val="bg1"/>
              </a:solidFill>
              <a:ln w="3175">
                <a:solidFill>
                  <a:schemeClr val="tx1"/>
                </a:solidFill>
                <a:miter lim="800000"/>
                <a:headEnd/>
                <a:tailEnd/>
              </a:ln>
            </p:spPr>
            <p:txBody>
              <a:bodyPr wrap="square"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800">
                    <a:solidFill>
                      <a:srgbClr val="000000"/>
                    </a:solidFill>
                  </a:rPr>
                  <a:t>Fornecedor</a:t>
                </a:r>
              </a:p>
              <a:p>
                <a:pPr algn="ctr" eaLnBrk="1" hangingPunct="1">
                  <a:spcBef>
                    <a:spcPct val="50000"/>
                  </a:spcBef>
                  <a:buFontTx/>
                  <a:buNone/>
                </a:pPr>
                <a:r>
                  <a:rPr lang="pt-BR" altLang="pt-BR" sz="1800">
                    <a:solidFill>
                      <a:srgbClr val="000000"/>
                    </a:solidFill>
                  </a:rPr>
                  <a:t>de 1º nível</a:t>
                </a:r>
              </a:p>
            </p:txBody>
          </p:sp>
          <p:sp>
            <p:nvSpPr>
              <p:cNvPr id="63506" name="Text Box 15">
                <a:extLst>
                  <a:ext uri="{FF2B5EF4-FFF2-40B4-BE49-F238E27FC236}">
                    <a16:creationId xmlns:a16="http://schemas.microsoft.com/office/drawing/2014/main" id="{FB367BBF-8020-4140-9848-40F039585FAA}"/>
                  </a:ext>
                </a:extLst>
              </p:cNvPr>
              <p:cNvSpPr txBox="1">
                <a:spLocks noChangeArrowheads="1"/>
              </p:cNvSpPr>
              <p:nvPr/>
            </p:nvSpPr>
            <p:spPr bwMode="auto">
              <a:xfrm>
                <a:off x="2780" y="2530"/>
                <a:ext cx="905" cy="436"/>
              </a:xfrm>
              <a:prstGeom prst="rect">
                <a:avLst/>
              </a:prstGeom>
              <a:solidFill>
                <a:schemeClr val="bg1"/>
              </a:solidFill>
              <a:ln w="3175">
                <a:solidFill>
                  <a:schemeClr val="tx1"/>
                </a:solidFill>
                <a:miter lim="800000"/>
                <a:headEnd/>
                <a:tailEnd/>
              </a:ln>
            </p:spPr>
            <p:txBody>
              <a:bodyPr wrap="square"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800">
                    <a:solidFill>
                      <a:srgbClr val="000000"/>
                    </a:solidFill>
                  </a:rPr>
                  <a:t>Fornecedor</a:t>
                </a:r>
              </a:p>
              <a:p>
                <a:pPr algn="ctr" eaLnBrk="1" hangingPunct="1">
                  <a:spcBef>
                    <a:spcPct val="50000"/>
                  </a:spcBef>
                  <a:buFontTx/>
                  <a:buNone/>
                </a:pPr>
                <a:r>
                  <a:rPr lang="pt-BR" altLang="pt-BR" sz="1800">
                    <a:solidFill>
                      <a:srgbClr val="000000"/>
                    </a:solidFill>
                  </a:rPr>
                  <a:t>de 2º nível</a:t>
                </a:r>
              </a:p>
            </p:txBody>
          </p:sp>
          <p:cxnSp>
            <p:nvCxnSpPr>
              <p:cNvPr id="63507" name="AutoShape 16">
                <a:extLst>
                  <a:ext uri="{FF2B5EF4-FFF2-40B4-BE49-F238E27FC236}">
                    <a16:creationId xmlns:a16="http://schemas.microsoft.com/office/drawing/2014/main" id="{C2D08B7A-D451-1840-BCB1-DA8CE30482AB}"/>
                  </a:ext>
                </a:extLst>
              </p:cNvPr>
              <p:cNvCxnSpPr>
                <a:cxnSpLocks noChangeShapeType="1"/>
                <a:stCxn id="63503" idx="0"/>
                <a:endCxn id="63502" idx="1"/>
              </p:cNvCxnSpPr>
              <p:nvPr/>
            </p:nvCxnSpPr>
            <p:spPr bwMode="auto">
              <a:xfrm rot="5400000" flipH="1" flipV="1">
                <a:off x="2032" y="1384"/>
                <a:ext cx="337" cy="454"/>
              </a:xfrm>
              <a:prstGeom prst="bentConnector2">
                <a:avLst/>
              </a:prstGeom>
              <a:noFill/>
              <a:ln w="317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3508" name="AutoShape 17">
                <a:extLst>
                  <a:ext uri="{FF2B5EF4-FFF2-40B4-BE49-F238E27FC236}">
                    <a16:creationId xmlns:a16="http://schemas.microsoft.com/office/drawing/2014/main" id="{8B27D85D-CEF7-6844-A8A5-3EDFB9D83235}"/>
                  </a:ext>
                </a:extLst>
              </p:cNvPr>
              <p:cNvCxnSpPr>
                <a:cxnSpLocks noChangeShapeType="1"/>
                <a:stCxn id="63505" idx="0"/>
                <a:endCxn id="63502" idx="2"/>
              </p:cNvCxnSpPr>
              <p:nvPr/>
            </p:nvCxnSpPr>
            <p:spPr bwMode="auto">
              <a:xfrm rot="16200000" flipV="1">
                <a:off x="2829" y="1479"/>
                <a:ext cx="343" cy="445"/>
              </a:xfrm>
              <a:prstGeom prst="bentConnector3">
                <a:avLst>
                  <a:gd name="adj1" fmla="val 50000"/>
                </a:avLst>
              </a:prstGeom>
              <a:noFill/>
              <a:ln w="317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3509" name="AutoShape 18">
                <a:extLst>
                  <a:ext uri="{FF2B5EF4-FFF2-40B4-BE49-F238E27FC236}">
                    <a16:creationId xmlns:a16="http://schemas.microsoft.com/office/drawing/2014/main" id="{47CC5BCA-3C75-A248-B1C2-D4B4BE14CC9F}"/>
                  </a:ext>
                </a:extLst>
              </p:cNvPr>
              <p:cNvCxnSpPr>
                <a:cxnSpLocks noChangeShapeType="1"/>
                <a:stCxn id="63506" idx="0"/>
                <a:endCxn id="63505" idx="2"/>
              </p:cNvCxnSpPr>
              <p:nvPr/>
            </p:nvCxnSpPr>
            <p:spPr bwMode="auto">
              <a:xfrm flipH="1" flipV="1">
                <a:off x="3223" y="2309"/>
                <a:ext cx="10" cy="221"/>
              </a:xfrm>
              <a:prstGeom prst="straightConnector1">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3510" name="AutoShape 19">
                <a:extLst>
                  <a:ext uri="{FF2B5EF4-FFF2-40B4-BE49-F238E27FC236}">
                    <a16:creationId xmlns:a16="http://schemas.microsoft.com/office/drawing/2014/main" id="{5F985BDC-BC0B-514A-BE9A-297C4A6F3102}"/>
                  </a:ext>
                </a:extLst>
              </p:cNvPr>
              <p:cNvCxnSpPr>
                <a:cxnSpLocks noChangeShapeType="1"/>
                <a:stCxn id="63505" idx="1"/>
                <a:endCxn id="63503" idx="3"/>
              </p:cNvCxnSpPr>
              <p:nvPr/>
            </p:nvCxnSpPr>
            <p:spPr bwMode="auto">
              <a:xfrm flipH="1">
                <a:off x="2524" y="2091"/>
                <a:ext cx="255" cy="38"/>
              </a:xfrm>
              <a:prstGeom prst="straightConnector1">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3512" name="AutoShape 21">
                <a:extLst>
                  <a:ext uri="{FF2B5EF4-FFF2-40B4-BE49-F238E27FC236}">
                    <a16:creationId xmlns:a16="http://schemas.microsoft.com/office/drawing/2014/main" id="{A4137893-7EB0-474E-924B-2B05081F52B1}"/>
                  </a:ext>
                </a:extLst>
              </p:cNvPr>
              <p:cNvCxnSpPr>
                <a:cxnSpLocks noChangeShapeType="1"/>
                <a:stCxn id="63504" idx="3"/>
                <a:endCxn id="63505" idx="3"/>
              </p:cNvCxnSpPr>
              <p:nvPr/>
            </p:nvCxnSpPr>
            <p:spPr bwMode="auto">
              <a:xfrm flipV="1">
                <a:off x="3193" y="2091"/>
                <a:ext cx="474" cy="1149"/>
              </a:xfrm>
              <a:prstGeom prst="bentConnector3">
                <a:avLst>
                  <a:gd name="adj1" fmla="val 130380"/>
                </a:avLst>
              </a:prstGeom>
              <a:noFill/>
              <a:ln w="317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3513" name="AutoShape 22">
                <a:extLst>
                  <a:ext uri="{FF2B5EF4-FFF2-40B4-BE49-F238E27FC236}">
                    <a16:creationId xmlns:a16="http://schemas.microsoft.com/office/drawing/2014/main" id="{75CD635B-9D1A-4D45-A8CB-DF8EF92ECBDA}"/>
                  </a:ext>
                </a:extLst>
              </p:cNvPr>
              <p:cNvCxnSpPr>
                <a:cxnSpLocks noChangeShapeType="1"/>
                <a:stCxn id="63504" idx="3"/>
                <a:endCxn id="63506" idx="3"/>
              </p:cNvCxnSpPr>
              <p:nvPr/>
            </p:nvCxnSpPr>
            <p:spPr bwMode="auto">
              <a:xfrm flipV="1">
                <a:off x="3193" y="2748"/>
                <a:ext cx="492" cy="492"/>
              </a:xfrm>
              <a:prstGeom prst="bentConnector3">
                <a:avLst>
                  <a:gd name="adj1" fmla="val 129268"/>
                </a:avLst>
              </a:prstGeom>
              <a:noFill/>
              <a:ln w="317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3514" name="AutoShape 23">
                <a:extLst>
                  <a:ext uri="{FF2B5EF4-FFF2-40B4-BE49-F238E27FC236}">
                    <a16:creationId xmlns:a16="http://schemas.microsoft.com/office/drawing/2014/main" id="{57ED447C-4D0E-884D-8EBD-977CD5178C57}"/>
                  </a:ext>
                </a:extLst>
              </p:cNvPr>
              <p:cNvCxnSpPr>
                <a:cxnSpLocks noChangeShapeType="1"/>
                <a:stCxn id="63504" idx="1"/>
                <a:endCxn id="63503" idx="2"/>
              </p:cNvCxnSpPr>
              <p:nvPr/>
            </p:nvCxnSpPr>
            <p:spPr bwMode="auto">
              <a:xfrm rot="10800000">
                <a:off x="1974" y="2478"/>
                <a:ext cx="80" cy="762"/>
              </a:xfrm>
              <a:prstGeom prst="bentConnector2">
                <a:avLst/>
              </a:prstGeom>
              <a:noFill/>
              <a:ln w="3175">
                <a:solidFill>
                  <a:schemeClr val="tx1"/>
                </a:solidFill>
                <a:miter lim="800000"/>
                <a:headEnd/>
                <a:tailEnd type="triangle" w="med" len="med"/>
              </a:ln>
              <a:extLst>
                <a:ext uri="{909E8E84-426E-40DD-AFC4-6F175D3DCCD1}">
                  <a14:hiddenFill xmlns:a14="http://schemas.microsoft.com/office/drawing/2010/main">
                    <a:noFill/>
                  </a14:hiddenFill>
                </a:ext>
              </a:extLst>
            </p:spPr>
          </p:cxnSp>
        </p:grpSp>
        <p:cxnSp>
          <p:nvCxnSpPr>
            <p:cNvPr id="63496" name="AutoShape 24">
              <a:extLst>
                <a:ext uri="{FF2B5EF4-FFF2-40B4-BE49-F238E27FC236}">
                  <a16:creationId xmlns:a16="http://schemas.microsoft.com/office/drawing/2014/main" id="{CFDA503E-113B-A44A-96B7-2CCECD9328B1}"/>
                </a:ext>
              </a:extLst>
            </p:cNvPr>
            <p:cNvCxnSpPr>
              <a:cxnSpLocks noChangeShapeType="1"/>
              <a:stCxn id="63493" idx="2"/>
              <a:endCxn id="63501" idx="0"/>
            </p:cNvCxnSpPr>
            <p:nvPr/>
          </p:nvCxnSpPr>
          <p:spPr bwMode="auto">
            <a:xfrm flipH="1">
              <a:off x="2653" y="958"/>
              <a:ext cx="32" cy="211"/>
            </a:xfrm>
            <a:prstGeom prst="straightConnector1">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3497" name="AutoShape 25">
              <a:extLst>
                <a:ext uri="{FF2B5EF4-FFF2-40B4-BE49-F238E27FC236}">
                  <a16:creationId xmlns:a16="http://schemas.microsoft.com/office/drawing/2014/main" id="{D6609DB4-CDD3-9F45-BB18-ABC4D3CC5A19}"/>
                </a:ext>
              </a:extLst>
            </p:cNvPr>
            <p:cNvCxnSpPr>
              <a:cxnSpLocks noChangeShapeType="1"/>
              <a:stCxn id="63492" idx="0"/>
            </p:cNvCxnSpPr>
            <p:nvPr/>
          </p:nvCxnSpPr>
          <p:spPr bwMode="auto">
            <a:xfrm flipV="1">
              <a:off x="3376" y="3532"/>
              <a:ext cx="51" cy="203"/>
            </a:xfrm>
            <a:prstGeom prst="straightConnector1">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3498" name="AutoShape 26">
              <a:extLst>
                <a:ext uri="{FF2B5EF4-FFF2-40B4-BE49-F238E27FC236}">
                  <a16:creationId xmlns:a16="http://schemas.microsoft.com/office/drawing/2014/main" id="{6B79A19B-7481-1547-9469-91D9A6E5C389}"/>
                </a:ext>
              </a:extLst>
            </p:cNvPr>
            <p:cNvCxnSpPr>
              <a:cxnSpLocks noChangeShapeType="1"/>
              <a:stCxn id="63494" idx="0"/>
            </p:cNvCxnSpPr>
            <p:nvPr/>
          </p:nvCxnSpPr>
          <p:spPr bwMode="auto">
            <a:xfrm flipH="1" flipV="1">
              <a:off x="1765" y="3532"/>
              <a:ext cx="58" cy="203"/>
            </a:xfrm>
            <a:prstGeom prst="straightConnector1">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63491" name="Text Box 27">
            <a:extLst>
              <a:ext uri="{FF2B5EF4-FFF2-40B4-BE49-F238E27FC236}">
                <a16:creationId xmlns:a16="http://schemas.microsoft.com/office/drawing/2014/main" id="{851CB397-F6F2-E142-9448-5F495263ABE2}"/>
              </a:ext>
            </a:extLst>
          </p:cNvPr>
          <p:cNvSpPr txBox="1">
            <a:spLocks noChangeArrowheads="1"/>
          </p:cNvSpPr>
          <p:nvPr/>
        </p:nvSpPr>
        <p:spPr bwMode="auto">
          <a:xfrm>
            <a:off x="5308600" y="2805113"/>
            <a:ext cx="3062288"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a:t>Ou seja, onde estamos na cadeia de suprimentos???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537" name="Group 2">
            <a:extLst>
              <a:ext uri="{FF2B5EF4-FFF2-40B4-BE49-F238E27FC236}">
                <a16:creationId xmlns:a16="http://schemas.microsoft.com/office/drawing/2014/main" id="{331B47B0-0E8A-0D4F-B9D1-F319D0FE92AD}"/>
              </a:ext>
            </a:extLst>
          </p:cNvPr>
          <p:cNvGrpSpPr>
            <a:grpSpLocks/>
          </p:cNvGrpSpPr>
          <p:nvPr/>
        </p:nvGrpSpPr>
        <p:grpSpPr bwMode="auto">
          <a:xfrm>
            <a:off x="879475" y="2425700"/>
            <a:ext cx="6938963" cy="812800"/>
            <a:chOff x="810" y="874"/>
            <a:chExt cx="4534" cy="591"/>
          </a:xfrm>
        </p:grpSpPr>
        <p:sp>
          <p:nvSpPr>
            <p:cNvPr id="65556" name="AutoShape 3">
              <a:extLst>
                <a:ext uri="{FF2B5EF4-FFF2-40B4-BE49-F238E27FC236}">
                  <a16:creationId xmlns:a16="http://schemas.microsoft.com/office/drawing/2014/main" id="{6564FD61-6BEB-AE40-AAF9-C8CCBCF4B7A5}"/>
                </a:ext>
              </a:extLst>
            </p:cNvPr>
            <p:cNvSpPr>
              <a:spLocks noChangeArrowheads="1"/>
            </p:cNvSpPr>
            <p:nvPr/>
          </p:nvSpPr>
          <p:spPr bwMode="auto">
            <a:xfrm>
              <a:off x="1676" y="874"/>
              <a:ext cx="3596" cy="188"/>
            </a:xfrm>
            <a:prstGeom prst="chevron">
              <a:avLst>
                <a:gd name="adj" fmla="val 33562"/>
              </a:avLst>
            </a:prstGeom>
            <a:solidFill>
              <a:srgbClr val="FFFF00"/>
            </a:solidFill>
            <a:ln w="11176">
              <a:solidFill>
                <a:srgbClr val="000000"/>
              </a:solidFill>
              <a:miter lim="800000"/>
              <a:headEnd/>
              <a:tailEnd/>
            </a:ln>
          </p:spPr>
          <p:txBody>
            <a:bodyPr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2000" b="1">
                  <a:solidFill>
                    <a:srgbClr val="000000"/>
                  </a:solidFill>
                </a:rPr>
                <a:t>Desenvolvimento</a:t>
              </a:r>
            </a:p>
          </p:txBody>
        </p:sp>
        <p:sp>
          <p:nvSpPr>
            <p:cNvPr id="65557" name="AutoShape 4">
              <a:extLst>
                <a:ext uri="{FF2B5EF4-FFF2-40B4-BE49-F238E27FC236}">
                  <a16:creationId xmlns:a16="http://schemas.microsoft.com/office/drawing/2014/main" id="{EC1A59BD-5B81-EF49-AFCA-7D16EC49F0B6}"/>
                </a:ext>
              </a:extLst>
            </p:cNvPr>
            <p:cNvSpPr>
              <a:spLocks noChangeArrowheads="1"/>
            </p:cNvSpPr>
            <p:nvPr/>
          </p:nvSpPr>
          <p:spPr bwMode="auto">
            <a:xfrm>
              <a:off x="3174" y="1069"/>
              <a:ext cx="716" cy="384"/>
            </a:xfrm>
            <a:prstGeom prst="chevron">
              <a:avLst>
                <a:gd name="adj" fmla="val 17748"/>
              </a:avLst>
            </a:prstGeom>
            <a:solidFill>
              <a:srgbClr val="FFFF00"/>
            </a:solidFill>
            <a:ln w="11176">
              <a:solidFill>
                <a:srgbClr val="000000"/>
              </a:solidFill>
              <a:miter lim="800000"/>
              <a:headEnd/>
              <a:tailEnd/>
            </a:ln>
          </p:spPr>
          <p:txBody>
            <a:bodyPr wrap="none"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400">
                  <a:solidFill>
                    <a:srgbClr val="000000"/>
                  </a:solidFill>
                </a:rPr>
                <a:t>Projeto</a:t>
              </a:r>
            </a:p>
            <a:p>
              <a:pPr algn="ctr" eaLnBrk="1" hangingPunct="1">
                <a:spcBef>
                  <a:spcPct val="0"/>
                </a:spcBef>
                <a:buFontTx/>
                <a:buNone/>
              </a:pPr>
              <a:r>
                <a:rPr lang="pt-BR" altLang="pt-BR" sz="1400">
                  <a:solidFill>
                    <a:srgbClr val="000000"/>
                  </a:solidFill>
                </a:rPr>
                <a:t>Detalhado </a:t>
              </a:r>
            </a:p>
          </p:txBody>
        </p:sp>
        <p:sp>
          <p:nvSpPr>
            <p:cNvPr id="65558" name="AutoShape 5">
              <a:extLst>
                <a:ext uri="{FF2B5EF4-FFF2-40B4-BE49-F238E27FC236}">
                  <a16:creationId xmlns:a16="http://schemas.microsoft.com/office/drawing/2014/main" id="{1BCEDDD3-411C-DA44-8CB0-262B4636B78B}"/>
                </a:ext>
              </a:extLst>
            </p:cNvPr>
            <p:cNvSpPr>
              <a:spLocks noChangeArrowheads="1"/>
            </p:cNvSpPr>
            <p:nvPr/>
          </p:nvSpPr>
          <p:spPr bwMode="auto">
            <a:xfrm>
              <a:off x="2483" y="1069"/>
              <a:ext cx="735" cy="384"/>
            </a:xfrm>
            <a:prstGeom prst="chevron">
              <a:avLst>
                <a:gd name="adj" fmla="val 17085"/>
              </a:avLst>
            </a:prstGeom>
            <a:solidFill>
              <a:srgbClr val="FFFF00"/>
            </a:solidFill>
            <a:ln w="11176">
              <a:solidFill>
                <a:srgbClr val="000000"/>
              </a:solidFill>
              <a:miter lim="800000"/>
              <a:headEnd/>
              <a:tailEnd/>
            </a:ln>
          </p:spPr>
          <p:txBody>
            <a:bodyPr wrap="none"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400">
                  <a:solidFill>
                    <a:srgbClr val="000000"/>
                  </a:solidFill>
                </a:rPr>
                <a:t>Projeto</a:t>
              </a:r>
            </a:p>
            <a:p>
              <a:pPr algn="ctr" eaLnBrk="1" hangingPunct="1">
                <a:spcBef>
                  <a:spcPct val="0"/>
                </a:spcBef>
                <a:buFontTx/>
                <a:buNone/>
              </a:pPr>
              <a:r>
                <a:rPr lang="pt-BR" altLang="pt-BR" sz="1400">
                  <a:solidFill>
                    <a:srgbClr val="000000"/>
                  </a:solidFill>
                </a:rPr>
                <a:t>Conceitual </a:t>
              </a:r>
            </a:p>
          </p:txBody>
        </p:sp>
        <p:sp>
          <p:nvSpPr>
            <p:cNvPr id="65559" name="AutoShape 6">
              <a:extLst>
                <a:ext uri="{FF2B5EF4-FFF2-40B4-BE49-F238E27FC236}">
                  <a16:creationId xmlns:a16="http://schemas.microsoft.com/office/drawing/2014/main" id="{95E5CF5F-6790-0C44-8059-76B5C545A13A}"/>
                </a:ext>
              </a:extLst>
            </p:cNvPr>
            <p:cNvSpPr>
              <a:spLocks noChangeArrowheads="1"/>
            </p:cNvSpPr>
            <p:nvPr/>
          </p:nvSpPr>
          <p:spPr bwMode="auto">
            <a:xfrm>
              <a:off x="1643" y="1069"/>
              <a:ext cx="887" cy="384"/>
            </a:xfrm>
            <a:prstGeom prst="chevron">
              <a:avLst>
                <a:gd name="adj" fmla="val 19827"/>
              </a:avLst>
            </a:prstGeom>
            <a:solidFill>
              <a:srgbClr val="FFFF00"/>
            </a:solidFill>
            <a:ln w="11176">
              <a:solidFill>
                <a:srgbClr val="000000"/>
              </a:solidFill>
              <a:miter lim="800000"/>
              <a:headEnd/>
              <a:tailEnd/>
            </a:ln>
          </p:spPr>
          <p:txBody>
            <a:bodyPr wrap="none"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400">
                  <a:solidFill>
                    <a:srgbClr val="000000"/>
                  </a:solidFill>
                </a:rPr>
                <a:t>Projeto</a:t>
              </a:r>
            </a:p>
            <a:p>
              <a:pPr algn="ctr" eaLnBrk="1" hangingPunct="1">
                <a:spcBef>
                  <a:spcPct val="0"/>
                </a:spcBef>
                <a:buFontTx/>
                <a:buNone/>
              </a:pPr>
              <a:r>
                <a:rPr lang="pt-BR" altLang="pt-BR" sz="1400">
                  <a:solidFill>
                    <a:srgbClr val="000000"/>
                  </a:solidFill>
                </a:rPr>
                <a:t>Informacional </a:t>
              </a:r>
            </a:p>
          </p:txBody>
        </p:sp>
        <p:sp>
          <p:nvSpPr>
            <p:cNvPr id="65560" name="AutoShape 7">
              <a:extLst>
                <a:ext uri="{FF2B5EF4-FFF2-40B4-BE49-F238E27FC236}">
                  <a16:creationId xmlns:a16="http://schemas.microsoft.com/office/drawing/2014/main" id="{44A593D3-420A-AD4E-808D-7F3DA072B740}"/>
                </a:ext>
              </a:extLst>
            </p:cNvPr>
            <p:cNvSpPr>
              <a:spLocks noChangeArrowheads="1"/>
            </p:cNvSpPr>
            <p:nvPr/>
          </p:nvSpPr>
          <p:spPr bwMode="auto">
            <a:xfrm>
              <a:off x="4550" y="1069"/>
              <a:ext cx="794" cy="384"/>
            </a:xfrm>
            <a:prstGeom prst="chevron">
              <a:avLst>
                <a:gd name="adj" fmla="val 17805"/>
              </a:avLst>
            </a:prstGeom>
            <a:solidFill>
              <a:srgbClr val="FFFF00"/>
            </a:solidFill>
            <a:ln w="11176">
              <a:solidFill>
                <a:srgbClr val="000000"/>
              </a:solidFill>
              <a:miter lim="800000"/>
              <a:headEnd/>
              <a:tailEnd/>
            </a:ln>
          </p:spPr>
          <p:txBody>
            <a:bodyPr wrap="none"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400">
                  <a:solidFill>
                    <a:srgbClr val="000000"/>
                  </a:solidFill>
                </a:rPr>
                <a:t>Lançamento</a:t>
              </a:r>
            </a:p>
            <a:p>
              <a:pPr algn="ctr" eaLnBrk="1" hangingPunct="1">
                <a:spcBef>
                  <a:spcPct val="0"/>
                </a:spcBef>
                <a:buFontTx/>
                <a:buNone/>
              </a:pPr>
              <a:r>
                <a:rPr lang="pt-BR" altLang="pt-BR" sz="1400">
                  <a:solidFill>
                    <a:srgbClr val="000000"/>
                  </a:solidFill>
                </a:rPr>
                <a:t>do Produto</a:t>
              </a:r>
            </a:p>
          </p:txBody>
        </p:sp>
        <p:sp>
          <p:nvSpPr>
            <p:cNvPr id="65561" name="AutoShape 8">
              <a:extLst>
                <a:ext uri="{FF2B5EF4-FFF2-40B4-BE49-F238E27FC236}">
                  <a16:creationId xmlns:a16="http://schemas.microsoft.com/office/drawing/2014/main" id="{21935035-44CD-6C4B-B466-F1131E532A9E}"/>
                </a:ext>
              </a:extLst>
            </p:cNvPr>
            <p:cNvSpPr>
              <a:spLocks noChangeArrowheads="1"/>
            </p:cNvSpPr>
            <p:nvPr/>
          </p:nvSpPr>
          <p:spPr bwMode="auto">
            <a:xfrm>
              <a:off x="3846" y="1069"/>
              <a:ext cx="749" cy="384"/>
            </a:xfrm>
            <a:prstGeom prst="chevron">
              <a:avLst>
                <a:gd name="adj" fmla="val 14566"/>
              </a:avLst>
            </a:prstGeom>
            <a:solidFill>
              <a:srgbClr val="FFFF00"/>
            </a:solidFill>
            <a:ln w="11176">
              <a:solidFill>
                <a:srgbClr val="000000"/>
              </a:solidFill>
              <a:miter lim="800000"/>
              <a:headEnd/>
              <a:tailEnd/>
            </a:ln>
          </p:spPr>
          <p:txBody>
            <a:bodyPr wrap="none"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400">
                  <a:solidFill>
                    <a:srgbClr val="000000"/>
                  </a:solidFill>
                </a:rPr>
                <a:t>Preparação</a:t>
              </a:r>
            </a:p>
            <a:p>
              <a:pPr algn="ctr" eaLnBrk="1" hangingPunct="1">
                <a:spcBef>
                  <a:spcPct val="0"/>
                </a:spcBef>
                <a:buFontTx/>
                <a:buNone/>
              </a:pPr>
              <a:r>
                <a:rPr lang="pt-BR" altLang="pt-BR" sz="1400">
                  <a:solidFill>
                    <a:srgbClr val="000000"/>
                  </a:solidFill>
                </a:rPr>
                <a:t>Produção</a:t>
              </a:r>
            </a:p>
          </p:txBody>
        </p:sp>
        <p:sp>
          <p:nvSpPr>
            <p:cNvPr id="65562" name="AutoShape 9">
              <a:extLst>
                <a:ext uri="{FF2B5EF4-FFF2-40B4-BE49-F238E27FC236}">
                  <a16:creationId xmlns:a16="http://schemas.microsoft.com/office/drawing/2014/main" id="{B95BA6F5-0277-B24F-B520-4E652CA71EBE}"/>
                </a:ext>
              </a:extLst>
            </p:cNvPr>
            <p:cNvSpPr>
              <a:spLocks noChangeArrowheads="1"/>
            </p:cNvSpPr>
            <p:nvPr/>
          </p:nvSpPr>
          <p:spPr bwMode="auto">
            <a:xfrm>
              <a:off x="810" y="1081"/>
              <a:ext cx="873" cy="384"/>
            </a:xfrm>
            <a:prstGeom prst="chevron">
              <a:avLst>
                <a:gd name="adj" fmla="val 21871"/>
              </a:avLst>
            </a:prstGeom>
            <a:solidFill>
              <a:srgbClr val="99CCFF"/>
            </a:solidFill>
            <a:ln w="11176">
              <a:solidFill>
                <a:srgbClr val="000000"/>
              </a:solidFill>
              <a:miter lim="800000"/>
              <a:headEnd/>
              <a:tailEnd/>
            </a:ln>
          </p:spPr>
          <p:txBody>
            <a:bodyPr wrap="none"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400">
                  <a:solidFill>
                    <a:srgbClr val="000000"/>
                  </a:solidFill>
                </a:rPr>
                <a:t>Planejamento</a:t>
              </a:r>
            </a:p>
            <a:p>
              <a:pPr algn="ctr" eaLnBrk="1" hangingPunct="1">
                <a:spcBef>
                  <a:spcPct val="0"/>
                </a:spcBef>
                <a:buFontTx/>
                <a:buNone/>
              </a:pPr>
              <a:r>
                <a:rPr lang="pt-BR" altLang="pt-BR" sz="1400">
                  <a:solidFill>
                    <a:srgbClr val="000000"/>
                  </a:solidFill>
                </a:rPr>
                <a:t>Projeto</a:t>
              </a:r>
            </a:p>
          </p:txBody>
        </p:sp>
      </p:grpSp>
      <p:sp>
        <p:nvSpPr>
          <p:cNvPr id="65538" name="AutoShape 10">
            <a:extLst>
              <a:ext uri="{FF2B5EF4-FFF2-40B4-BE49-F238E27FC236}">
                <a16:creationId xmlns:a16="http://schemas.microsoft.com/office/drawing/2014/main" id="{B7750107-8544-0C42-82A3-D4520C57BCF2}"/>
              </a:ext>
            </a:extLst>
          </p:cNvPr>
          <p:cNvSpPr>
            <a:spLocks/>
          </p:cNvSpPr>
          <p:nvPr/>
        </p:nvSpPr>
        <p:spPr bwMode="auto">
          <a:xfrm>
            <a:off x="1149350" y="6376988"/>
            <a:ext cx="2917825" cy="346075"/>
          </a:xfrm>
          <a:prstGeom prst="borderCallout1">
            <a:avLst>
              <a:gd name="adj1" fmla="val 70968"/>
              <a:gd name="adj2" fmla="val -2519"/>
              <a:gd name="adj3" fmla="val -910889"/>
              <a:gd name="adj4" fmla="val -2519"/>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nSpc>
                <a:spcPct val="80000"/>
              </a:lnSpc>
              <a:spcBef>
                <a:spcPct val="0"/>
              </a:spcBef>
              <a:buFontTx/>
              <a:buNone/>
            </a:pPr>
            <a:r>
              <a:rPr lang="en-US" altLang="pt-BR" sz="2000">
                <a:solidFill>
                  <a:srgbClr val="000000"/>
                </a:solidFill>
              </a:rPr>
              <a:t>Parceiro de Risco</a:t>
            </a:r>
          </a:p>
        </p:txBody>
      </p:sp>
      <p:sp>
        <p:nvSpPr>
          <p:cNvPr id="65539" name="AutoShape 11">
            <a:extLst>
              <a:ext uri="{FF2B5EF4-FFF2-40B4-BE49-F238E27FC236}">
                <a16:creationId xmlns:a16="http://schemas.microsoft.com/office/drawing/2014/main" id="{F179BC47-1C84-804E-AD43-1D26B7CE27DA}"/>
              </a:ext>
            </a:extLst>
          </p:cNvPr>
          <p:cNvSpPr>
            <a:spLocks noChangeArrowheads="1"/>
          </p:cNvSpPr>
          <p:nvPr/>
        </p:nvSpPr>
        <p:spPr bwMode="auto">
          <a:xfrm>
            <a:off x="73025" y="1455738"/>
            <a:ext cx="2424113" cy="528637"/>
          </a:xfrm>
          <a:prstGeom prst="chevron">
            <a:avLst>
              <a:gd name="adj" fmla="val 44115"/>
            </a:avLst>
          </a:prstGeom>
          <a:solidFill>
            <a:srgbClr val="99CCFF"/>
          </a:solidFill>
          <a:ln w="11176">
            <a:solidFill>
              <a:srgbClr val="000000"/>
            </a:solidFill>
            <a:miter lim="800000"/>
            <a:headEnd/>
            <a:tailEnd/>
          </a:ln>
        </p:spPr>
        <p:txBody>
          <a:bodyPr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en-US" altLang="pt-BR" sz="1400">
                <a:solidFill>
                  <a:srgbClr val="000000"/>
                </a:solidFill>
              </a:rPr>
              <a:t>Planejamento Estratégico de Produtos</a:t>
            </a:r>
            <a:endParaRPr lang="pt-BR" altLang="pt-BR" sz="1400">
              <a:solidFill>
                <a:srgbClr val="000000"/>
              </a:solidFill>
            </a:endParaRPr>
          </a:p>
        </p:txBody>
      </p:sp>
      <p:sp>
        <p:nvSpPr>
          <p:cNvPr id="65540" name="AutoShape 12">
            <a:extLst>
              <a:ext uri="{FF2B5EF4-FFF2-40B4-BE49-F238E27FC236}">
                <a16:creationId xmlns:a16="http://schemas.microsoft.com/office/drawing/2014/main" id="{C9CED489-A9CA-584C-A385-F8C90530BD1F}"/>
              </a:ext>
            </a:extLst>
          </p:cNvPr>
          <p:cNvSpPr>
            <a:spLocks/>
          </p:cNvSpPr>
          <p:nvPr/>
        </p:nvSpPr>
        <p:spPr bwMode="auto">
          <a:xfrm>
            <a:off x="2938463" y="1882775"/>
            <a:ext cx="2225675" cy="396875"/>
          </a:xfrm>
          <a:prstGeom prst="borderCallout1">
            <a:avLst>
              <a:gd name="adj1" fmla="val 28801"/>
              <a:gd name="adj2" fmla="val -3426"/>
              <a:gd name="adj3" fmla="val 61199"/>
              <a:gd name="adj4" fmla="val -82954"/>
            </a:avLst>
          </a:prstGeom>
          <a:solidFill>
            <a:schemeClr val="bg1"/>
          </a:solidFill>
          <a:ln w="9525">
            <a:solidFill>
              <a:schemeClr val="tx1"/>
            </a:solidFill>
            <a:miter lim="800000"/>
            <a:headEnd/>
            <a:tailEnd/>
          </a:ln>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pt-BR" sz="2000">
                <a:solidFill>
                  <a:srgbClr val="000000"/>
                </a:solidFill>
              </a:rPr>
              <a:t>Parceiro de Risco</a:t>
            </a:r>
          </a:p>
        </p:txBody>
      </p:sp>
      <p:sp>
        <p:nvSpPr>
          <p:cNvPr id="65541" name="AutoShape 13">
            <a:extLst>
              <a:ext uri="{FF2B5EF4-FFF2-40B4-BE49-F238E27FC236}">
                <a16:creationId xmlns:a16="http://schemas.microsoft.com/office/drawing/2014/main" id="{25E18896-51FC-4C4B-A00D-2A1A5178B2BE}"/>
              </a:ext>
            </a:extLst>
          </p:cNvPr>
          <p:cNvSpPr>
            <a:spLocks noChangeArrowheads="1"/>
          </p:cNvSpPr>
          <p:nvPr/>
        </p:nvSpPr>
        <p:spPr bwMode="auto">
          <a:xfrm rot="4059794">
            <a:off x="-113506" y="2264569"/>
            <a:ext cx="1255713" cy="441325"/>
          </a:xfrm>
          <a:prstGeom prst="rightArrow">
            <a:avLst>
              <a:gd name="adj1" fmla="val 50000"/>
              <a:gd name="adj2" fmla="val 71133"/>
            </a:avLst>
          </a:prstGeom>
          <a:solidFill>
            <a:schemeClr val="bg2"/>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65542" name="Text Box 14">
            <a:extLst>
              <a:ext uri="{FF2B5EF4-FFF2-40B4-BE49-F238E27FC236}">
                <a16:creationId xmlns:a16="http://schemas.microsoft.com/office/drawing/2014/main" id="{E256C029-94BB-A849-B638-B72C87FBA06A}"/>
              </a:ext>
            </a:extLst>
          </p:cNvPr>
          <p:cNvSpPr txBox="1">
            <a:spLocks noChangeArrowheads="1"/>
          </p:cNvSpPr>
          <p:nvPr/>
        </p:nvSpPr>
        <p:spPr bwMode="auto">
          <a:xfrm>
            <a:off x="1174750" y="2147888"/>
            <a:ext cx="1852613"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nSpc>
                <a:spcPct val="80000"/>
              </a:lnSpc>
              <a:spcBef>
                <a:spcPct val="0"/>
              </a:spcBef>
              <a:buFontTx/>
              <a:buNone/>
            </a:pPr>
            <a:r>
              <a:rPr lang="en-US" altLang="pt-BR" sz="1800">
                <a:solidFill>
                  <a:srgbClr val="000000"/>
                </a:solidFill>
              </a:rPr>
              <a:t>Minuta de Projeto</a:t>
            </a:r>
            <a:endParaRPr lang="pt-BR" altLang="pt-BR" sz="1800">
              <a:solidFill>
                <a:srgbClr val="000000"/>
              </a:solidFill>
            </a:endParaRPr>
          </a:p>
        </p:txBody>
      </p:sp>
      <p:sp>
        <p:nvSpPr>
          <p:cNvPr id="65543" name="AutoShape 15">
            <a:extLst>
              <a:ext uri="{FF2B5EF4-FFF2-40B4-BE49-F238E27FC236}">
                <a16:creationId xmlns:a16="http://schemas.microsoft.com/office/drawing/2014/main" id="{A245AD34-0AEF-0348-985B-72506EACC8B7}"/>
              </a:ext>
            </a:extLst>
          </p:cNvPr>
          <p:cNvSpPr>
            <a:spLocks/>
          </p:cNvSpPr>
          <p:nvPr/>
        </p:nvSpPr>
        <p:spPr bwMode="auto">
          <a:xfrm>
            <a:off x="2298700" y="5588000"/>
            <a:ext cx="4165600" cy="590550"/>
          </a:xfrm>
          <a:prstGeom prst="borderCallout1">
            <a:avLst>
              <a:gd name="adj1" fmla="val 83333"/>
              <a:gd name="adj2" fmla="val -1764"/>
              <a:gd name="adj3" fmla="val -376620"/>
              <a:gd name="adj4" fmla="val -1764"/>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nSpc>
                <a:spcPct val="80000"/>
              </a:lnSpc>
              <a:spcBef>
                <a:spcPct val="0"/>
              </a:spcBef>
              <a:buFontTx/>
              <a:buNone/>
            </a:pPr>
            <a:r>
              <a:rPr lang="en-US" altLang="pt-BR" sz="2000">
                <a:solidFill>
                  <a:srgbClr val="000000"/>
                </a:solidFill>
              </a:rPr>
              <a:t>Parceiro de Risco</a:t>
            </a:r>
          </a:p>
          <a:p>
            <a:pPr>
              <a:lnSpc>
                <a:spcPct val="80000"/>
              </a:lnSpc>
              <a:spcBef>
                <a:spcPct val="0"/>
              </a:spcBef>
              <a:buFontTx/>
              <a:buNone/>
            </a:pPr>
            <a:r>
              <a:rPr lang="en-US" altLang="pt-BR" sz="2000">
                <a:solidFill>
                  <a:srgbClr val="000000"/>
                </a:solidFill>
              </a:rPr>
              <a:t>Co-Desenvolvedor (parceiro)</a:t>
            </a:r>
            <a:endParaRPr lang="pt-BR" altLang="pt-BR" sz="2000">
              <a:solidFill>
                <a:srgbClr val="000000"/>
              </a:solidFill>
            </a:endParaRPr>
          </a:p>
        </p:txBody>
      </p:sp>
      <p:sp>
        <p:nvSpPr>
          <p:cNvPr id="65544" name="AutoShape 16">
            <a:extLst>
              <a:ext uri="{FF2B5EF4-FFF2-40B4-BE49-F238E27FC236}">
                <a16:creationId xmlns:a16="http://schemas.microsoft.com/office/drawing/2014/main" id="{533B0F92-191C-FF46-9DB5-8E827D573568}"/>
              </a:ext>
            </a:extLst>
          </p:cNvPr>
          <p:cNvSpPr>
            <a:spLocks/>
          </p:cNvSpPr>
          <p:nvPr/>
        </p:nvSpPr>
        <p:spPr bwMode="auto">
          <a:xfrm>
            <a:off x="3578225" y="4799013"/>
            <a:ext cx="4260850" cy="590550"/>
          </a:xfrm>
          <a:prstGeom prst="borderCallout1">
            <a:avLst>
              <a:gd name="adj1" fmla="val 83333"/>
              <a:gd name="adj2" fmla="val -1722"/>
              <a:gd name="adj3" fmla="val -254861"/>
              <a:gd name="adj4" fmla="val -1722"/>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nSpc>
                <a:spcPct val="80000"/>
              </a:lnSpc>
              <a:spcBef>
                <a:spcPct val="0"/>
              </a:spcBef>
              <a:buFontTx/>
              <a:buNone/>
            </a:pPr>
            <a:r>
              <a:rPr lang="en-US" altLang="pt-BR" sz="2000">
                <a:solidFill>
                  <a:srgbClr val="000000"/>
                </a:solidFill>
              </a:rPr>
              <a:t>Co-Desenvolvedor</a:t>
            </a:r>
          </a:p>
          <a:p>
            <a:pPr>
              <a:lnSpc>
                <a:spcPct val="80000"/>
              </a:lnSpc>
              <a:spcBef>
                <a:spcPct val="0"/>
              </a:spcBef>
              <a:buFontTx/>
              <a:buNone/>
            </a:pPr>
            <a:r>
              <a:rPr lang="en-US" altLang="pt-BR" sz="2000">
                <a:solidFill>
                  <a:srgbClr val="000000"/>
                </a:solidFill>
              </a:rPr>
              <a:t>Parceiro de Tecnologia</a:t>
            </a:r>
          </a:p>
        </p:txBody>
      </p:sp>
      <p:sp>
        <p:nvSpPr>
          <p:cNvPr id="65545" name="AutoShape 17">
            <a:extLst>
              <a:ext uri="{FF2B5EF4-FFF2-40B4-BE49-F238E27FC236}">
                <a16:creationId xmlns:a16="http://schemas.microsoft.com/office/drawing/2014/main" id="{1F0A89A7-E87D-E048-9E45-2A1DC978A6E5}"/>
              </a:ext>
            </a:extLst>
          </p:cNvPr>
          <p:cNvSpPr>
            <a:spLocks/>
          </p:cNvSpPr>
          <p:nvPr/>
        </p:nvSpPr>
        <p:spPr bwMode="auto">
          <a:xfrm flipH="1">
            <a:off x="4781550" y="3519488"/>
            <a:ext cx="3814763" cy="590550"/>
          </a:xfrm>
          <a:prstGeom prst="borderCallout3">
            <a:avLst>
              <a:gd name="adj1" fmla="val 19352"/>
              <a:gd name="adj2" fmla="val 101921"/>
              <a:gd name="adj3" fmla="val 19352"/>
              <a:gd name="adj4" fmla="val 107218"/>
              <a:gd name="adj5" fmla="val -22315"/>
              <a:gd name="adj6" fmla="val 107218"/>
              <a:gd name="adj7" fmla="val -70972"/>
              <a:gd name="adj8" fmla="val 75528"/>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nSpc>
                <a:spcPct val="80000"/>
              </a:lnSpc>
              <a:spcBef>
                <a:spcPct val="0"/>
              </a:spcBef>
              <a:buFontTx/>
              <a:buNone/>
            </a:pPr>
            <a:r>
              <a:rPr lang="en-US" altLang="pt-BR" sz="2000">
                <a:solidFill>
                  <a:srgbClr val="000000"/>
                </a:solidFill>
              </a:rPr>
              <a:t>Fornecedor de Serviços</a:t>
            </a:r>
          </a:p>
          <a:p>
            <a:pPr>
              <a:lnSpc>
                <a:spcPct val="80000"/>
              </a:lnSpc>
              <a:spcBef>
                <a:spcPct val="0"/>
              </a:spcBef>
              <a:buFontTx/>
              <a:buNone/>
            </a:pPr>
            <a:r>
              <a:rPr lang="en-US" altLang="pt-BR" sz="2000">
                <a:solidFill>
                  <a:srgbClr val="000000"/>
                </a:solidFill>
              </a:rPr>
              <a:t>Fornecedor de Peças-Padrão</a:t>
            </a:r>
            <a:endParaRPr lang="pt-BR" altLang="pt-BR" sz="2000">
              <a:solidFill>
                <a:srgbClr val="000000"/>
              </a:solidFill>
            </a:endParaRPr>
          </a:p>
        </p:txBody>
      </p:sp>
      <p:sp>
        <p:nvSpPr>
          <p:cNvPr id="65546" name="AutoShape 18">
            <a:extLst>
              <a:ext uri="{FF2B5EF4-FFF2-40B4-BE49-F238E27FC236}">
                <a16:creationId xmlns:a16="http://schemas.microsoft.com/office/drawing/2014/main" id="{6CE48B9F-AB33-8742-AA25-D709C81EA77A}"/>
              </a:ext>
            </a:extLst>
          </p:cNvPr>
          <p:cNvSpPr>
            <a:spLocks/>
          </p:cNvSpPr>
          <p:nvPr/>
        </p:nvSpPr>
        <p:spPr bwMode="auto">
          <a:xfrm flipH="1">
            <a:off x="4191000" y="4221163"/>
            <a:ext cx="4040188" cy="346075"/>
          </a:xfrm>
          <a:prstGeom prst="borderCallout3">
            <a:avLst>
              <a:gd name="adj1" fmla="val 29028"/>
              <a:gd name="adj2" fmla="val 101815"/>
              <a:gd name="adj3" fmla="val 29028"/>
              <a:gd name="adj4" fmla="val 109810"/>
              <a:gd name="adj5" fmla="val -131856"/>
              <a:gd name="adj6" fmla="val 109810"/>
              <a:gd name="adj7" fmla="val -318148"/>
              <a:gd name="adj8" fmla="val 86968"/>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nSpc>
                <a:spcPct val="80000"/>
              </a:lnSpc>
              <a:spcBef>
                <a:spcPct val="0"/>
              </a:spcBef>
              <a:buFontTx/>
              <a:buNone/>
            </a:pPr>
            <a:r>
              <a:rPr lang="en-US" altLang="pt-BR" sz="2000">
                <a:solidFill>
                  <a:srgbClr val="000000"/>
                </a:solidFill>
              </a:rPr>
              <a:t>Fornecedor de Serviços</a:t>
            </a:r>
          </a:p>
        </p:txBody>
      </p:sp>
      <p:sp>
        <p:nvSpPr>
          <p:cNvPr id="65547" name="Rectangle 19">
            <a:extLst>
              <a:ext uri="{FF2B5EF4-FFF2-40B4-BE49-F238E27FC236}">
                <a16:creationId xmlns:a16="http://schemas.microsoft.com/office/drawing/2014/main" id="{C58DB93C-A59B-FC47-B205-AEB1C3362DB3}"/>
              </a:ext>
            </a:extLst>
          </p:cNvPr>
          <p:cNvSpPr>
            <a:spLocks noChangeArrowheads="1"/>
          </p:cNvSpPr>
          <p:nvPr/>
        </p:nvSpPr>
        <p:spPr bwMode="auto">
          <a:xfrm>
            <a:off x="0" y="900113"/>
            <a:ext cx="7900988" cy="468312"/>
          </a:xfrm>
          <a:prstGeom prst="rect">
            <a:avLst/>
          </a:prstGeom>
          <a:solidFill>
            <a:srgbClr val="FF99FF"/>
          </a:solidFill>
          <a:ln w="11176">
            <a:solidFill>
              <a:srgbClr val="000000"/>
            </a:solidFill>
            <a:miter lim="800000"/>
            <a:headEnd/>
            <a:tailEnd/>
          </a:ln>
        </p:spPr>
        <p:txBody>
          <a:bodyPr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en-US" altLang="pt-BR" sz="2400">
                <a:solidFill>
                  <a:srgbClr val="000000"/>
                </a:solidFill>
              </a:rPr>
              <a:t>Desenvolvimento da Tecnologia</a:t>
            </a:r>
            <a:endParaRPr lang="pt-BR" altLang="pt-BR" sz="2400">
              <a:solidFill>
                <a:srgbClr val="000000"/>
              </a:solidFill>
            </a:endParaRPr>
          </a:p>
        </p:txBody>
      </p:sp>
      <p:sp>
        <p:nvSpPr>
          <p:cNvPr id="65548" name="AutoShape 20">
            <a:extLst>
              <a:ext uri="{FF2B5EF4-FFF2-40B4-BE49-F238E27FC236}">
                <a16:creationId xmlns:a16="http://schemas.microsoft.com/office/drawing/2014/main" id="{FC293800-301C-1E4A-91BB-B6FA0CECD886}"/>
              </a:ext>
            </a:extLst>
          </p:cNvPr>
          <p:cNvSpPr>
            <a:spLocks/>
          </p:cNvSpPr>
          <p:nvPr/>
        </p:nvSpPr>
        <p:spPr bwMode="auto">
          <a:xfrm>
            <a:off x="4481513" y="1420813"/>
            <a:ext cx="3673475" cy="330200"/>
          </a:xfrm>
          <a:prstGeom prst="borderCallout1">
            <a:avLst>
              <a:gd name="adj1" fmla="val 30000"/>
              <a:gd name="adj2" fmla="val -2000"/>
              <a:gd name="adj3" fmla="val -50417"/>
              <a:gd name="adj4" fmla="val -16750"/>
            </a:avLst>
          </a:prstGeom>
          <a:solidFill>
            <a:schemeClr val="bg1"/>
          </a:solidFill>
          <a:ln w="9525">
            <a:solidFill>
              <a:schemeClr val="tx1"/>
            </a:solidFill>
            <a:miter lim="800000"/>
            <a:headEnd/>
            <a:tailEnd/>
          </a:ln>
        </p:spPr>
        <p:txBody>
          <a:bodyPr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a:spcBef>
                <a:spcPct val="0"/>
              </a:spcBef>
              <a:buFontTx/>
              <a:buNone/>
            </a:pPr>
            <a:r>
              <a:rPr lang="en-US" altLang="pt-BR" sz="2000">
                <a:solidFill>
                  <a:srgbClr val="000000"/>
                </a:solidFill>
              </a:rPr>
              <a:t>Parceiro de Tecnologia</a:t>
            </a:r>
          </a:p>
        </p:txBody>
      </p:sp>
      <p:grpSp>
        <p:nvGrpSpPr>
          <p:cNvPr id="65549" name="Group 21">
            <a:extLst>
              <a:ext uri="{FF2B5EF4-FFF2-40B4-BE49-F238E27FC236}">
                <a16:creationId xmlns:a16="http://schemas.microsoft.com/office/drawing/2014/main" id="{9FED2257-01B1-1444-9580-C4B3E8508977}"/>
              </a:ext>
            </a:extLst>
          </p:cNvPr>
          <p:cNvGrpSpPr>
            <a:grpSpLocks/>
          </p:cNvGrpSpPr>
          <p:nvPr/>
        </p:nvGrpSpPr>
        <p:grpSpPr bwMode="auto">
          <a:xfrm>
            <a:off x="522288" y="1882775"/>
            <a:ext cx="587375" cy="661988"/>
            <a:chOff x="240" y="672"/>
            <a:chExt cx="384" cy="480"/>
          </a:xfrm>
        </p:grpSpPr>
        <p:sp>
          <p:nvSpPr>
            <p:cNvPr id="65551" name="AutoShape 22">
              <a:extLst>
                <a:ext uri="{FF2B5EF4-FFF2-40B4-BE49-F238E27FC236}">
                  <a16:creationId xmlns:a16="http://schemas.microsoft.com/office/drawing/2014/main" id="{6E03C415-17EC-B746-9CA3-6A26ED2E7B31}"/>
                </a:ext>
              </a:extLst>
            </p:cNvPr>
            <p:cNvSpPr>
              <a:spLocks noChangeArrowheads="1"/>
            </p:cNvSpPr>
            <p:nvPr/>
          </p:nvSpPr>
          <p:spPr bwMode="auto">
            <a:xfrm>
              <a:off x="240" y="672"/>
              <a:ext cx="384" cy="480"/>
            </a:xfrm>
            <a:prstGeom prst="foldedCorner">
              <a:avLst>
                <a:gd name="adj" fmla="val 12500"/>
              </a:avLst>
            </a:prstGeom>
            <a:solidFill>
              <a:schemeClr val="bg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a:spcBef>
                  <a:spcPct val="0"/>
                </a:spcBef>
                <a:buFontTx/>
                <a:buNone/>
              </a:pPr>
              <a:endParaRPr lang="en-US" altLang="pt-BR" sz="2400">
                <a:solidFill>
                  <a:srgbClr val="000000"/>
                </a:solidFill>
                <a:latin typeface="Times New Roman" panose="02020603050405020304" pitchFamily="18" charset="0"/>
              </a:endParaRPr>
            </a:p>
          </p:txBody>
        </p:sp>
        <p:sp>
          <p:nvSpPr>
            <p:cNvPr id="65552" name="Line 23">
              <a:extLst>
                <a:ext uri="{FF2B5EF4-FFF2-40B4-BE49-F238E27FC236}">
                  <a16:creationId xmlns:a16="http://schemas.microsoft.com/office/drawing/2014/main" id="{741B7DC2-E5A3-754A-A3EA-075B404E3DAF}"/>
                </a:ext>
              </a:extLst>
            </p:cNvPr>
            <p:cNvSpPr>
              <a:spLocks noChangeShapeType="1"/>
            </p:cNvSpPr>
            <p:nvPr/>
          </p:nvSpPr>
          <p:spPr bwMode="auto">
            <a:xfrm>
              <a:off x="288" y="768"/>
              <a:ext cx="2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65553" name="Line 24">
              <a:extLst>
                <a:ext uri="{FF2B5EF4-FFF2-40B4-BE49-F238E27FC236}">
                  <a16:creationId xmlns:a16="http://schemas.microsoft.com/office/drawing/2014/main" id="{437A0878-2570-8E4C-BBC3-26376DB4BEFE}"/>
                </a:ext>
              </a:extLst>
            </p:cNvPr>
            <p:cNvSpPr>
              <a:spLocks noChangeShapeType="1"/>
            </p:cNvSpPr>
            <p:nvPr/>
          </p:nvSpPr>
          <p:spPr bwMode="auto">
            <a:xfrm>
              <a:off x="288" y="864"/>
              <a:ext cx="2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65554" name="Line 25">
              <a:extLst>
                <a:ext uri="{FF2B5EF4-FFF2-40B4-BE49-F238E27FC236}">
                  <a16:creationId xmlns:a16="http://schemas.microsoft.com/office/drawing/2014/main" id="{2B6F304B-F696-BF49-B823-B9C084F20425}"/>
                </a:ext>
              </a:extLst>
            </p:cNvPr>
            <p:cNvSpPr>
              <a:spLocks noChangeShapeType="1"/>
            </p:cNvSpPr>
            <p:nvPr/>
          </p:nvSpPr>
          <p:spPr bwMode="auto">
            <a:xfrm>
              <a:off x="288" y="960"/>
              <a:ext cx="2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65555" name="Line 26">
              <a:extLst>
                <a:ext uri="{FF2B5EF4-FFF2-40B4-BE49-F238E27FC236}">
                  <a16:creationId xmlns:a16="http://schemas.microsoft.com/office/drawing/2014/main" id="{EDA946CC-C273-7644-BC06-2AF0CC5BF4FE}"/>
                </a:ext>
              </a:extLst>
            </p:cNvPr>
            <p:cNvSpPr>
              <a:spLocks noChangeShapeType="1"/>
            </p:cNvSpPr>
            <p:nvPr/>
          </p:nvSpPr>
          <p:spPr bwMode="auto">
            <a:xfrm>
              <a:off x="288" y="1056"/>
              <a:ext cx="2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grpSp>
      <p:sp>
        <p:nvSpPr>
          <p:cNvPr id="65550" name="Rectangle 27">
            <a:extLst>
              <a:ext uri="{FF2B5EF4-FFF2-40B4-BE49-F238E27FC236}">
                <a16:creationId xmlns:a16="http://schemas.microsoft.com/office/drawing/2014/main" id="{F8899683-4F04-844F-B15E-33A5B8D1A4AE}"/>
              </a:ext>
            </a:extLst>
          </p:cNvPr>
          <p:cNvSpPr>
            <a:spLocks noGrp="1" noChangeArrowheads="1"/>
          </p:cNvSpPr>
          <p:nvPr>
            <p:ph type="title"/>
          </p:nvPr>
        </p:nvSpPr>
        <p:spPr/>
        <p:txBody>
          <a:bodyPr/>
          <a:lstStyle/>
          <a:p>
            <a:pPr eaLnBrk="1" hangingPunct="1"/>
            <a:r>
              <a:rPr lang="pt-BR" altLang="pt-BR">
                <a:ea typeface="ＭＳ Ｐゴシック" panose="020B0600070205080204" pitchFamily="34" charset="-128"/>
              </a:rPr>
              <a:t>Tipos de parcerias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a:extLst>
              <a:ext uri="{FF2B5EF4-FFF2-40B4-BE49-F238E27FC236}">
                <a16:creationId xmlns:a16="http://schemas.microsoft.com/office/drawing/2014/main" id="{8DE3CCF2-9201-3845-B6BF-E86AE1EC3312}"/>
              </a:ext>
            </a:extLst>
          </p:cNvPr>
          <p:cNvSpPr>
            <a:spLocks noGrp="1" noChangeArrowheads="1"/>
          </p:cNvSpPr>
          <p:nvPr>
            <p:ph type="title"/>
          </p:nvPr>
        </p:nvSpPr>
        <p:spPr>
          <a:xfrm>
            <a:off x="0" y="63500"/>
            <a:ext cx="7388225" cy="706438"/>
          </a:xfrm>
        </p:spPr>
        <p:txBody>
          <a:bodyPr/>
          <a:lstStyle/>
          <a:p>
            <a:pPr eaLnBrk="1" hangingPunct="1"/>
            <a:r>
              <a:rPr lang="pt-BR" altLang="pt-BR">
                <a:ea typeface="ＭＳ Ｐゴシック" panose="020B0600070205080204" pitchFamily="34" charset="-128"/>
              </a:rPr>
              <a:t>Tipos de sistemas, subsistemas e componentes</a:t>
            </a:r>
          </a:p>
        </p:txBody>
      </p:sp>
      <p:pic>
        <p:nvPicPr>
          <p:cNvPr id="67586" name="Picture 3" descr="livro PDP new cap03 v017_modificadoDaniel_fontes">
            <a:extLst>
              <a:ext uri="{FF2B5EF4-FFF2-40B4-BE49-F238E27FC236}">
                <a16:creationId xmlns:a16="http://schemas.microsoft.com/office/drawing/2014/main" id="{8F5C7F65-6C1F-8A4A-A88D-307704D04A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363" y="1057275"/>
            <a:ext cx="7704137" cy="577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87" name="Text Box 4">
            <a:extLst>
              <a:ext uri="{FF2B5EF4-FFF2-40B4-BE49-F238E27FC236}">
                <a16:creationId xmlns:a16="http://schemas.microsoft.com/office/drawing/2014/main" id="{1988B5C9-F43D-0F4A-9896-AD3525883DF5}"/>
              </a:ext>
            </a:extLst>
          </p:cNvPr>
          <p:cNvSpPr txBox="1">
            <a:spLocks noChangeArrowheads="1"/>
          </p:cNvSpPr>
          <p:nvPr/>
        </p:nvSpPr>
        <p:spPr bwMode="auto">
          <a:xfrm>
            <a:off x="7067550" y="2720975"/>
            <a:ext cx="2076450" cy="1552575"/>
          </a:xfrm>
          <a:prstGeom prst="rect">
            <a:avLst/>
          </a:prstGeom>
          <a:solidFill>
            <a:srgbClr val="00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2400">
                <a:solidFill>
                  <a:srgbClr val="000000"/>
                </a:solidFill>
              </a:rPr>
              <a:t>Comprado durante o projeto detalhado</a:t>
            </a:r>
          </a:p>
        </p:txBody>
      </p:sp>
      <p:sp>
        <p:nvSpPr>
          <p:cNvPr id="67588" name="Line 5">
            <a:extLst>
              <a:ext uri="{FF2B5EF4-FFF2-40B4-BE49-F238E27FC236}">
                <a16:creationId xmlns:a16="http://schemas.microsoft.com/office/drawing/2014/main" id="{AD457336-0306-244D-8640-8EFB2954A53E}"/>
              </a:ext>
            </a:extLst>
          </p:cNvPr>
          <p:cNvSpPr>
            <a:spLocks noChangeShapeType="1"/>
          </p:cNvSpPr>
          <p:nvPr/>
        </p:nvSpPr>
        <p:spPr bwMode="auto">
          <a:xfrm flipH="1">
            <a:off x="5564188" y="3849688"/>
            <a:ext cx="1471612" cy="644525"/>
          </a:xfrm>
          <a:prstGeom prst="line">
            <a:avLst/>
          </a:prstGeom>
          <a:noFill/>
          <a:ln w="76200">
            <a:solidFill>
              <a:srgbClr val="00CC99"/>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pt-BR"/>
          </a:p>
        </p:txBody>
      </p:sp>
      <p:sp>
        <p:nvSpPr>
          <p:cNvPr id="67589" name="Line 6">
            <a:extLst>
              <a:ext uri="{FF2B5EF4-FFF2-40B4-BE49-F238E27FC236}">
                <a16:creationId xmlns:a16="http://schemas.microsoft.com/office/drawing/2014/main" id="{EAF6334B-F447-EF4B-B5EE-94199C9CF894}"/>
              </a:ext>
            </a:extLst>
          </p:cNvPr>
          <p:cNvSpPr>
            <a:spLocks noChangeShapeType="1"/>
          </p:cNvSpPr>
          <p:nvPr/>
        </p:nvSpPr>
        <p:spPr bwMode="auto">
          <a:xfrm flipH="1">
            <a:off x="7840663" y="4298950"/>
            <a:ext cx="684212" cy="846138"/>
          </a:xfrm>
          <a:prstGeom prst="line">
            <a:avLst/>
          </a:prstGeom>
          <a:noFill/>
          <a:ln w="76200">
            <a:solidFill>
              <a:srgbClr val="00CC99"/>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pt-B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4">
            <a:extLst>
              <a:ext uri="{FF2B5EF4-FFF2-40B4-BE49-F238E27FC236}">
                <a16:creationId xmlns:a16="http://schemas.microsoft.com/office/drawing/2014/main" id="{C4C3BB42-9935-084C-BA4F-65C6E121D8CB}"/>
              </a:ext>
            </a:extLst>
          </p:cNvPr>
          <p:cNvSpPr>
            <a:spLocks noChangeArrowheads="1"/>
          </p:cNvSpPr>
          <p:nvPr/>
        </p:nvSpPr>
        <p:spPr bwMode="auto">
          <a:xfrm>
            <a:off x="5667375" y="4989513"/>
            <a:ext cx="3319463" cy="1868487"/>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69634" name="Rectangle 72">
            <a:extLst>
              <a:ext uri="{FF2B5EF4-FFF2-40B4-BE49-F238E27FC236}">
                <a16:creationId xmlns:a16="http://schemas.microsoft.com/office/drawing/2014/main" id="{03191368-7A94-1D4D-BE68-9DE0C93D6970}"/>
              </a:ext>
            </a:extLst>
          </p:cNvPr>
          <p:cNvSpPr>
            <a:spLocks noChangeArrowheads="1"/>
          </p:cNvSpPr>
          <p:nvPr/>
        </p:nvSpPr>
        <p:spPr bwMode="auto">
          <a:xfrm>
            <a:off x="0" y="615950"/>
            <a:ext cx="7969250" cy="4905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grpSp>
        <p:nvGrpSpPr>
          <p:cNvPr id="69635" name="Group 2">
            <a:extLst>
              <a:ext uri="{FF2B5EF4-FFF2-40B4-BE49-F238E27FC236}">
                <a16:creationId xmlns:a16="http://schemas.microsoft.com/office/drawing/2014/main" id="{45CFD31D-76CB-AC48-9F4F-F8E3517F7373}"/>
              </a:ext>
            </a:extLst>
          </p:cNvPr>
          <p:cNvGrpSpPr>
            <a:grpSpLocks/>
          </p:cNvGrpSpPr>
          <p:nvPr/>
        </p:nvGrpSpPr>
        <p:grpSpPr bwMode="auto">
          <a:xfrm>
            <a:off x="85725" y="431800"/>
            <a:ext cx="8639175" cy="6167438"/>
            <a:chOff x="126" y="182"/>
            <a:chExt cx="5442" cy="3885"/>
          </a:xfrm>
        </p:grpSpPr>
        <p:cxnSp>
          <p:nvCxnSpPr>
            <p:cNvPr id="69639" name="AutoShape 3">
              <a:extLst>
                <a:ext uri="{FF2B5EF4-FFF2-40B4-BE49-F238E27FC236}">
                  <a16:creationId xmlns:a16="http://schemas.microsoft.com/office/drawing/2014/main" id="{17830975-2A14-3A4A-9C55-05ECAEE01D6D}"/>
                </a:ext>
              </a:extLst>
            </p:cNvPr>
            <p:cNvCxnSpPr>
              <a:cxnSpLocks noChangeShapeType="1"/>
              <a:stCxn id="69648" idx="2"/>
              <a:endCxn id="69696" idx="0"/>
            </p:cNvCxnSpPr>
            <p:nvPr/>
          </p:nvCxnSpPr>
          <p:spPr bwMode="auto">
            <a:xfrm>
              <a:off x="2975" y="1799"/>
              <a:ext cx="4" cy="1454"/>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nvGrpSpPr>
            <p:cNvPr id="69640" name="Group 4">
              <a:extLst>
                <a:ext uri="{FF2B5EF4-FFF2-40B4-BE49-F238E27FC236}">
                  <a16:creationId xmlns:a16="http://schemas.microsoft.com/office/drawing/2014/main" id="{08DB22ED-80E8-CD44-91CE-9221B366BE57}"/>
                </a:ext>
              </a:extLst>
            </p:cNvPr>
            <p:cNvGrpSpPr>
              <a:grpSpLocks/>
            </p:cNvGrpSpPr>
            <p:nvPr/>
          </p:nvGrpSpPr>
          <p:grpSpPr bwMode="auto">
            <a:xfrm>
              <a:off x="1168" y="3250"/>
              <a:ext cx="2448" cy="817"/>
              <a:chOff x="1168" y="3250"/>
              <a:chExt cx="2448" cy="817"/>
            </a:xfrm>
          </p:grpSpPr>
          <p:sp>
            <p:nvSpPr>
              <p:cNvPr id="69696" name="Rectangle 5">
                <a:extLst>
                  <a:ext uri="{FF2B5EF4-FFF2-40B4-BE49-F238E27FC236}">
                    <a16:creationId xmlns:a16="http://schemas.microsoft.com/office/drawing/2014/main" id="{A346FF5C-7305-AA4C-8F48-5D43AC0D470E}"/>
                  </a:ext>
                </a:extLst>
              </p:cNvPr>
              <p:cNvSpPr>
                <a:spLocks noChangeArrowheads="1"/>
              </p:cNvSpPr>
              <p:nvPr/>
            </p:nvSpPr>
            <p:spPr bwMode="auto">
              <a:xfrm>
                <a:off x="2922" y="3253"/>
                <a:ext cx="114" cy="154"/>
              </a:xfrm>
              <a:prstGeom prst="rect">
                <a:avLst/>
              </a:prstGeom>
              <a:solidFill>
                <a:srgbClr val="FFFFFF"/>
              </a:solidFill>
              <a:ln w="9525">
                <a:solidFill>
                  <a:schemeClr val="tx1"/>
                </a:solidFill>
                <a:miter lim="800000"/>
                <a:headEnd/>
                <a:tailEnd/>
              </a:ln>
            </p:spPr>
            <p:txBody>
              <a:bodyPr wrap="none" lIns="90000" tIns="46800" rIns="90000" bIns="46800"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1000">
                  <a:solidFill>
                    <a:srgbClr val="000000"/>
                  </a:solidFill>
                </a:endParaRPr>
              </a:p>
            </p:txBody>
          </p:sp>
          <p:sp>
            <p:nvSpPr>
              <p:cNvPr id="69697" name="Rectangle 6">
                <a:extLst>
                  <a:ext uri="{FF2B5EF4-FFF2-40B4-BE49-F238E27FC236}">
                    <a16:creationId xmlns:a16="http://schemas.microsoft.com/office/drawing/2014/main" id="{6A1824C4-F918-414F-A67C-0E3C0588F049}"/>
                  </a:ext>
                </a:extLst>
              </p:cNvPr>
              <p:cNvSpPr>
                <a:spLocks noChangeArrowheads="1"/>
              </p:cNvSpPr>
              <p:nvPr/>
            </p:nvSpPr>
            <p:spPr bwMode="auto">
              <a:xfrm>
                <a:off x="3344" y="3253"/>
                <a:ext cx="114" cy="154"/>
              </a:xfrm>
              <a:prstGeom prst="rect">
                <a:avLst/>
              </a:prstGeom>
              <a:solidFill>
                <a:srgbClr val="FFFFFF"/>
              </a:solidFill>
              <a:ln w="9525">
                <a:solidFill>
                  <a:schemeClr val="tx1"/>
                </a:solidFill>
                <a:miter lim="800000"/>
                <a:headEnd/>
                <a:tailEnd/>
              </a:ln>
            </p:spPr>
            <p:txBody>
              <a:bodyPr wrap="none" lIns="90000" tIns="46800" rIns="90000" bIns="46800"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1000">
                  <a:solidFill>
                    <a:srgbClr val="000000"/>
                  </a:solidFill>
                </a:endParaRPr>
              </a:p>
            </p:txBody>
          </p:sp>
          <p:sp>
            <p:nvSpPr>
              <p:cNvPr id="69698" name="Rectangle 7">
                <a:extLst>
                  <a:ext uri="{FF2B5EF4-FFF2-40B4-BE49-F238E27FC236}">
                    <a16:creationId xmlns:a16="http://schemas.microsoft.com/office/drawing/2014/main" id="{8908575F-EF79-0244-895C-F8D9A052AF44}"/>
                  </a:ext>
                </a:extLst>
              </p:cNvPr>
              <p:cNvSpPr>
                <a:spLocks noChangeArrowheads="1"/>
              </p:cNvSpPr>
              <p:nvPr/>
            </p:nvSpPr>
            <p:spPr bwMode="auto">
              <a:xfrm>
                <a:off x="1426" y="3252"/>
                <a:ext cx="114" cy="154"/>
              </a:xfrm>
              <a:prstGeom prst="rect">
                <a:avLst/>
              </a:prstGeom>
              <a:solidFill>
                <a:srgbClr val="FFFFFF"/>
              </a:solidFill>
              <a:ln w="9525">
                <a:solidFill>
                  <a:schemeClr val="tx1"/>
                </a:solidFill>
                <a:miter lim="800000"/>
                <a:headEnd/>
                <a:tailEnd/>
              </a:ln>
            </p:spPr>
            <p:txBody>
              <a:bodyPr wrap="none" lIns="90000" tIns="46800" rIns="90000" bIns="46800"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1000">
                  <a:solidFill>
                    <a:srgbClr val="000000"/>
                  </a:solidFill>
                </a:endParaRPr>
              </a:p>
            </p:txBody>
          </p:sp>
          <p:sp>
            <p:nvSpPr>
              <p:cNvPr id="69699" name="Rectangle 8">
                <a:extLst>
                  <a:ext uri="{FF2B5EF4-FFF2-40B4-BE49-F238E27FC236}">
                    <a16:creationId xmlns:a16="http://schemas.microsoft.com/office/drawing/2014/main" id="{F994B966-1E17-3846-889C-5E45817E1491}"/>
                  </a:ext>
                </a:extLst>
              </p:cNvPr>
              <p:cNvSpPr>
                <a:spLocks noChangeArrowheads="1"/>
              </p:cNvSpPr>
              <p:nvPr/>
            </p:nvSpPr>
            <p:spPr bwMode="auto">
              <a:xfrm>
                <a:off x="2217" y="3254"/>
                <a:ext cx="114" cy="154"/>
              </a:xfrm>
              <a:prstGeom prst="rect">
                <a:avLst/>
              </a:prstGeom>
              <a:solidFill>
                <a:srgbClr val="FFFFFF"/>
              </a:solidFill>
              <a:ln w="9525">
                <a:solidFill>
                  <a:schemeClr val="tx1"/>
                </a:solidFill>
                <a:miter lim="800000"/>
                <a:headEnd/>
                <a:tailEnd/>
              </a:ln>
            </p:spPr>
            <p:txBody>
              <a:bodyPr wrap="none" lIns="90000" tIns="46800" rIns="90000" bIns="46800"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1000">
                  <a:solidFill>
                    <a:srgbClr val="000000"/>
                  </a:solidFill>
                </a:endParaRPr>
              </a:p>
            </p:txBody>
          </p:sp>
          <p:sp>
            <p:nvSpPr>
              <p:cNvPr id="69700" name="Rectangle 9">
                <a:extLst>
                  <a:ext uri="{FF2B5EF4-FFF2-40B4-BE49-F238E27FC236}">
                    <a16:creationId xmlns:a16="http://schemas.microsoft.com/office/drawing/2014/main" id="{C85F0795-6126-7E45-9790-7D0AC29823D5}"/>
                  </a:ext>
                </a:extLst>
              </p:cNvPr>
              <p:cNvSpPr>
                <a:spLocks noChangeArrowheads="1"/>
              </p:cNvSpPr>
              <p:nvPr/>
            </p:nvSpPr>
            <p:spPr bwMode="auto">
              <a:xfrm>
                <a:off x="1173" y="3846"/>
                <a:ext cx="114" cy="154"/>
              </a:xfrm>
              <a:prstGeom prst="rect">
                <a:avLst/>
              </a:prstGeom>
              <a:solidFill>
                <a:srgbClr val="FFFFFF"/>
              </a:solidFill>
              <a:ln w="9525">
                <a:solidFill>
                  <a:schemeClr val="tx1"/>
                </a:solidFill>
                <a:miter lim="800000"/>
                <a:headEnd/>
                <a:tailEnd/>
              </a:ln>
            </p:spPr>
            <p:txBody>
              <a:bodyPr wrap="none" lIns="90000" tIns="46800" rIns="90000" bIns="46800"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1000">
                  <a:solidFill>
                    <a:srgbClr val="000000"/>
                  </a:solidFill>
                </a:endParaRPr>
              </a:p>
            </p:txBody>
          </p:sp>
          <p:sp>
            <p:nvSpPr>
              <p:cNvPr id="69701" name="Rectangle 10">
                <a:extLst>
                  <a:ext uri="{FF2B5EF4-FFF2-40B4-BE49-F238E27FC236}">
                    <a16:creationId xmlns:a16="http://schemas.microsoft.com/office/drawing/2014/main" id="{00303C93-A541-4B4C-A0DC-9AC4B03DAE0A}"/>
                  </a:ext>
                </a:extLst>
              </p:cNvPr>
              <p:cNvSpPr>
                <a:spLocks noChangeArrowheads="1"/>
              </p:cNvSpPr>
              <p:nvPr/>
            </p:nvSpPr>
            <p:spPr bwMode="auto">
              <a:xfrm>
                <a:off x="1173" y="3447"/>
                <a:ext cx="114" cy="154"/>
              </a:xfrm>
              <a:prstGeom prst="rect">
                <a:avLst/>
              </a:prstGeom>
              <a:solidFill>
                <a:srgbClr val="FFFFFF"/>
              </a:solidFill>
              <a:ln w="9525">
                <a:solidFill>
                  <a:schemeClr val="tx1"/>
                </a:solidFill>
                <a:miter lim="800000"/>
                <a:headEnd/>
                <a:tailEnd/>
              </a:ln>
            </p:spPr>
            <p:txBody>
              <a:bodyPr wrap="none" lIns="90000" tIns="46800" rIns="90000" bIns="46800"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1000">
                  <a:solidFill>
                    <a:srgbClr val="000000"/>
                  </a:solidFill>
                </a:endParaRPr>
              </a:p>
            </p:txBody>
          </p:sp>
          <p:sp>
            <p:nvSpPr>
              <p:cNvPr id="69702" name="AutoShape 11">
                <a:extLst>
                  <a:ext uri="{FF2B5EF4-FFF2-40B4-BE49-F238E27FC236}">
                    <a16:creationId xmlns:a16="http://schemas.microsoft.com/office/drawing/2014/main" id="{27F41E75-715B-D64C-A1A4-F483DD2CA408}"/>
                  </a:ext>
                </a:extLst>
              </p:cNvPr>
              <p:cNvSpPr>
                <a:spLocks noChangeArrowheads="1"/>
              </p:cNvSpPr>
              <p:nvPr/>
            </p:nvSpPr>
            <p:spPr bwMode="auto">
              <a:xfrm>
                <a:off x="1168" y="3250"/>
                <a:ext cx="2448" cy="806"/>
              </a:xfrm>
              <a:prstGeom prst="flowChartProcess">
                <a:avLst/>
              </a:prstGeom>
              <a:solidFill>
                <a:schemeClr val="bg1"/>
              </a:solidFill>
              <a:ln w="9525">
                <a:solidFill>
                  <a:schemeClr val="tx1"/>
                </a:solidFill>
                <a:miter lim="800000"/>
                <a:headEnd/>
                <a:tailEnd/>
              </a:ln>
            </p:spPr>
            <p:txBody>
              <a:bodyPr wrap="none" lIns="90000" tIns="46800" rIns="90000" bIns="46800"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1000">
                  <a:solidFill>
                    <a:srgbClr val="000000"/>
                  </a:solidFill>
                </a:endParaRPr>
              </a:p>
            </p:txBody>
          </p:sp>
          <p:sp>
            <p:nvSpPr>
              <p:cNvPr id="69703" name="Text Box 12">
                <a:extLst>
                  <a:ext uri="{FF2B5EF4-FFF2-40B4-BE49-F238E27FC236}">
                    <a16:creationId xmlns:a16="http://schemas.microsoft.com/office/drawing/2014/main" id="{7CDF677D-0D6A-6748-9A5B-1FE76B30C791}"/>
                  </a:ext>
                </a:extLst>
              </p:cNvPr>
              <p:cNvSpPr txBox="1">
                <a:spLocks noChangeArrowheads="1"/>
              </p:cNvSpPr>
              <p:nvPr/>
            </p:nvSpPr>
            <p:spPr bwMode="auto">
              <a:xfrm>
                <a:off x="2920" y="3362"/>
                <a:ext cx="663" cy="19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000">
                    <a:solidFill>
                      <a:srgbClr val="000000"/>
                    </a:solidFill>
                  </a:rPr>
                  <a:t>para SSCs não estratégicos</a:t>
                </a:r>
              </a:p>
            </p:txBody>
          </p:sp>
          <p:sp>
            <p:nvSpPr>
              <p:cNvPr id="69704" name="Text Box 13">
                <a:extLst>
                  <a:ext uri="{FF2B5EF4-FFF2-40B4-BE49-F238E27FC236}">
                    <a16:creationId xmlns:a16="http://schemas.microsoft.com/office/drawing/2014/main" id="{45FDE704-9FD5-C749-9688-60C7826CC10B}"/>
                  </a:ext>
                </a:extLst>
              </p:cNvPr>
              <p:cNvSpPr txBox="1">
                <a:spLocks noChangeArrowheads="1"/>
              </p:cNvSpPr>
              <p:nvPr/>
            </p:nvSpPr>
            <p:spPr bwMode="auto">
              <a:xfrm>
                <a:off x="1293" y="3289"/>
                <a:ext cx="1052" cy="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lnSpc>
                    <a:spcPct val="150000"/>
                  </a:lnSpc>
                  <a:spcBef>
                    <a:spcPct val="0"/>
                  </a:spcBef>
                  <a:buFontTx/>
                  <a:buNone/>
                </a:pPr>
                <a:r>
                  <a:rPr lang="pt-BR" altLang="pt-BR" sz="1000">
                    <a:solidFill>
                      <a:srgbClr val="000000"/>
                    </a:solidFill>
                  </a:rPr>
                  <a:t>Calcular e desenhar SSCs</a:t>
                </a:r>
              </a:p>
              <a:p>
                <a:pPr algn="ctr" eaLnBrk="1" hangingPunct="1">
                  <a:lnSpc>
                    <a:spcPct val="150000"/>
                  </a:lnSpc>
                  <a:spcBef>
                    <a:spcPct val="0"/>
                  </a:spcBef>
                  <a:buFontTx/>
                  <a:buNone/>
                </a:pPr>
                <a:r>
                  <a:rPr lang="pt-BR" altLang="pt-BR" sz="1000">
                    <a:solidFill>
                      <a:srgbClr val="000000"/>
                    </a:solidFill>
                  </a:rPr>
                  <a:t>Especificar tolerâncias</a:t>
                </a:r>
              </a:p>
              <a:p>
                <a:pPr algn="ctr" eaLnBrk="1" hangingPunct="1">
                  <a:lnSpc>
                    <a:spcPct val="150000"/>
                  </a:lnSpc>
                  <a:spcBef>
                    <a:spcPct val="0"/>
                  </a:spcBef>
                  <a:buFontTx/>
                  <a:buNone/>
                </a:pPr>
                <a:r>
                  <a:rPr lang="pt-BR" altLang="pt-BR" sz="1000">
                    <a:solidFill>
                      <a:srgbClr val="000000"/>
                    </a:solidFill>
                  </a:rPr>
                  <a:t>Integrar SSCs</a:t>
                </a:r>
              </a:p>
              <a:p>
                <a:pPr algn="ctr" eaLnBrk="1" hangingPunct="1">
                  <a:lnSpc>
                    <a:spcPct val="150000"/>
                  </a:lnSpc>
                  <a:spcBef>
                    <a:spcPct val="0"/>
                  </a:spcBef>
                  <a:buFontTx/>
                  <a:buNone/>
                </a:pPr>
                <a:r>
                  <a:rPr lang="pt-BR" altLang="pt-BR" sz="1000">
                    <a:solidFill>
                      <a:srgbClr val="000000"/>
                    </a:solidFill>
                  </a:rPr>
                  <a:t>Finalizar desenhos</a:t>
                </a:r>
              </a:p>
              <a:p>
                <a:pPr algn="ctr" eaLnBrk="1" hangingPunct="1">
                  <a:lnSpc>
                    <a:spcPct val="150000"/>
                  </a:lnSpc>
                  <a:spcBef>
                    <a:spcPct val="0"/>
                  </a:spcBef>
                  <a:buFontTx/>
                  <a:buNone/>
                </a:pPr>
                <a:r>
                  <a:rPr lang="pt-BR" altLang="pt-BR" sz="1000">
                    <a:solidFill>
                      <a:srgbClr val="000000"/>
                    </a:solidFill>
                  </a:rPr>
                  <a:t>Completar BOM</a:t>
                </a:r>
              </a:p>
            </p:txBody>
          </p:sp>
          <p:sp>
            <p:nvSpPr>
              <p:cNvPr id="69705" name="Text Box 14">
                <a:extLst>
                  <a:ext uri="{FF2B5EF4-FFF2-40B4-BE49-F238E27FC236}">
                    <a16:creationId xmlns:a16="http://schemas.microsoft.com/office/drawing/2014/main" id="{F73AAC5D-A3E9-B648-B1C9-FFCF1AA987C7}"/>
                  </a:ext>
                </a:extLst>
              </p:cNvPr>
              <p:cNvSpPr txBox="1">
                <a:spLocks noChangeArrowheads="1"/>
              </p:cNvSpPr>
              <p:nvPr/>
            </p:nvSpPr>
            <p:spPr bwMode="auto">
              <a:xfrm>
                <a:off x="3046" y="3744"/>
                <a:ext cx="429" cy="2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000">
                    <a:solidFill>
                      <a:srgbClr val="000000"/>
                    </a:solidFill>
                  </a:rPr>
                  <a:t>para todos SSCs fabricados</a:t>
                </a:r>
              </a:p>
            </p:txBody>
          </p:sp>
          <p:sp>
            <p:nvSpPr>
              <p:cNvPr id="69706" name="Line 15">
                <a:extLst>
                  <a:ext uri="{FF2B5EF4-FFF2-40B4-BE49-F238E27FC236}">
                    <a16:creationId xmlns:a16="http://schemas.microsoft.com/office/drawing/2014/main" id="{861E149A-CBC3-3A4B-8521-E4F503A04F6C}"/>
                  </a:ext>
                </a:extLst>
              </p:cNvPr>
              <p:cNvSpPr>
                <a:spLocks noChangeShapeType="1"/>
              </p:cNvSpPr>
              <p:nvPr/>
            </p:nvSpPr>
            <p:spPr bwMode="auto">
              <a:xfrm flipV="1">
                <a:off x="2214" y="3449"/>
                <a:ext cx="740" cy="89"/>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spAutoFit/>
              </a:bodyPr>
              <a:lstStyle/>
              <a:p>
                <a:endParaRPr lang="pt-BR"/>
              </a:p>
            </p:txBody>
          </p:sp>
          <p:sp>
            <p:nvSpPr>
              <p:cNvPr id="69707" name="Line 16">
                <a:extLst>
                  <a:ext uri="{FF2B5EF4-FFF2-40B4-BE49-F238E27FC236}">
                    <a16:creationId xmlns:a16="http://schemas.microsoft.com/office/drawing/2014/main" id="{64C3B176-571D-1F4A-969A-06AA19D662BE}"/>
                  </a:ext>
                </a:extLst>
              </p:cNvPr>
              <p:cNvSpPr>
                <a:spLocks noChangeShapeType="1"/>
              </p:cNvSpPr>
              <p:nvPr/>
            </p:nvSpPr>
            <p:spPr bwMode="auto">
              <a:xfrm>
                <a:off x="2237" y="3568"/>
                <a:ext cx="800" cy="299"/>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spAutoFit/>
              </a:bodyPr>
              <a:lstStyle/>
              <a:p>
                <a:endParaRPr lang="pt-BR"/>
              </a:p>
            </p:txBody>
          </p:sp>
        </p:grpSp>
        <p:cxnSp>
          <p:nvCxnSpPr>
            <p:cNvPr id="69641" name="AutoShape 17">
              <a:extLst>
                <a:ext uri="{FF2B5EF4-FFF2-40B4-BE49-F238E27FC236}">
                  <a16:creationId xmlns:a16="http://schemas.microsoft.com/office/drawing/2014/main" id="{1296C701-DF0F-2842-9DA0-0EFA36B7FE92}"/>
                </a:ext>
              </a:extLst>
            </p:cNvPr>
            <p:cNvCxnSpPr>
              <a:cxnSpLocks noChangeShapeType="1"/>
              <a:stCxn id="69646" idx="3"/>
              <a:endCxn id="69658" idx="3"/>
            </p:cNvCxnSpPr>
            <p:nvPr/>
          </p:nvCxnSpPr>
          <p:spPr bwMode="auto">
            <a:xfrm>
              <a:off x="4349" y="2211"/>
              <a:ext cx="1158" cy="1246"/>
            </a:xfrm>
            <a:prstGeom prst="bentConnector3">
              <a:avLst>
                <a:gd name="adj1" fmla="val 112435"/>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69642" name="AutoShape 18">
              <a:extLst>
                <a:ext uri="{FF2B5EF4-FFF2-40B4-BE49-F238E27FC236}">
                  <a16:creationId xmlns:a16="http://schemas.microsoft.com/office/drawing/2014/main" id="{2084F688-84C9-2E4A-859F-A6390CDE4601}"/>
                </a:ext>
              </a:extLst>
            </p:cNvPr>
            <p:cNvSpPr>
              <a:spLocks noChangeArrowheads="1"/>
            </p:cNvSpPr>
            <p:nvPr/>
          </p:nvSpPr>
          <p:spPr bwMode="auto">
            <a:xfrm>
              <a:off x="126" y="182"/>
              <a:ext cx="959" cy="564"/>
            </a:xfrm>
            <a:prstGeom prst="flowChartDecision">
              <a:avLst/>
            </a:prstGeom>
            <a:solidFill>
              <a:schemeClr val="bg1"/>
            </a:solidFill>
            <a:ln w="9525">
              <a:solidFill>
                <a:schemeClr val="tx1"/>
              </a:solidFill>
              <a:miter lim="800000"/>
              <a:headEnd/>
              <a:tailEnd/>
            </a:ln>
          </p:spPr>
          <p:txBody>
            <a:bodyPr lIns="0" tIns="0" rIns="0" bIns="0"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000">
                  <a:solidFill>
                    <a:srgbClr val="000000"/>
                  </a:solidFill>
                </a:rPr>
                <a:t>Foi definido na </a:t>
              </a:r>
            </a:p>
            <a:p>
              <a:pPr algn="ctr" eaLnBrk="1" hangingPunct="1">
                <a:spcBef>
                  <a:spcPct val="0"/>
                </a:spcBef>
                <a:buFontTx/>
                <a:buNone/>
              </a:pPr>
              <a:r>
                <a:rPr lang="pt-BR" altLang="pt-BR" sz="1000">
                  <a:solidFill>
                    <a:srgbClr val="000000"/>
                  </a:solidFill>
                </a:rPr>
                <a:t>concepção?</a:t>
              </a:r>
            </a:p>
          </p:txBody>
        </p:sp>
        <p:sp>
          <p:nvSpPr>
            <p:cNvPr id="69643" name="AutoShape 19">
              <a:extLst>
                <a:ext uri="{FF2B5EF4-FFF2-40B4-BE49-F238E27FC236}">
                  <a16:creationId xmlns:a16="http://schemas.microsoft.com/office/drawing/2014/main" id="{9ED6E128-D96F-1D4B-B9FA-D5F7D36AD075}"/>
                </a:ext>
              </a:extLst>
            </p:cNvPr>
            <p:cNvSpPr>
              <a:spLocks noChangeArrowheads="1"/>
            </p:cNvSpPr>
            <p:nvPr/>
          </p:nvSpPr>
          <p:spPr bwMode="auto">
            <a:xfrm>
              <a:off x="4441" y="230"/>
              <a:ext cx="1127" cy="448"/>
            </a:xfrm>
            <a:prstGeom prst="flowChartDecision">
              <a:avLst/>
            </a:prstGeom>
            <a:solidFill>
              <a:schemeClr val="bg1"/>
            </a:solidFill>
            <a:ln w="9525">
              <a:solidFill>
                <a:schemeClr val="tx1"/>
              </a:solidFill>
              <a:miter lim="800000"/>
              <a:headEnd/>
              <a:tailEnd/>
            </a:ln>
          </p:spPr>
          <p:txBody>
            <a:bodyPr lIns="90000" tIns="46800" rIns="90000" bIns="4680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000">
                  <a:solidFill>
                    <a:srgbClr val="000000"/>
                  </a:solidFill>
                </a:rPr>
                <a:t>É comprado ou fabricado?</a:t>
              </a:r>
            </a:p>
          </p:txBody>
        </p:sp>
        <p:sp>
          <p:nvSpPr>
            <p:cNvPr id="69644" name="AutoShape 20">
              <a:extLst>
                <a:ext uri="{FF2B5EF4-FFF2-40B4-BE49-F238E27FC236}">
                  <a16:creationId xmlns:a16="http://schemas.microsoft.com/office/drawing/2014/main" id="{25379C66-5369-E54C-816B-3632BACA77F3}"/>
                </a:ext>
              </a:extLst>
            </p:cNvPr>
            <p:cNvSpPr>
              <a:spLocks noChangeArrowheads="1"/>
            </p:cNvSpPr>
            <p:nvPr/>
          </p:nvSpPr>
          <p:spPr bwMode="auto">
            <a:xfrm>
              <a:off x="1686" y="1575"/>
              <a:ext cx="718" cy="160"/>
            </a:xfrm>
            <a:prstGeom prst="flowChartProcess">
              <a:avLst/>
            </a:prstGeom>
            <a:solidFill>
              <a:schemeClr val="bg1"/>
            </a:solidFill>
            <a:ln w="9525">
              <a:solidFill>
                <a:schemeClr val="tx1"/>
              </a:solidFill>
              <a:miter lim="800000"/>
              <a:headEnd/>
              <a:tailEnd/>
            </a:ln>
          </p:spPr>
          <p:txBody>
            <a:bodyPr lIns="90000" tIns="46800" rIns="90000" bIns="4680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000">
                  <a:solidFill>
                    <a:srgbClr val="000000"/>
                  </a:solidFill>
                </a:rPr>
                <a:t>Tentar recuperar</a:t>
              </a:r>
            </a:p>
          </p:txBody>
        </p:sp>
        <p:sp>
          <p:nvSpPr>
            <p:cNvPr id="69645" name="AutoShape 21">
              <a:extLst>
                <a:ext uri="{FF2B5EF4-FFF2-40B4-BE49-F238E27FC236}">
                  <a16:creationId xmlns:a16="http://schemas.microsoft.com/office/drawing/2014/main" id="{2A271045-ECC1-CC49-A385-658C3CB4F9F6}"/>
                </a:ext>
              </a:extLst>
            </p:cNvPr>
            <p:cNvSpPr>
              <a:spLocks noChangeArrowheads="1"/>
            </p:cNvSpPr>
            <p:nvPr/>
          </p:nvSpPr>
          <p:spPr bwMode="auto">
            <a:xfrm>
              <a:off x="3514" y="1575"/>
              <a:ext cx="919" cy="160"/>
            </a:xfrm>
            <a:prstGeom prst="flowChartProcess">
              <a:avLst/>
            </a:prstGeom>
            <a:solidFill>
              <a:schemeClr val="bg1"/>
            </a:solidFill>
            <a:ln w="9525">
              <a:solidFill>
                <a:schemeClr val="tx1"/>
              </a:solidFill>
              <a:miter lim="800000"/>
              <a:headEnd/>
              <a:tailEnd/>
            </a:ln>
          </p:spPr>
          <p:txBody>
            <a:bodyPr lIns="90000" tIns="46800" rIns="90000" bIns="4680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000">
                  <a:solidFill>
                    <a:srgbClr val="000000"/>
                  </a:solidFill>
                </a:rPr>
                <a:t>Procurar no mercado</a:t>
              </a:r>
            </a:p>
          </p:txBody>
        </p:sp>
        <p:sp>
          <p:nvSpPr>
            <p:cNvPr id="69646" name="Text Box 22">
              <a:extLst>
                <a:ext uri="{FF2B5EF4-FFF2-40B4-BE49-F238E27FC236}">
                  <a16:creationId xmlns:a16="http://schemas.microsoft.com/office/drawing/2014/main" id="{6E48E6F8-77E0-A040-8E58-610805329215}"/>
                </a:ext>
              </a:extLst>
            </p:cNvPr>
            <p:cNvSpPr txBox="1">
              <a:spLocks noChangeArrowheads="1"/>
            </p:cNvSpPr>
            <p:nvPr/>
          </p:nvSpPr>
          <p:spPr bwMode="auto">
            <a:xfrm>
              <a:off x="3868" y="2038"/>
              <a:ext cx="481" cy="34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000">
                  <a:solidFill>
                    <a:srgbClr val="000000"/>
                  </a:solidFill>
                </a:rPr>
                <a:t>e) Existe no mercado</a:t>
              </a:r>
            </a:p>
          </p:txBody>
        </p:sp>
        <p:sp>
          <p:nvSpPr>
            <p:cNvPr id="69647" name="Text Box 23">
              <a:extLst>
                <a:ext uri="{FF2B5EF4-FFF2-40B4-BE49-F238E27FC236}">
                  <a16:creationId xmlns:a16="http://schemas.microsoft.com/office/drawing/2014/main" id="{78253443-BD1E-FB46-B039-CF43A231ED4D}"/>
                </a:ext>
              </a:extLst>
            </p:cNvPr>
            <p:cNvSpPr txBox="1">
              <a:spLocks noChangeArrowheads="1"/>
            </p:cNvSpPr>
            <p:nvPr/>
          </p:nvSpPr>
          <p:spPr bwMode="auto">
            <a:xfrm>
              <a:off x="3114" y="2038"/>
              <a:ext cx="575" cy="34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000">
                  <a:solidFill>
                    <a:srgbClr val="000000"/>
                  </a:solidFill>
                </a:rPr>
                <a:t>d) Não existe no mercado</a:t>
              </a:r>
            </a:p>
          </p:txBody>
        </p:sp>
        <p:sp>
          <p:nvSpPr>
            <p:cNvPr id="69648" name="Text Box 24">
              <a:extLst>
                <a:ext uri="{FF2B5EF4-FFF2-40B4-BE49-F238E27FC236}">
                  <a16:creationId xmlns:a16="http://schemas.microsoft.com/office/drawing/2014/main" id="{94959B93-DD7D-AB49-93D0-FCAE5787B778}"/>
                </a:ext>
              </a:extLst>
            </p:cNvPr>
            <p:cNvSpPr txBox="1">
              <a:spLocks noChangeArrowheads="1"/>
            </p:cNvSpPr>
            <p:nvPr/>
          </p:nvSpPr>
          <p:spPr bwMode="auto">
            <a:xfrm>
              <a:off x="2687" y="1511"/>
              <a:ext cx="575" cy="2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000">
                  <a:solidFill>
                    <a:srgbClr val="000000"/>
                  </a:solidFill>
                </a:rPr>
                <a:t>c) Não existe nada semelhante</a:t>
              </a:r>
            </a:p>
          </p:txBody>
        </p:sp>
        <p:sp>
          <p:nvSpPr>
            <p:cNvPr id="69649" name="Text Box 25">
              <a:extLst>
                <a:ext uri="{FF2B5EF4-FFF2-40B4-BE49-F238E27FC236}">
                  <a16:creationId xmlns:a16="http://schemas.microsoft.com/office/drawing/2014/main" id="{940BC6D2-66D1-0245-A8FF-A2183B703A5A}"/>
                </a:ext>
              </a:extLst>
            </p:cNvPr>
            <p:cNvSpPr txBox="1">
              <a:spLocks noChangeArrowheads="1"/>
            </p:cNvSpPr>
            <p:nvPr/>
          </p:nvSpPr>
          <p:spPr bwMode="auto">
            <a:xfrm>
              <a:off x="1983" y="2038"/>
              <a:ext cx="575"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000">
                  <a:solidFill>
                    <a:srgbClr val="000000"/>
                  </a:solidFill>
                </a:rPr>
                <a:t>b) Existe semelhante</a:t>
              </a:r>
            </a:p>
          </p:txBody>
        </p:sp>
        <p:sp>
          <p:nvSpPr>
            <p:cNvPr id="69650" name="Text Box 26">
              <a:extLst>
                <a:ext uri="{FF2B5EF4-FFF2-40B4-BE49-F238E27FC236}">
                  <a16:creationId xmlns:a16="http://schemas.microsoft.com/office/drawing/2014/main" id="{EF2EA67A-5559-784D-8940-B1D7041675A2}"/>
                </a:ext>
              </a:extLst>
            </p:cNvPr>
            <p:cNvSpPr txBox="1">
              <a:spLocks noChangeArrowheads="1"/>
            </p:cNvSpPr>
            <p:nvPr/>
          </p:nvSpPr>
          <p:spPr bwMode="auto">
            <a:xfrm>
              <a:off x="1247" y="2038"/>
              <a:ext cx="471"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000">
                  <a:solidFill>
                    <a:srgbClr val="000000"/>
                  </a:solidFill>
                </a:rPr>
                <a:t>a) Existe idêntico</a:t>
              </a:r>
            </a:p>
          </p:txBody>
        </p:sp>
        <p:sp>
          <p:nvSpPr>
            <p:cNvPr id="69651" name="AutoShape 27">
              <a:extLst>
                <a:ext uri="{FF2B5EF4-FFF2-40B4-BE49-F238E27FC236}">
                  <a16:creationId xmlns:a16="http://schemas.microsoft.com/office/drawing/2014/main" id="{DD24FCC2-A6A1-DB4C-BA11-B8F105D68C85}"/>
                </a:ext>
              </a:extLst>
            </p:cNvPr>
            <p:cNvSpPr>
              <a:spLocks noChangeArrowheads="1"/>
            </p:cNvSpPr>
            <p:nvPr/>
          </p:nvSpPr>
          <p:spPr bwMode="auto">
            <a:xfrm>
              <a:off x="2030" y="2534"/>
              <a:ext cx="494" cy="160"/>
            </a:xfrm>
            <a:prstGeom prst="flowChartProcess">
              <a:avLst/>
            </a:prstGeom>
            <a:solidFill>
              <a:schemeClr val="bg1"/>
            </a:solidFill>
            <a:ln w="9525">
              <a:solidFill>
                <a:schemeClr val="tx1"/>
              </a:solidFill>
              <a:miter lim="800000"/>
              <a:headEnd/>
              <a:tailEnd/>
            </a:ln>
          </p:spPr>
          <p:txBody>
            <a:bodyPr lIns="90000" tIns="46800" rIns="90000" bIns="4680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000">
                  <a:solidFill>
                    <a:srgbClr val="000000"/>
                  </a:solidFill>
                </a:rPr>
                <a:t>Modificar</a:t>
              </a:r>
            </a:p>
          </p:txBody>
        </p:sp>
        <p:sp>
          <p:nvSpPr>
            <p:cNvPr id="69652" name="AutoShape 28">
              <a:extLst>
                <a:ext uri="{FF2B5EF4-FFF2-40B4-BE49-F238E27FC236}">
                  <a16:creationId xmlns:a16="http://schemas.microsoft.com/office/drawing/2014/main" id="{3119C247-3399-814E-A8CE-B841167F10D5}"/>
                </a:ext>
              </a:extLst>
            </p:cNvPr>
            <p:cNvSpPr>
              <a:spLocks noChangeArrowheads="1"/>
            </p:cNvSpPr>
            <p:nvPr/>
          </p:nvSpPr>
          <p:spPr bwMode="auto">
            <a:xfrm>
              <a:off x="2746" y="326"/>
              <a:ext cx="1171" cy="256"/>
            </a:xfrm>
            <a:prstGeom prst="flowChartDecision">
              <a:avLst/>
            </a:prstGeom>
            <a:solidFill>
              <a:schemeClr val="bg1"/>
            </a:solidFill>
            <a:ln w="9525">
              <a:solidFill>
                <a:schemeClr val="tx1"/>
              </a:solidFill>
              <a:miter lim="800000"/>
              <a:headEnd/>
              <a:tailEnd/>
            </a:ln>
          </p:spPr>
          <p:txBody>
            <a:bodyPr lIns="90000" tIns="46800" rIns="90000" bIns="4680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000">
                  <a:solidFill>
                    <a:srgbClr val="000000"/>
                  </a:solidFill>
                </a:rPr>
                <a:t>É estratégico?</a:t>
              </a:r>
            </a:p>
          </p:txBody>
        </p:sp>
        <p:sp>
          <p:nvSpPr>
            <p:cNvPr id="69653" name="Text Box 29">
              <a:extLst>
                <a:ext uri="{FF2B5EF4-FFF2-40B4-BE49-F238E27FC236}">
                  <a16:creationId xmlns:a16="http://schemas.microsoft.com/office/drawing/2014/main" id="{0F8F26F2-8D6A-6147-A9F3-AA768384D5F5}"/>
                </a:ext>
              </a:extLst>
            </p:cNvPr>
            <p:cNvSpPr txBox="1">
              <a:spLocks noChangeArrowheads="1"/>
            </p:cNvSpPr>
            <p:nvPr/>
          </p:nvSpPr>
          <p:spPr bwMode="auto">
            <a:xfrm>
              <a:off x="1787" y="1139"/>
              <a:ext cx="516" cy="1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000">
                  <a:solidFill>
                    <a:srgbClr val="000000"/>
                  </a:solidFill>
                </a:rPr>
                <a:t>É fabricado</a:t>
              </a:r>
            </a:p>
          </p:txBody>
        </p:sp>
        <p:sp>
          <p:nvSpPr>
            <p:cNvPr id="69654" name="Text Box 30">
              <a:extLst>
                <a:ext uri="{FF2B5EF4-FFF2-40B4-BE49-F238E27FC236}">
                  <a16:creationId xmlns:a16="http://schemas.microsoft.com/office/drawing/2014/main" id="{71E76047-713F-B14E-B179-5F0D857A143A}"/>
                </a:ext>
              </a:extLst>
            </p:cNvPr>
            <p:cNvSpPr txBox="1">
              <a:spLocks noChangeArrowheads="1"/>
            </p:cNvSpPr>
            <p:nvPr/>
          </p:nvSpPr>
          <p:spPr bwMode="auto">
            <a:xfrm>
              <a:off x="2743" y="1138"/>
              <a:ext cx="384" cy="1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000">
                  <a:solidFill>
                    <a:srgbClr val="000000"/>
                  </a:solidFill>
                </a:rPr>
                <a:t>Não sei</a:t>
              </a:r>
            </a:p>
          </p:txBody>
        </p:sp>
        <p:sp>
          <p:nvSpPr>
            <p:cNvPr id="69655" name="Text Box 31">
              <a:extLst>
                <a:ext uri="{FF2B5EF4-FFF2-40B4-BE49-F238E27FC236}">
                  <a16:creationId xmlns:a16="http://schemas.microsoft.com/office/drawing/2014/main" id="{E95FB10B-B2F6-6842-8313-436A65A945AC}"/>
                </a:ext>
              </a:extLst>
            </p:cNvPr>
            <p:cNvSpPr txBox="1">
              <a:spLocks noChangeArrowheads="1"/>
            </p:cNvSpPr>
            <p:nvPr/>
          </p:nvSpPr>
          <p:spPr bwMode="auto">
            <a:xfrm>
              <a:off x="3702" y="1139"/>
              <a:ext cx="543" cy="1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000">
                  <a:solidFill>
                    <a:srgbClr val="000000"/>
                  </a:solidFill>
                </a:rPr>
                <a:t>É comprado</a:t>
              </a:r>
            </a:p>
          </p:txBody>
        </p:sp>
        <p:sp>
          <p:nvSpPr>
            <p:cNvPr id="69656" name="AutoShape 32">
              <a:extLst>
                <a:ext uri="{FF2B5EF4-FFF2-40B4-BE49-F238E27FC236}">
                  <a16:creationId xmlns:a16="http://schemas.microsoft.com/office/drawing/2014/main" id="{4869083C-28E5-8545-B07D-DF3E5154E9DA}"/>
                </a:ext>
              </a:extLst>
            </p:cNvPr>
            <p:cNvSpPr>
              <a:spLocks noChangeArrowheads="1"/>
            </p:cNvSpPr>
            <p:nvPr/>
          </p:nvSpPr>
          <p:spPr bwMode="auto">
            <a:xfrm>
              <a:off x="1236" y="2534"/>
              <a:ext cx="494" cy="160"/>
            </a:xfrm>
            <a:prstGeom prst="flowChartProcess">
              <a:avLst/>
            </a:prstGeom>
            <a:solidFill>
              <a:schemeClr val="bg1"/>
            </a:solidFill>
            <a:ln w="9525">
              <a:solidFill>
                <a:schemeClr val="tx1"/>
              </a:solidFill>
              <a:miter lim="800000"/>
              <a:headEnd/>
              <a:tailEnd/>
            </a:ln>
          </p:spPr>
          <p:txBody>
            <a:bodyPr lIns="90000" tIns="46800" rIns="90000" bIns="4680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000">
                  <a:solidFill>
                    <a:srgbClr val="000000"/>
                  </a:solidFill>
                </a:rPr>
                <a:t>Reutilizar</a:t>
              </a:r>
            </a:p>
          </p:txBody>
        </p:sp>
        <p:sp>
          <p:nvSpPr>
            <p:cNvPr id="69657" name="AutoShape 33">
              <a:extLst>
                <a:ext uri="{FF2B5EF4-FFF2-40B4-BE49-F238E27FC236}">
                  <a16:creationId xmlns:a16="http://schemas.microsoft.com/office/drawing/2014/main" id="{A2681B13-6E7E-B742-8D70-F10A8E0844FB}"/>
                </a:ext>
              </a:extLst>
            </p:cNvPr>
            <p:cNvSpPr>
              <a:spLocks noChangeArrowheads="1"/>
            </p:cNvSpPr>
            <p:nvPr/>
          </p:nvSpPr>
          <p:spPr bwMode="auto">
            <a:xfrm>
              <a:off x="3871" y="3253"/>
              <a:ext cx="692" cy="409"/>
            </a:xfrm>
            <a:prstGeom prst="flowChartProcess">
              <a:avLst/>
            </a:prstGeom>
            <a:solidFill>
              <a:schemeClr val="bg1"/>
            </a:solidFill>
            <a:ln w="9525">
              <a:solidFill>
                <a:schemeClr val="tx1"/>
              </a:solidFill>
              <a:miter lim="800000"/>
              <a:headEnd/>
              <a:tailEnd/>
            </a:ln>
          </p:spPr>
          <p:txBody>
            <a:bodyPr lIns="90000" tIns="46800" rIns="90000" bIns="4680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200" b="1">
                  <a:solidFill>
                    <a:srgbClr val="000000"/>
                  </a:solidFill>
                </a:rPr>
                <a:t>Decidir comprar ou fabricar</a:t>
              </a:r>
            </a:p>
          </p:txBody>
        </p:sp>
        <p:sp>
          <p:nvSpPr>
            <p:cNvPr id="69658" name="AutoShape 34">
              <a:extLst>
                <a:ext uri="{FF2B5EF4-FFF2-40B4-BE49-F238E27FC236}">
                  <a16:creationId xmlns:a16="http://schemas.microsoft.com/office/drawing/2014/main" id="{39D8079B-E757-D141-982C-737C5EAB0FAF}"/>
                </a:ext>
              </a:extLst>
            </p:cNvPr>
            <p:cNvSpPr>
              <a:spLocks noChangeArrowheads="1"/>
            </p:cNvSpPr>
            <p:nvPr/>
          </p:nvSpPr>
          <p:spPr bwMode="auto">
            <a:xfrm>
              <a:off x="4740" y="3310"/>
              <a:ext cx="767" cy="294"/>
            </a:xfrm>
            <a:prstGeom prst="flowChartProcess">
              <a:avLst/>
            </a:prstGeom>
            <a:solidFill>
              <a:schemeClr val="bg1"/>
            </a:solidFill>
            <a:ln w="9525">
              <a:solidFill>
                <a:schemeClr val="tx1"/>
              </a:solidFill>
              <a:miter lim="800000"/>
              <a:headEnd/>
              <a:tailEnd/>
            </a:ln>
          </p:spPr>
          <p:txBody>
            <a:bodyPr lIns="90000" tIns="46800" rIns="90000" bIns="4680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200" b="1">
                  <a:solidFill>
                    <a:srgbClr val="000000"/>
                  </a:solidFill>
                </a:rPr>
                <a:t>Desenvolver fornecedores</a:t>
              </a:r>
            </a:p>
          </p:txBody>
        </p:sp>
        <p:cxnSp>
          <p:nvCxnSpPr>
            <p:cNvPr id="69659" name="AutoShape 35">
              <a:extLst>
                <a:ext uri="{FF2B5EF4-FFF2-40B4-BE49-F238E27FC236}">
                  <a16:creationId xmlns:a16="http://schemas.microsoft.com/office/drawing/2014/main" id="{CC9B750C-6EEF-4249-B4E3-E55C5D953CEB}"/>
                </a:ext>
              </a:extLst>
            </p:cNvPr>
            <p:cNvCxnSpPr>
              <a:cxnSpLocks noChangeShapeType="1"/>
              <a:stCxn id="69643" idx="2"/>
              <a:endCxn id="69653" idx="0"/>
            </p:cNvCxnSpPr>
            <p:nvPr/>
          </p:nvCxnSpPr>
          <p:spPr bwMode="auto">
            <a:xfrm rot="5400000">
              <a:off x="3294" y="-571"/>
              <a:ext cx="461" cy="2960"/>
            </a:xfrm>
            <a:prstGeom prst="bentConnector3">
              <a:avLst>
                <a:gd name="adj1" fmla="val 49894"/>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9660" name="AutoShape 36">
              <a:extLst>
                <a:ext uri="{FF2B5EF4-FFF2-40B4-BE49-F238E27FC236}">
                  <a16:creationId xmlns:a16="http://schemas.microsoft.com/office/drawing/2014/main" id="{E958FC98-BB6E-5342-BC7F-CF3206306773}"/>
                </a:ext>
              </a:extLst>
            </p:cNvPr>
            <p:cNvCxnSpPr>
              <a:cxnSpLocks noChangeShapeType="1"/>
              <a:stCxn id="69643" idx="2"/>
              <a:endCxn id="69654" idx="0"/>
            </p:cNvCxnSpPr>
            <p:nvPr/>
          </p:nvCxnSpPr>
          <p:spPr bwMode="auto">
            <a:xfrm rot="5400000">
              <a:off x="3740" y="-127"/>
              <a:ext cx="460" cy="2070"/>
            </a:xfrm>
            <a:prstGeom prst="bentConnector3">
              <a:avLst>
                <a:gd name="adj1" fmla="val 5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9661" name="AutoShape 37">
              <a:extLst>
                <a:ext uri="{FF2B5EF4-FFF2-40B4-BE49-F238E27FC236}">
                  <a16:creationId xmlns:a16="http://schemas.microsoft.com/office/drawing/2014/main" id="{D8D64547-2AF1-5A49-9727-F96CE2BE0C17}"/>
                </a:ext>
              </a:extLst>
            </p:cNvPr>
            <p:cNvCxnSpPr>
              <a:cxnSpLocks noChangeShapeType="1"/>
              <a:stCxn id="69643" idx="2"/>
              <a:endCxn id="69655" idx="0"/>
            </p:cNvCxnSpPr>
            <p:nvPr/>
          </p:nvCxnSpPr>
          <p:spPr bwMode="auto">
            <a:xfrm rot="5400000">
              <a:off x="4259" y="393"/>
              <a:ext cx="461" cy="1031"/>
            </a:xfrm>
            <a:prstGeom prst="bentConnector3">
              <a:avLst>
                <a:gd name="adj1" fmla="val 49894"/>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9662" name="AutoShape 38">
              <a:extLst>
                <a:ext uri="{FF2B5EF4-FFF2-40B4-BE49-F238E27FC236}">
                  <a16:creationId xmlns:a16="http://schemas.microsoft.com/office/drawing/2014/main" id="{A7B45946-DE74-494E-B5BB-6778C65A91F1}"/>
                </a:ext>
              </a:extLst>
            </p:cNvPr>
            <p:cNvCxnSpPr>
              <a:cxnSpLocks noChangeShapeType="1"/>
              <a:stCxn id="69655" idx="2"/>
              <a:endCxn id="69645" idx="0"/>
            </p:cNvCxnSpPr>
            <p:nvPr/>
          </p:nvCxnSpPr>
          <p:spPr bwMode="auto">
            <a:xfrm>
              <a:off x="3974" y="1293"/>
              <a:ext cx="0" cy="28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9663" name="AutoShape 39">
              <a:extLst>
                <a:ext uri="{FF2B5EF4-FFF2-40B4-BE49-F238E27FC236}">
                  <a16:creationId xmlns:a16="http://schemas.microsoft.com/office/drawing/2014/main" id="{C18A5A14-3CE5-164E-90CF-D10CD1402FB3}"/>
                </a:ext>
              </a:extLst>
            </p:cNvPr>
            <p:cNvCxnSpPr>
              <a:cxnSpLocks noChangeShapeType="1"/>
              <a:stCxn id="69653" idx="2"/>
              <a:endCxn id="69644" idx="0"/>
            </p:cNvCxnSpPr>
            <p:nvPr/>
          </p:nvCxnSpPr>
          <p:spPr bwMode="auto">
            <a:xfrm>
              <a:off x="2045" y="1293"/>
              <a:ext cx="0" cy="28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9664" name="AutoShape 40">
              <a:extLst>
                <a:ext uri="{FF2B5EF4-FFF2-40B4-BE49-F238E27FC236}">
                  <a16:creationId xmlns:a16="http://schemas.microsoft.com/office/drawing/2014/main" id="{37C2E65D-D8D5-C14C-95D1-F9993B6B57E3}"/>
                </a:ext>
              </a:extLst>
            </p:cNvPr>
            <p:cNvCxnSpPr>
              <a:cxnSpLocks noChangeShapeType="1"/>
              <a:stCxn id="69654" idx="2"/>
              <a:endCxn id="69644" idx="0"/>
            </p:cNvCxnSpPr>
            <p:nvPr/>
          </p:nvCxnSpPr>
          <p:spPr bwMode="auto">
            <a:xfrm rot="5400000">
              <a:off x="2348" y="989"/>
              <a:ext cx="283" cy="890"/>
            </a:xfrm>
            <a:prstGeom prst="bentConnector3">
              <a:avLst>
                <a:gd name="adj1" fmla="val 49824"/>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9665" name="AutoShape 41">
              <a:extLst>
                <a:ext uri="{FF2B5EF4-FFF2-40B4-BE49-F238E27FC236}">
                  <a16:creationId xmlns:a16="http://schemas.microsoft.com/office/drawing/2014/main" id="{F21EE96E-452D-E543-995B-3318E6C04BDF}"/>
                </a:ext>
              </a:extLst>
            </p:cNvPr>
            <p:cNvCxnSpPr>
              <a:cxnSpLocks noChangeShapeType="1"/>
              <a:stCxn id="69644" idx="3"/>
              <a:endCxn id="69648" idx="1"/>
            </p:cNvCxnSpPr>
            <p:nvPr/>
          </p:nvCxnSpPr>
          <p:spPr bwMode="auto">
            <a:xfrm>
              <a:off x="2404" y="1655"/>
              <a:ext cx="283"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9666" name="AutoShape 42">
              <a:extLst>
                <a:ext uri="{FF2B5EF4-FFF2-40B4-BE49-F238E27FC236}">
                  <a16:creationId xmlns:a16="http://schemas.microsoft.com/office/drawing/2014/main" id="{7C327C28-3FD6-B94B-8160-7B0F6F7A965E}"/>
                </a:ext>
              </a:extLst>
            </p:cNvPr>
            <p:cNvCxnSpPr>
              <a:cxnSpLocks noChangeShapeType="1"/>
              <a:stCxn id="69648" idx="3"/>
              <a:endCxn id="69645" idx="1"/>
            </p:cNvCxnSpPr>
            <p:nvPr/>
          </p:nvCxnSpPr>
          <p:spPr bwMode="auto">
            <a:xfrm>
              <a:off x="3262" y="1655"/>
              <a:ext cx="25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9667" name="AutoShape 43">
              <a:extLst>
                <a:ext uri="{FF2B5EF4-FFF2-40B4-BE49-F238E27FC236}">
                  <a16:creationId xmlns:a16="http://schemas.microsoft.com/office/drawing/2014/main" id="{2E295FA4-7881-4B46-A5E0-27C0D6E7A636}"/>
                </a:ext>
              </a:extLst>
            </p:cNvPr>
            <p:cNvCxnSpPr>
              <a:cxnSpLocks noChangeShapeType="1"/>
              <a:stCxn id="69644" idx="2"/>
              <a:endCxn id="69650" idx="0"/>
            </p:cNvCxnSpPr>
            <p:nvPr/>
          </p:nvCxnSpPr>
          <p:spPr bwMode="auto">
            <a:xfrm rot="5400000">
              <a:off x="1612" y="1606"/>
              <a:ext cx="303" cy="562"/>
            </a:xfrm>
            <a:prstGeom prst="bentConnector3">
              <a:avLst>
                <a:gd name="adj1" fmla="val 49833"/>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9668" name="AutoShape 44">
              <a:extLst>
                <a:ext uri="{FF2B5EF4-FFF2-40B4-BE49-F238E27FC236}">
                  <a16:creationId xmlns:a16="http://schemas.microsoft.com/office/drawing/2014/main" id="{41A16F81-0139-0B46-BB56-9BB7B26C9835}"/>
                </a:ext>
              </a:extLst>
            </p:cNvPr>
            <p:cNvCxnSpPr>
              <a:cxnSpLocks noChangeShapeType="1"/>
              <a:stCxn id="69644" idx="2"/>
              <a:endCxn id="69649" idx="0"/>
            </p:cNvCxnSpPr>
            <p:nvPr/>
          </p:nvCxnSpPr>
          <p:spPr bwMode="auto">
            <a:xfrm rot="16200000" flipH="1">
              <a:off x="2006" y="1774"/>
              <a:ext cx="303" cy="226"/>
            </a:xfrm>
            <a:prstGeom prst="bentConnector3">
              <a:avLst>
                <a:gd name="adj1" fmla="val 49833"/>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9669" name="AutoShape 45">
              <a:extLst>
                <a:ext uri="{FF2B5EF4-FFF2-40B4-BE49-F238E27FC236}">
                  <a16:creationId xmlns:a16="http://schemas.microsoft.com/office/drawing/2014/main" id="{7BA83336-64CF-D74C-8AAB-A601A57959B4}"/>
                </a:ext>
              </a:extLst>
            </p:cNvPr>
            <p:cNvCxnSpPr>
              <a:cxnSpLocks noChangeShapeType="1"/>
              <a:stCxn id="69645" idx="2"/>
              <a:endCxn id="69647" idx="0"/>
            </p:cNvCxnSpPr>
            <p:nvPr/>
          </p:nvCxnSpPr>
          <p:spPr bwMode="auto">
            <a:xfrm rot="5400000">
              <a:off x="3536" y="1601"/>
              <a:ext cx="303" cy="572"/>
            </a:xfrm>
            <a:prstGeom prst="bentConnector3">
              <a:avLst>
                <a:gd name="adj1" fmla="val 49833"/>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9670" name="AutoShape 46">
              <a:extLst>
                <a:ext uri="{FF2B5EF4-FFF2-40B4-BE49-F238E27FC236}">
                  <a16:creationId xmlns:a16="http://schemas.microsoft.com/office/drawing/2014/main" id="{8A195334-212B-4447-B817-320036C4D573}"/>
                </a:ext>
              </a:extLst>
            </p:cNvPr>
            <p:cNvCxnSpPr>
              <a:cxnSpLocks noChangeShapeType="1"/>
              <a:stCxn id="69645" idx="2"/>
              <a:endCxn id="69646" idx="0"/>
            </p:cNvCxnSpPr>
            <p:nvPr/>
          </p:nvCxnSpPr>
          <p:spPr bwMode="auto">
            <a:xfrm rot="16200000" flipH="1">
              <a:off x="3890" y="1819"/>
              <a:ext cx="303" cy="135"/>
            </a:xfrm>
            <a:prstGeom prst="bentConnector3">
              <a:avLst>
                <a:gd name="adj1" fmla="val 49833"/>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9671" name="AutoShape 47">
              <a:extLst>
                <a:ext uri="{FF2B5EF4-FFF2-40B4-BE49-F238E27FC236}">
                  <a16:creationId xmlns:a16="http://schemas.microsoft.com/office/drawing/2014/main" id="{EEA70305-7816-8F4F-8208-B0FE8E84304F}"/>
                </a:ext>
              </a:extLst>
            </p:cNvPr>
            <p:cNvCxnSpPr>
              <a:cxnSpLocks noChangeShapeType="1"/>
              <a:stCxn id="69650" idx="2"/>
              <a:endCxn id="69656" idx="0"/>
            </p:cNvCxnSpPr>
            <p:nvPr/>
          </p:nvCxnSpPr>
          <p:spPr bwMode="auto">
            <a:xfrm>
              <a:off x="1483" y="2288"/>
              <a:ext cx="0" cy="246"/>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9672" name="AutoShape 48">
              <a:extLst>
                <a:ext uri="{FF2B5EF4-FFF2-40B4-BE49-F238E27FC236}">
                  <a16:creationId xmlns:a16="http://schemas.microsoft.com/office/drawing/2014/main" id="{C38F9D18-624A-824D-9821-432568D250D1}"/>
                </a:ext>
              </a:extLst>
            </p:cNvPr>
            <p:cNvCxnSpPr>
              <a:cxnSpLocks noChangeShapeType="1"/>
              <a:stCxn id="69649" idx="2"/>
              <a:endCxn id="69651" idx="0"/>
            </p:cNvCxnSpPr>
            <p:nvPr/>
          </p:nvCxnSpPr>
          <p:spPr bwMode="auto">
            <a:xfrm>
              <a:off x="2271" y="2288"/>
              <a:ext cx="6" cy="246"/>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9673" name="AutoShape 49">
              <a:extLst>
                <a:ext uri="{FF2B5EF4-FFF2-40B4-BE49-F238E27FC236}">
                  <a16:creationId xmlns:a16="http://schemas.microsoft.com/office/drawing/2014/main" id="{79A41844-885B-C540-9FD2-B09E36520BB3}"/>
                </a:ext>
              </a:extLst>
            </p:cNvPr>
            <p:cNvCxnSpPr>
              <a:cxnSpLocks noChangeShapeType="1"/>
              <a:stCxn id="69642" idx="2"/>
              <a:endCxn id="69700" idx="1"/>
            </p:cNvCxnSpPr>
            <p:nvPr/>
          </p:nvCxnSpPr>
          <p:spPr bwMode="auto">
            <a:xfrm rot="16200000" flipH="1">
              <a:off x="-699" y="2051"/>
              <a:ext cx="3177" cy="567"/>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9674" name="AutoShape 50">
              <a:extLst>
                <a:ext uri="{FF2B5EF4-FFF2-40B4-BE49-F238E27FC236}">
                  <a16:creationId xmlns:a16="http://schemas.microsoft.com/office/drawing/2014/main" id="{ED6DC697-AA38-F34E-A36B-C44B83808993}"/>
                </a:ext>
              </a:extLst>
            </p:cNvPr>
            <p:cNvCxnSpPr>
              <a:cxnSpLocks noChangeShapeType="1"/>
              <a:stCxn id="69642" idx="3"/>
              <a:endCxn id="69693" idx="1"/>
            </p:cNvCxnSpPr>
            <p:nvPr/>
          </p:nvCxnSpPr>
          <p:spPr bwMode="auto">
            <a:xfrm flipV="1">
              <a:off x="1085" y="453"/>
              <a:ext cx="517" cy="1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9675" name="AutoShape 51">
              <a:extLst>
                <a:ext uri="{FF2B5EF4-FFF2-40B4-BE49-F238E27FC236}">
                  <a16:creationId xmlns:a16="http://schemas.microsoft.com/office/drawing/2014/main" id="{8F035D96-8E65-8240-BFE8-347C75C0C5AC}"/>
                </a:ext>
              </a:extLst>
            </p:cNvPr>
            <p:cNvCxnSpPr>
              <a:cxnSpLocks noChangeShapeType="1"/>
              <a:stCxn id="69652" idx="3"/>
              <a:endCxn id="69643" idx="1"/>
            </p:cNvCxnSpPr>
            <p:nvPr/>
          </p:nvCxnSpPr>
          <p:spPr bwMode="auto">
            <a:xfrm>
              <a:off x="3917" y="454"/>
              <a:ext cx="524"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9676" name="AutoShape 52">
              <a:extLst>
                <a:ext uri="{FF2B5EF4-FFF2-40B4-BE49-F238E27FC236}">
                  <a16:creationId xmlns:a16="http://schemas.microsoft.com/office/drawing/2014/main" id="{0AFE92F8-9D9C-FE49-8197-CC117249CD74}"/>
                </a:ext>
              </a:extLst>
            </p:cNvPr>
            <p:cNvCxnSpPr>
              <a:cxnSpLocks noChangeShapeType="1"/>
              <a:stCxn id="69652" idx="2"/>
              <a:endCxn id="69701" idx="1"/>
            </p:cNvCxnSpPr>
            <p:nvPr/>
          </p:nvCxnSpPr>
          <p:spPr bwMode="auto">
            <a:xfrm rot="5400000">
              <a:off x="782" y="973"/>
              <a:ext cx="2942" cy="2159"/>
            </a:xfrm>
            <a:prstGeom prst="bentConnector4">
              <a:avLst>
                <a:gd name="adj1" fmla="val 5741"/>
                <a:gd name="adj2" fmla="val 106671"/>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9677" name="AutoShape 53">
              <a:extLst>
                <a:ext uri="{FF2B5EF4-FFF2-40B4-BE49-F238E27FC236}">
                  <a16:creationId xmlns:a16="http://schemas.microsoft.com/office/drawing/2014/main" id="{3712C1F7-8D1C-244F-95A5-8172E88D6BA1}"/>
                </a:ext>
              </a:extLst>
            </p:cNvPr>
            <p:cNvCxnSpPr>
              <a:cxnSpLocks noChangeShapeType="1"/>
              <a:stCxn id="69647" idx="2"/>
              <a:endCxn id="69697" idx="0"/>
            </p:cNvCxnSpPr>
            <p:nvPr/>
          </p:nvCxnSpPr>
          <p:spPr bwMode="auto">
            <a:xfrm flipH="1">
              <a:off x="3401" y="2384"/>
              <a:ext cx="1" cy="869"/>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9678" name="AutoShape 54">
              <a:extLst>
                <a:ext uri="{FF2B5EF4-FFF2-40B4-BE49-F238E27FC236}">
                  <a16:creationId xmlns:a16="http://schemas.microsoft.com/office/drawing/2014/main" id="{4F05D067-A88F-6944-BA26-69D181E48264}"/>
                </a:ext>
              </a:extLst>
            </p:cNvPr>
            <p:cNvCxnSpPr>
              <a:cxnSpLocks noChangeShapeType="1"/>
              <a:stCxn id="69651" idx="2"/>
              <a:endCxn id="69699" idx="0"/>
            </p:cNvCxnSpPr>
            <p:nvPr/>
          </p:nvCxnSpPr>
          <p:spPr bwMode="auto">
            <a:xfrm flipH="1">
              <a:off x="2274" y="2694"/>
              <a:ext cx="3" cy="56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9679" name="AutoShape 55">
              <a:extLst>
                <a:ext uri="{FF2B5EF4-FFF2-40B4-BE49-F238E27FC236}">
                  <a16:creationId xmlns:a16="http://schemas.microsoft.com/office/drawing/2014/main" id="{364F33EB-4A48-F047-BFB4-4438561E4578}"/>
                </a:ext>
              </a:extLst>
            </p:cNvPr>
            <p:cNvSpPr>
              <a:spLocks noChangeArrowheads="1"/>
            </p:cNvSpPr>
            <p:nvPr/>
          </p:nvSpPr>
          <p:spPr bwMode="auto">
            <a:xfrm>
              <a:off x="766" y="2821"/>
              <a:ext cx="4526" cy="160"/>
            </a:xfrm>
            <a:prstGeom prst="flowChartProcess">
              <a:avLst/>
            </a:prstGeom>
            <a:solidFill>
              <a:schemeClr val="bg1"/>
            </a:solidFill>
            <a:ln w="9525">
              <a:solidFill>
                <a:schemeClr val="tx1"/>
              </a:solidFill>
              <a:miter lim="800000"/>
              <a:headEnd/>
              <a:tailEnd/>
            </a:ln>
          </p:spPr>
          <p:txBody>
            <a:bodyPr lIns="90000" tIns="46800" rIns="90000" bIns="4680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000">
                  <a:solidFill>
                    <a:srgbClr val="000000"/>
                  </a:solidFill>
                </a:rPr>
                <a:t>Criar código de identificação</a:t>
              </a:r>
            </a:p>
          </p:txBody>
        </p:sp>
        <p:cxnSp>
          <p:nvCxnSpPr>
            <p:cNvPr id="69680" name="AutoShape 56">
              <a:extLst>
                <a:ext uri="{FF2B5EF4-FFF2-40B4-BE49-F238E27FC236}">
                  <a16:creationId xmlns:a16="http://schemas.microsoft.com/office/drawing/2014/main" id="{C3F77534-C842-8C45-ADC2-9112DD0C5EF9}"/>
                </a:ext>
              </a:extLst>
            </p:cNvPr>
            <p:cNvCxnSpPr>
              <a:cxnSpLocks noChangeShapeType="1"/>
              <a:stCxn id="69703" idx="3"/>
              <a:endCxn id="69657" idx="1"/>
            </p:cNvCxnSpPr>
            <p:nvPr/>
          </p:nvCxnSpPr>
          <p:spPr bwMode="auto">
            <a:xfrm>
              <a:off x="3583" y="3458"/>
              <a:ext cx="288"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9681" name="AutoShape 57">
              <a:extLst>
                <a:ext uri="{FF2B5EF4-FFF2-40B4-BE49-F238E27FC236}">
                  <a16:creationId xmlns:a16="http://schemas.microsoft.com/office/drawing/2014/main" id="{B468ACE9-548F-814F-854E-04911319B75E}"/>
                </a:ext>
              </a:extLst>
            </p:cNvPr>
            <p:cNvCxnSpPr>
              <a:cxnSpLocks noChangeShapeType="1"/>
              <a:stCxn id="69657" idx="3"/>
              <a:endCxn id="69658" idx="1"/>
            </p:cNvCxnSpPr>
            <p:nvPr/>
          </p:nvCxnSpPr>
          <p:spPr bwMode="auto">
            <a:xfrm flipV="1">
              <a:off x="4563" y="3457"/>
              <a:ext cx="177" cy="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9682" name="Text Box 58">
              <a:extLst>
                <a:ext uri="{FF2B5EF4-FFF2-40B4-BE49-F238E27FC236}">
                  <a16:creationId xmlns:a16="http://schemas.microsoft.com/office/drawing/2014/main" id="{02565B33-F17A-3E4F-9728-C92C09F4B248}"/>
                </a:ext>
              </a:extLst>
            </p:cNvPr>
            <p:cNvSpPr txBox="1">
              <a:spLocks noChangeArrowheads="1"/>
            </p:cNvSpPr>
            <p:nvPr/>
          </p:nvSpPr>
          <p:spPr bwMode="auto">
            <a:xfrm>
              <a:off x="477" y="1008"/>
              <a:ext cx="239" cy="1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000">
                  <a:solidFill>
                    <a:srgbClr val="000000"/>
                  </a:solidFill>
                </a:rPr>
                <a:t>sim</a:t>
              </a:r>
            </a:p>
          </p:txBody>
        </p:sp>
        <p:sp>
          <p:nvSpPr>
            <p:cNvPr id="69683" name="Text Box 59">
              <a:extLst>
                <a:ext uri="{FF2B5EF4-FFF2-40B4-BE49-F238E27FC236}">
                  <a16:creationId xmlns:a16="http://schemas.microsoft.com/office/drawing/2014/main" id="{9738917F-8320-7C4F-8DE1-BA6FCA4BFB4A}"/>
                </a:ext>
              </a:extLst>
            </p:cNvPr>
            <p:cNvSpPr txBox="1">
              <a:spLocks noChangeArrowheads="1"/>
            </p:cNvSpPr>
            <p:nvPr/>
          </p:nvSpPr>
          <p:spPr bwMode="auto">
            <a:xfrm>
              <a:off x="1188" y="373"/>
              <a:ext cx="246" cy="1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000">
                  <a:solidFill>
                    <a:srgbClr val="000000"/>
                  </a:solidFill>
                </a:rPr>
                <a:t>não</a:t>
              </a:r>
            </a:p>
          </p:txBody>
        </p:sp>
        <p:sp>
          <p:nvSpPr>
            <p:cNvPr id="69684" name="Text Box 60">
              <a:extLst>
                <a:ext uri="{FF2B5EF4-FFF2-40B4-BE49-F238E27FC236}">
                  <a16:creationId xmlns:a16="http://schemas.microsoft.com/office/drawing/2014/main" id="{E9F2F2A5-3D1D-ED44-8414-BEAED8AEC134}"/>
                </a:ext>
              </a:extLst>
            </p:cNvPr>
            <p:cNvSpPr txBox="1">
              <a:spLocks noChangeArrowheads="1"/>
            </p:cNvSpPr>
            <p:nvPr/>
          </p:nvSpPr>
          <p:spPr bwMode="auto">
            <a:xfrm>
              <a:off x="1339" y="680"/>
              <a:ext cx="239" cy="1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000">
                  <a:solidFill>
                    <a:srgbClr val="000000"/>
                  </a:solidFill>
                </a:rPr>
                <a:t>sim</a:t>
              </a:r>
            </a:p>
          </p:txBody>
        </p:sp>
        <p:sp>
          <p:nvSpPr>
            <p:cNvPr id="69685" name="Text Box 61">
              <a:extLst>
                <a:ext uri="{FF2B5EF4-FFF2-40B4-BE49-F238E27FC236}">
                  <a16:creationId xmlns:a16="http://schemas.microsoft.com/office/drawing/2014/main" id="{52C69A24-66DB-AE44-89EF-314F585EA338}"/>
                </a:ext>
              </a:extLst>
            </p:cNvPr>
            <p:cNvSpPr txBox="1">
              <a:spLocks noChangeArrowheads="1"/>
            </p:cNvSpPr>
            <p:nvPr/>
          </p:nvSpPr>
          <p:spPr bwMode="auto">
            <a:xfrm>
              <a:off x="4055" y="393"/>
              <a:ext cx="246" cy="1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000">
                  <a:solidFill>
                    <a:srgbClr val="000000"/>
                  </a:solidFill>
                </a:rPr>
                <a:t>não</a:t>
              </a:r>
            </a:p>
          </p:txBody>
        </p:sp>
        <p:sp>
          <p:nvSpPr>
            <p:cNvPr id="69686" name="Rectangle 62">
              <a:extLst>
                <a:ext uri="{FF2B5EF4-FFF2-40B4-BE49-F238E27FC236}">
                  <a16:creationId xmlns:a16="http://schemas.microsoft.com/office/drawing/2014/main" id="{FF2300E1-8ED3-894D-88F4-B22C9A7DBE21}"/>
                </a:ext>
              </a:extLst>
            </p:cNvPr>
            <p:cNvSpPr>
              <a:spLocks noChangeArrowheads="1"/>
            </p:cNvSpPr>
            <p:nvPr/>
          </p:nvSpPr>
          <p:spPr bwMode="auto">
            <a:xfrm>
              <a:off x="1452" y="2797"/>
              <a:ext cx="56" cy="5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69687" name="Rectangle 63">
              <a:extLst>
                <a:ext uri="{FF2B5EF4-FFF2-40B4-BE49-F238E27FC236}">
                  <a16:creationId xmlns:a16="http://schemas.microsoft.com/office/drawing/2014/main" id="{567195B3-BED7-3748-A39E-F114E3F03CC6}"/>
                </a:ext>
              </a:extLst>
            </p:cNvPr>
            <p:cNvSpPr>
              <a:spLocks noChangeArrowheads="1"/>
            </p:cNvSpPr>
            <p:nvPr/>
          </p:nvSpPr>
          <p:spPr bwMode="auto">
            <a:xfrm>
              <a:off x="1453" y="2951"/>
              <a:ext cx="56" cy="5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cxnSp>
          <p:nvCxnSpPr>
            <p:cNvPr id="69688" name="AutoShape 64">
              <a:extLst>
                <a:ext uri="{FF2B5EF4-FFF2-40B4-BE49-F238E27FC236}">
                  <a16:creationId xmlns:a16="http://schemas.microsoft.com/office/drawing/2014/main" id="{98A8F068-75B4-894C-BCA6-F1A95E1FF8AA}"/>
                </a:ext>
              </a:extLst>
            </p:cNvPr>
            <p:cNvCxnSpPr>
              <a:cxnSpLocks noChangeShapeType="1"/>
            </p:cNvCxnSpPr>
            <p:nvPr/>
          </p:nvCxnSpPr>
          <p:spPr bwMode="auto">
            <a:xfrm>
              <a:off x="1483" y="2694"/>
              <a:ext cx="0" cy="55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9689" name="AutoShape 65">
              <a:extLst>
                <a:ext uri="{FF2B5EF4-FFF2-40B4-BE49-F238E27FC236}">
                  <a16:creationId xmlns:a16="http://schemas.microsoft.com/office/drawing/2014/main" id="{DD654969-DE9E-A741-B4CF-F48D6364CACA}"/>
                </a:ext>
              </a:extLst>
            </p:cNvPr>
            <p:cNvSpPr>
              <a:spLocks noChangeArrowheads="1"/>
            </p:cNvSpPr>
            <p:nvPr/>
          </p:nvSpPr>
          <p:spPr bwMode="auto">
            <a:xfrm>
              <a:off x="3736" y="3797"/>
              <a:ext cx="961" cy="179"/>
            </a:xfrm>
            <a:prstGeom prst="flowChartProcess">
              <a:avLst/>
            </a:prstGeom>
            <a:solidFill>
              <a:schemeClr val="bg1"/>
            </a:solidFill>
            <a:ln w="9525">
              <a:solidFill>
                <a:schemeClr val="tx1"/>
              </a:solidFill>
              <a:miter lim="800000"/>
              <a:headEnd/>
              <a:tailEnd/>
            </a:ln>
          </p:spPr>
          <p:txBody>
            <a:bodyPr lIns="90000" tIns="46800" rIns="90000" bIns="4680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200" b="1">
                  <a:solidFill>
                    <a:srgbClr val="000000"/>
                  </a:solidFill>
                </a:rPr>
                <a:t>Planejar processo</a:t>
              </a:r>
            </a:p>
          </p:txBody>
        </p:sp>
        <p:cxnSp>
          <p:nvCxnSpPr>
            <p:cNvPr id="69690" name="AutoShape 66">
              <a:extLst>
                <a:ext uri="{FF2B5EF4-FFF2-40B4-BE49-F238E27FC236}">
                  <a16:creationId xmlns:a16="http://schemas.microsoft.com/office/drawing/2014/main" id="{8ABBD259-3C84-7E42-A418-74B91890D288}"/>
                </a:ext>
              </a:extLst>
            </p:cNvPr>
            <p:cNvCxnSpPr>
              <a:cxnSpLocks noChangeShapeType="1"/>
              <a:stCxn id="69705" idx="3"/>
              <a:endCxn id="69689" idx="1"/>
            </p:cNvCxnSpPr>
            <p:nvPr/>
          </p:nvCxnSpPr>
          <p:spPr bwMode="auto">
            <a:xfrm flipV="1">
              <a:off x="3475" y="3887"/>
              <a:ext cx="261" cy="1"/>
            </a:xfrm>
            <a:prstGeom prst="straightConnector1">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69691" name="AutoShape 67">
              <a:extLst>
                <a:ext uri="{FF2B5EF4-FFF2-40B4-BE49-F238E27FC236}">
                  <a16:creationId xmlns:a16="http://schemas.microsoft.com/office/drawing/2014/main" id="{1B4CD2DE-9CC5-714D-B53C-E2FE906CBC7B}"/>
                </a:ext>
              </a:extLst>
            </p:cNvPr>
            <p:cNvCxnSpPr>
              <a:cxnSpLocks noChangeShapeType="1"/>
              <a:stCxn id="69689" idx="0"/>
              <a:endCxn id="69657" idx="2"/>
            </p:cNvCxnSpPr>
            <p:nvPr/>
          </p:nvCxnSpPr>
          <p:spPr bwMode="auto">
            <a:xfrm flipV="1">
              <a:off x="4217" y="3662"/>
              <a:ext cx="0" cy="13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9692" name="AutoShape 68">
              <a:extLst>
                <a:ext uri="{FF2B5EF4-FFF2-40B4-BE49-F238E27FC236}">
                  <a16:creationId xmlns:a16="http://schemas.microsoft.com/office/drawing/2014/main" id="{0EC91281-C91E-E445-9044-C0995EA13D06}"/>
                </a:ext>
              </a:extLst>
            </p:cNvPr>
            <p:cNvCxnSpPr>
              <a:cxnSpLocks noChangeShapeType="1"/>
              <a:stCxn id="69658" idx="2"/>
              <a:endCxn id="69702" idx="2"/>
            </p:cNvCxnSpPr>
            <p:nvPr/>
          </p:nvCxnSpPr>
          <p:spPr bwMode="auto">
            <a:xfrm rot="5400000">
              <a:off x="3532" y="2464"/>
              <a:ext cx="452" cy="2732"/>
            </a:xfrm>
            <a:prstGeom prst="bentConnector3">
              <a:avLst>
                <a:gd name="adj1" fmla="val 131856"/>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69693" name="AutoShape 69">
              <a:extLst>
                <a:ext uri="{FF2B5EF4-FFF2-40B4-BE49-F238E27FC236}">
                  <a16:creationId xmlns:a16="http://schemas.microsoft.com/office/drawing/2014/main" id="{979ECD5B-3747-B94B-B1CD-5317832476A5}"/>
                </a:ext>
              </a:extLst>
            </p:cNvPr>
            <p:cNvSpPr>
              <a:spLocks noChangeArrowheads="1"/>
            </p:cNvSpPr>
            <p:nvPr/>
          </p:nvSpPr>
          <p:spPr bwMode="auto">
            <a:xfrm>
              <a:off x="1602" y="325"/>
              <a:ext cx="621" cy="256"/>
            </a:xfrm>
            <a:prstGeom prst="flowChartProcess">
              <a:avLst/>
            </a:prstGeom>
            <a:solidFill>
              <a:schemeClr val="bg1"/>
            </a:solidFill>
            <a:ln w="9525">
              <a:solidFill>
                <a:schemeClr val="tx1"/>
              </a:solidFill>
              <a:miter lim="800000"/>
              <a:headEnd/>
              <a:tailEnd/>
            </a:ln>
          </p:spPr>
          <p:txBody>
            <a:bodyPr lIns="90000" tIns="46800" rIns="90000" bIns="4680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000">
                  <a:solidFill>
                    <a:srgbClr val="000000"/>
                  </a:solidFill>
                </a:rPr>
                <a:t>Desdobrar</a:t>
              </a:r>
            </a:p>
            <a:p>
              <a:pPr algn="ctr" eaLnBrk="1" hangingPunct="1">
                <a:spcBef>
                  <a:spcPct val="0"/>
                </a:spcBef>
                <a:buFontTx/>
                <a:buNone/>
              </a:pPr>
              <a:r>
                <a:rPr lang="pt-BR" altLang="pt-BR" sz="1000">
                  <a:solidFill>
                    <a:srgbClr val="000000"/>
                  </a:solidFill>
                </a:rPr>
                <a:t>Criar novos</a:t>
              </a:r>
            </a:p>
          </p:txBody>
        </p:sp>
        <p:cxnSp>
          <p:nvCxnSpPr>
            <p:cNvPr id="69694" name="AutoShape 70">
              <a:extLst>
                <a:ext uri="{FF2B5EF4-FFF2-40B4-BE49-F238E27FC236}">
                  <a16:creationId xmlns:a16="http://schemas.microsoft.com/office/drawing/2014/main" id="{01E97F15-0D19-B54A-8DDC-2BA13B4E9E6C}"/>
                </a:ext>
              </a:extLst>
            </p:cNvPr>
            <p:cNvCxnSpPr>
              <a:cxnSpLocks noChangeShapeType="1"/>
              <a:stCxn id="69693" idx="3"/>
              <a:endCxn id="69652" idx="1"/>
            </p:cNvCxnSpPr>
            <p:nvPr/>
          </p:nvCxnSpPr>
          <p:spPr bwMode="auto">
            <a:xfrm>
              <a:off x="2223" y="453"/>
              <a:ext cx="523" cy="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9695" name="AutoShape 71">
              <a:extLst>
                <a:ext uri="{FF2B5EF4-FFF2-40B4-BE49-F238E27FC236}">
                  <a16:creationId xmlns:a16="http://schemas.microsoft.com/office/drawing/2014/main" id="{4E4C764A-78DA-A94A-8114-53F1E8D8EBBE}"/>
                </a:ext>
              </a:extLst>
            </p:cNvPr>
            <p:cNvSpPr>
              <a:spLocks noChangeArrowheads="1"/>
            </p:cNvSpPr>
            <p:nvPr/>
          </p:nvSpPr>
          <p:spPr bwMode="auto">
            <a:xfrm>
              <a:off x="2864" y="2483"/>
              <a:ext cx="621" cy="256"/>
            </a:xfrm>
            <a:prstGeom prst="flowChartProcess">
              <a:avLst/>
            </a:prstGeom>
            <a:solidFill>
              <a:schemeClr val="bg1"/>
            </a:solidFill>
            <a:ln w="9525">
              <a:solidFill>
                <a:schemeClr val="tx1"/>
              </a:solidFill>
              <a:miter lim="800000"/>
              <a:headEnd/>
              <a:tailEnd/>
            </a:ln>
          </p:spPr>
          <p:txBody>
            <a:bodyPr lIns="90000" tIns="46800" rIns="90000" bIns="4680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000">
                  <a:solidFill>
                    <a:srgbClr val="000000"/>
                  </a:solidFill>
                </a:rPr>
                <a:t>Desdobrar</a:t>
              </a:r>
            </a:p>
            <a:p>
              <a:pPr algn="ctr" eaLnBrk="1" hangingPunct="1">
                <a:spcBef>
                  <a:spcPct val="0"/>
                </a:spcBef>
                <a:buFontTx/>
                <a:buNone/>
              </a:pPr>
              <a:r>
                <a:rPr lang="pt-BR" altLang="pt-BR" sz="1000">
                  <a:solidFill>
                    <a:srgbClr val="000000"/>
                  </a:solidFill>
                </a:rPr>
                <a:t>Criar novos</a:t>
              </a:r>
            </a:p>
          </p:txBody>
        </p:sp>
      </p:grpSp>
      <p:sp>
        <p:nvSpPr>
          <p:cNvPr id="69636" name="Rectangle 73">
            <a:extLst>
              <a:ext uri="{FF2B5EF4-FFF2-40B4-BE49-F238E27FC236}">
                <a16:creationId xmlns:a16="http://schemas.microsoft.com/office/drawing/2014/main" id="{1BC3AD08-1887-6D4E-9164-7100A3E68A56}"/>
              </a:ext>
            </a:extLst>
          </p:cNvPr>
          <p:cNvSpPr>
            <a:spLocks noGrp="1" noChangeArrowheads="1"/>
          </p:cNvSpPr>
          <p:nvPr>
            <p:ph type="title"/>
          </p:nvPr>
        </p:nvSpPr>
        <p:spPr/>
        <p:txBody>
          <a:bodyPr/>
          <a:lstStyle/>
          <a:p>
            <a:pPr eaLnBrk="1" hangingPunct="1"/>
            <a:r>
              <a:rPr lang="pt-BR" altLang="pt-BR">
                <a:ea typeface="ＭＳ Ｐゴシック" panose="020B0600070205080204" pitchFamily="34" charset="-128"/>
              </a:rPr>
              <a:t>Lógica das tarefas de criar, reutilizar e procurar item</a:t>
            </a:r>
          </a:p>
        </p:txBody>
      </p:sp>
      <p:sp>
        <p:nvSpPr>
          <p:cNvPr id="69637" name="Rectangle 75">
            <a:extLst>
              <a:ext uri="{FF2B5EF4-FFF2-40B4-BE49-F238E27FC236}">
                <a16:creationId xmlns:a16="http://schemas.microsoft.com/office/drawing/2014/main" id="{9C2E9B57-6C1D-9F45-A371-E5B2BB4440A4}"/>
              </a:ext>
            </a:extLst>
          </p:cNvPr>
          <p:cNvSpPr>
            <a:spLocks noChangeArrowheads="1"/>
          </p:cNvSpPr>
          <p:nvPr/>
        </p:nvSpPr>
        <p:spPr bwMode="auto">
          <a:xfrm>
            <a:off x="7369175" y="2619375"/>
            <a:ext cx="1620838" cy="82232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2400">
                <a:solidFill>
                  <a:srgbClr val="000000"/>
                </a:solidFill>
              </a:rPr>
              <a:t>Outras atividades</a:t>
            </a:r>
          </a:p>
        </p:txBody>
      </p:sp>
      <p:sp>
        <p:nvSpPr>
          <p:cNvPr id="69638" name="Line 76">
            <a:extLst>
              <a:ext uri="{FF2B5EF4-FFF2-40B4-BE49-F238E27FC236}">
                <a16:creationId xmlns:a16="http://schemas.microsoft.com/office/drawing/2014/main" id="{7C37D2FF-A87B-1D43-9CF0-75ABB22745F9}"/>
              </a:ext>
            </a:extLst>
          </p:cNvPr>
          <p:cNvSpPr>
            <a:spLocks noChangeShapeType="1"/>
          </p:cNvSpPr>
          <p:nvPr/>
        </p:nvSpPr>
        <p:spPr bwMode="auto">
          <a:xfrm flipH="1">
            <a:off x="7845425" y="3487738"/>
            <a:ext cx="327025" cy="1727200"/>
          </a:xfrm>
          <a:prstGeom prst="line">
            <a:avLst/>
          </a:prstGeom>
          <a:noFill/>
          <a:ln w="7620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pt-B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a:extLst>
              <a:ext uri="{FF2B5EF4-FFF2-40B4-BE49-F238E27FC236}">
                <a16:creationId xmlns:a16="http://schemas.microsoft.com/office/drawing/2014/main" id="{220FF227-6F0C-E446-952A-28FCAF2C67BF}"/>
              </a:ext>
            </a:extLst>
          </p:cNvPr>
          <p:cNvSpPr>
            <a:spLocks noGrp="1" noChangeArrowheads="1"/>
          </p:cNvSpPr>
          <p:nvPr>
            <p:ph type="title"/>
          </p:nvPr>
        </p:nvSpPr>
        <p:spPr/>
        <p:txBody>
          <a:bodyPr/>
          <a:lstStyle/>
          <a:p>
            <a:pPr eaLnBrk="1" hangingPunct="1"/>
            <a:r>
              <a:rPr lang="pt-BR" altLang="pt-BR">
                <a:ea typeface="ＭＳ Ｐゴシック" panose="020B0600070205080204" pitchFamily="34" charset="-128"/>
              </a:rPr>
              <a:t>Exemplo de uma estrutura resultante da concepção </a:t>
            </a:r>
          </a:p>
        </p:txBody>
      </p:sp>
      <p:grpSp>
        <p:nvGrpSpPr>
          <p:cNvPr id="71682" name="Group 3">
            <a:extLst>
              <a:ext uri="{FF2B5EF4-FFF2-40B4-BE49-F238E27FC236}">
                <a16:creationId xmlns:a16="http://schemas.microsoft.com/office/drawing/2014/main" id="{20B44D4B-A768-2C42-A036-3BB4740C4FBE}"/>
              </a:ext>
            </a:extLst>
          </p:cNvPr>
          <p:cNvGrpSpPr>
            <a:grpSpLocks/>
          </p:cNvGrpSpPr>
          <p:nvPr/>
        </p:nvGrpSpPr>
        <p:grpSpPr bwMode="auto">
          <a:xfrm>
            <a:off x="169863" y="611188"/>
            <a:ext cx="5527675" cy="6218237"/>
            <a:chOff x="107" y="385"/>
            <a:chExt cx="3482" cy="3917"/>
          </a:xfrm>
        </p:grpSpPr>
        <p:sp>
          <p:nvSpPr>
            <p:cNvPr id="71686" name="Rectangle 4">
              <a:extLst>
                <a:ext uri="{FF2B5EF4-FFF2-40B4-BE49-F238E27FC236}">
                  <a16:creationId xmlns:a16="http://schemas.microsoft.com/office/drawing/2014/main" id="{6BCECDC4-4ED5-D04D-AF02-6E36F3A40CDD}"/>
                </a:ext>
              </a:extLst>
            </p:cNvPr>
            <p:cNvSpPr>
              <a:spLocks noChangeArrowheads="1"/>
            </p:cNvSpPr>
            <p:nvPr/>
          </p:nvSpPr>
          <p:spPr bwMode="auto">
            <a:xfrm>
              <a:off x="107" y="402"/>
              <a:ext cx="214" cy="102"/>
            </a:xfrm>
            <a:prstGeom prst="rect">
              <a:avLst/>
            </a:prstGeom>
            <a:solidFill>
              <a:srgbClr val="FFFFFF"/>
            </a:solidFill>
            <a:ln w="9525">
              <a:solidFill>
                <a:schemeClr val="tx1"/>
              </a:solidFill>
              <a:miter lim="800000"/>
              <a:headEnd/>
              <a:tailEnd/>
            </a:ln>
          </p:spPr>
          <p:txBody>
            <a:bodyPr wrap="none" lIns="0" tIns="0" rIns="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000">
                  <a:solidFill>
                    <a:srgbClr val="000000"/>
                  </a:solidFill>
                </a:rPr>
                <a:t>Torno</a:t>
              </a:r>
            </a:p>
          </p:txBody>
        </p:sp>
        <p:sp>
          <p:nvSpPr>
            <p:cNvPr id="71687" name="Text Box 5">
              <a:extLst>
                <a:ext uri="{FF2B5EF4-FFF2-40B4-BE49-F238E27FC236}">
                  <a16:creationId xmlns:a16="http://schemas.microsoft.com/office/drawing/2014/main" id="{8B946BD1-D6DB-2545-B8E6-7C5CD01EE4C4}"/>
                </a:ext>
              </a:extLst>
            </p:cNvPr>
            <p:cNvSpPr txBox="1">
              <a:spLocks noChangeArrowheads="1"/>
            </p:cNvSpPr>
            <p:nvPr/>
          </p:nvSpPr>
          <p:spPr bwMode="auto">
            <a:xfrm>
              <a:off x="352" y="699"/>
              <a:ext cx="391" cy="102"/>
            </a:xfrm>
            <a:prstGeom prst="rect">
              <a:avLst/>
            </a:prstGeom>
            <a:solidFill>
              <a:schemeClr val="bg1"/>
            </a:solidFill>
            <a:ln w="9525">
              <a:solidFill>
                <a:schemeClr val="tx1"/>
              </a:solidFill>
              <a:miter lim="800000"/>
              <a:headEnd/>
              <a:tailEnd/>
            </a:ln>
          </p:spPr>
          <p:txBody>
            <a:bodyPr wrap="none" lIns="72000" tIns="0" rIns="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pt-BR" altLang="pt-BR" sz="1000">
                  <a:solidFill>
                    <a:srgbClr val="000000"/>
                  </a:solidFill>
                </a:rPr>
                <a:t>S suporte</a:t>
              </a:r>
            </a:p>
          </p:txBody>
        </p:sp>
        <p:sp>
          <p:nvSpPr>
            <p:cNvPr id="71688" name="Text Box 6">
              <a:extLst>
                <a:ext uri="{FF2B5EF4-FFF2-40B4-BE49-F238E27FC236}">
                  <a16:creationId xmlns:a16="http://schemas.microsoft.com/office/drawing/2014/main" id="{A89F7AD4-ADBD-224D-BD65-6EDA246B3DF0}"/>
                </a:ext>
              </a:extLst>
            </p:cNvPr>
            <p:cNvSpPr txBox="1">
              <a:spLocks noChangeArrowheads="1"/>
            </p:cNvSpPr>
            <p:nvPr/>
          </p:nvSpPr>
          <p:spPr bwMode="auto">
            <a:xfrm>
              <a:off x="352" y="1168"/>
              <a:ext cx="378" cy="198"/>
            </a:xfrm>
            <a:prstGeom prst="rect">
              <a:avLst/>
            </a:prstGeom>
            <a:solidFill>
              <a:schemeClr val="bg1"/>
            </a:solidFill>
            <a:ln w="9525">
              <a:solidFill>
                <a:schemeClr val="tx1"/>
              </a:solidFill>
              <a:miter lim="800000"/>
              <a:headEnd/>
              <a:tailEnd/>
            </a:ln>
          </p:spPr>
          <p:txBody>
            <a:bodyPr wrap="none" lIns="72000" tIns="0" rIns="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pt-BR" altLang="pt-BR" sz="1000">
                  <a:solidFill>
                    <a:srgbClr val="000000"/>
                  </a:solidFill>
                </a:rPr>
                <a:t>S fixação</a:t>
              </a:r>
            </a:p>
            <a:p>
              <a:pPr eaLnBrk="1" hangingPunct="1">
                <a:spcBef>
                  <a:spcPct val="0"/>
                </a:spcBef>
                <a:buFontTx/>
                <a:buNone/>
              </a:pPr>
              <a:r>
                <a:rPr lang="pt-BR" altLang="pt-BR" sz="1000">
                  <a:solidFill>
                    <a:srgbClr val="000000"/>
                  </a:solidFill>
                </a:rPr>
                <a:t>da peça</a:t>
              </a:r>
            </a:p>
          </p:txBody>
        </p:sp>
        <p:sp>
          <p:nvSpPr>
            <p:cNvPr id="71689" name="Text Box 7">
              <a:extLst>
                <a:ext uri="{FF2B5EF4-FFF2-40B4-BE49-F238E27FC236}">
                  <a16:creationId xmlns:a16="http://schemas.microsoft.com/office/drawing/2014/main" id="{F60D9589-73F7-EA43-BD7A-C1605FAAFC56}"/>
                </a:ext>
              </a:extLst>
            </p:cNvPr>
            <p:cNvSpPr txBox="1">
              <a:spLocks noChangeArrowheads="1"/>
            </p:cNvSpPr>
            <p:nvPr/>
          </p:nvSpPr>
          <p:spPr bwMode="auto">
            <a:xfrm>
              <a:off x="352" y="1713"/>
              <a:ext cx="569" cy="294"/>
            </a:xfrm>
            <a:prstGeom prst="rect">
              <a:avLst/>
            </a:prstGeom>
            <a:solidFill>
              <a:schemeClr val="bg1"/>
            </a:solidFill>
            <a:ln w="9525">
              <a:solidFill>
                <a:schemeClr val="tx1"/>
              </a:solidFill>
              <a:miter lim="800000"/>
              <a:headEnd/>
              <a:tailEnd/>
            </a:ln>
          </p:spPr>
          <p:txBody>
            <a:bodyPr lIns="72000" tIns="0" rIns="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pt-BR" altLang="pt-BR" sz="1000">
                  <a:solidFill>
                    <a:srgbClr val="000000"/>
                  </a:solidFill>
                </a:rPr>
                <a:t>S fixação e movimento da ferramenta</a:t>
              </a:r>
            </a:p>
          </p:txBody>
        </p:sp>
        <p:sp>
          <p:nvSpPr>
            <p:cNvPr id="71690" name="Text Box 8">
              <a:extLst>
                <a:ext uri="{FF2B5EF4-FFF2-40B4-BE49-F238E27FC236}">
                  <a16:creationId xmlns:a16="http://schemas.microsoft.com/office/drawing/2014/main" id="{01F7325E-3594-1F4B-86F1-CBD602BBCA8C}"/>
                </a:ext>
              </a:extLst>
            </p:cNvPr>
            <p:cNvSpPr txBox="1">
              <a:spLocks noChangeArrowheads="1"/>
            </p:cNvSpPr>
            <p:nvPr/>
          </p:nvSpPr>
          <p:spPr bwMode="auto">
            <a:xfrm>
              <a:off x="352" y="2334"/>
              <a:ext cx="492" cy="102"/>
            </a:xfrm>
            <a:prstGeom prst="rect">
              <a:avLst/>
            </a:prstGeom>
            <a:solidFill>
              <a:schemeClr val="bg1"/>
            </a:solidFill>
            <a:ln w="9525">
              <a:solidFill>
                <a:schemeClr val="tx1"/>
              </a:solidFill>
              <a:miter lim="800000"/>
              <a:headEnd/>
              <a:tailEnd/>
            </a:ln>
          </p:spPr>
          <p:txBody>
            <a:bodyPr wrap="none" lIns="72000" tIns="0" rIns="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pt-BR" altLang="pt-BR" sz="1000">
                  <a:solidFill>
                    <a:srgbClr val="000000"/>
                  </a:solidFill>
                </a:rPr>
                <a:t>S de avanço</a:t>
              </a:r>
            </a:p>
          </p:txBody>
        </p:sp>
        <p:sp>
          <p:nvSpPr>
            <p:cNvPr id="71691" name="Text Box 9">
              <a:extLst>
                <a:ext uri="{FF2B5EF4-FFF2-40B4-BE49-F238E27FC236}">
                  <a16:creationId xmlns:a16="http://schemas.microsoft.com/office/drawing/2014/main" id="{D2D92E39-8C53-4B44-BA07-B24459E9BC10}"/>
                </a:ext>
              </a:extLst>
            </p:cNvPr>
            <p:cNvSpPr txBox="1">
              <a:spLocks noChangeArrowheads="1"/>
            </p:cNvSpPr>
            <p:nvPr/>
          </p:nvSpPr>
          <p:spPr bwMode="auto">
            <a:xfrm>
              <a:off x="352" y="2679"/>
              <a:ext cx="588" cy="198"/>
            </a:xfrm>
            <a:prstGeom prst="rect">
              <a:avLst/>
            </a:prstGeom>
            <a:solidFill>
              <a:schemeClr val="bg1"/>
            </a:solidFill>
            <a:ln w="9525">
              <a:solidFill>
                <a:schemeClr val="tx1"/>
              </a:solidFill>
              <a:miter lim="800000"/>
              <a:headEnd/>
              <a:tailEnd/>
            </a:ln>
          </p:spPr>
          <p:txBody>
            <a:bodyPr lIns="72000" tIns="0" rIns="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pt-BR" altLang="pt-BR" sz="1000">
                  <a:solidFill>
                    <a:srgbClr val="000000"/>
                  </a:solidFill>
                </a:rPr>
                <a:t>S acionamento principal</a:t>
              </a:r>
            </a:p>
          </p:txBody>
        </p:sp>
        <p:sp>
          <p:nvSpPr>
            <p:cNvPr id="71692" name="Text Box 10">
              <a:extLst>
                <a:ext uri="{FF2B5EF4-FFF2-40B4-BE49-F238E27FC236}">
                  <a16:creationId xmlns:a16="http://schemas.microsoft.com/office/drawing/2014/main" id="{219FDA1E-3372-FA4A-9DF9-64566E678FB8}"/>
                </a:ext>
              </a:extLst>
            </p:cNvPr>
            <p:cNvSpPr txBox="1">
              <a:spLocks noChangeArrowheads="1"/>
            </p:cNvSpPr>
            <p:nvPr/>
          </p:nvSpPr>
          <p:spPr bwMode="auto">
            <a:xfrm>
              <a:off x="352" y="3283"/>
              <a:ext cx="519" cy="102"/>
            </a:xfrm>
            <a:prstGeom prst="rect">
              <a:avLst/>
            </a:prstGeom>
            <a:solidFill>
              <a:schemeClr val="bg1"/>
            </a:solidFill>
            <a:ln w="9525">
              <a:solidFill>
                <a:schemeClr val="tx1"/>
              </a:solidFill>
              <a:miter lim="800000"/>
              <a:headEnd/>
              <a:tailEnd/>
            </a:ln>
          </p:spPr>
          <p:txBody>
            <a:bodyPr wrap="none" lIns="72000" tIns="0" rIns="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pt-BR" altLang="pt-BR" sz="1000">
                  <a:solidFill>
                    <a:srgbClr val="FF0000"/>
                  </a:solidFill>
                </a:rPr>
                <a:t>S de controle</a:t>
              </a:r>
            </a:p>
          </p:txBody>
        </p:sp>
        <p:sp>
          <p:nvSpPr>
            <p:cNvPr id="71693" name="Text Box 11">
              <a:extLst>
                <a:ext uri="{FF2B5EF4-FFF2-40B4-BE49-F238E27FC236}">
                  <a16:creationId xmlns:a16="http://schemas.microsoft.com/office/drawing/2014/main" id="{2749FBB3-3B1F-2847-83DA-2363BC12BB53}"/>
                </a:ext>
              </a:extLst>
            </p:cNvPr>
            <p:cNvSpPr txBox="1">
              <a:spLocks noChangeArrowheads="1"/>
            </p:cNvSpPr>
            <p:nvPr/>
          </p:nvSpPr>
          <p:spPr bwMode="auto">
            <a:xfrm>
              <a:off x="1168" y="1569"/>
              <a:ext cx="994" cy="582"/>
            </a:xfrm>
            <a:prstGeom prst="rect">
              <a:avLst/>
            </a:prstGeom>
            <a:solidFill>
              <a:schemeClr val="bg1"/>
            </a:solidFill>
            <a:ln w="9525">
              <a:solidFill>
                <a:schemeClr val="tx1"/>
              </a:solidFill>
              <a:miter lim="800000"/>
              <a:headEnd/>
              <a:tailEnd/>
            </a:ln>
          </p:spPr>
          <p:txBody>
            <a:bodyPr wrap="none" lIns="72000" tIns="0" rIns="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pt-BR" altLang="pt-BR" sz="1000">
                  <a:solidFill>
                    <a:srgbClr val="FF3300"/>
                  </a:solidFill>
                </a:rPr>
                <a:t>SS Carro longitudinal</a:t>
              </a:r>
            </a:p>
            <a:p>
              <a:pPr eaLnBrk="1" hangingPunct="1">
                <a:spcBef>
                  <a:spcPct val="0"/>
                </a:spcBef>
                <a:buFontTx/>
                <a:buNone/>
              </a:pPr>
              <a:r>
                <a:rPr lang="pt-BR" altLang="pt-BR" sz="1000">
                  <a:solidFill>
                    <a:srgbClr val="FF3300"/>
                  </a:solidFill>
                </a:rPr>
                <a:t>SS Carro transversal</a:t>
              </a:r>
            </a:p>
            <a:p>
              <a:pPr eaLnBrk="1" hangingPunct="1">
                <a:spcBef>
                  <a:spcPct val="0"/>
                </a:spcBef>
                <a:buFontTx/>
                <a:buNone/>
              </a:pPr>
              <a:r>
                <a:rPr lang="pt-BR" altLang="pt-BR" sz="1000">
                  <a:solidFill>
                    <a:srgbClr val="FF3300"/>
                  </a:solidFill>
                </a:rPr>
                <a:t>SS Carro porta-ferramenta</a:t>
              </a:r>
            </a:p>
            <a:p>
              <a:pPr eaLnBrk="1" hangingPunct="1">
                <a:spcBef>
                  <a:spcPct val="0"/>
                </a:spcBef>
                <a:buFontTx/>
                <a:buNone/>
              </a:pPr>
              <a:r>
                <a:rPr lang="pt-BR" altLang="pt-BR" sz="1000">
                  <a:solidFill>
                    <a:srgbClr val="FF3300"/>
                  </a:solidFill>
                </a:rPr>
                <a:t>SS Torre de fixação</a:t>
              </a:r>
            </a:p>
            <a:p>
              <a:pPr eaLnBrk="1" hangingPunct="1">
                <a:spcBef>
                  <a:spcPct val="0"/>
                </a:spcBef>
                <a:buFontTx/>
                <a:buNone/>
              </a:pPr>
              <a:r>
                <a:rPr lang="pt-BR" altLang="pt-BR" sz="1000">
                  <a:solidFill>
                    <a:srgbClr val="FF3300"/>
                  </a:solidFill>
                </a:rPr>
                <a:t>Fuso</a:t>
              </a:r>
            </a:p>
            <a:p>
              <a:pPr eaLnBrk="1" hangingPunct="1">
                <a:spcBef>
                  <a:spcPct val="0"/>
                </a:spcBef>
                <a:buFontTx/>
                <a:buNone/>
              </a:pPr>
              <a:r>
                <a:rPr lang="pt-BR" altLang="pt-BR" sz="1000">
                  <a:solidFill>
                    <a:srgbClr val="FF3300"/>
                  </a:solidFill>
                </a:rPr>
                <a:t>Vara</a:t>
              </a:r>
            </a:p>
          </p:txBody>
        </p:sp>
        <p:sp>
          <p:nvSpPr>
            <p:cNvPr id="71694" name="Text Box 12">
              <a:extLst>
                <a:ext uri="{FF2B5EF4-FFF2-40B4-BE49-F238E27FC236}">
                  <a16:creationId xmlns:a16="http://schemas.microsoft.com/office/drawing/2014/main" id="{81CA37D6-A31C-404E-B465-148A8C00DD70}"/>
                </a:ext>
              </a:extLst>
            </p:cNvPr>
            <p:cNvSpPr txBox="1">
              <a:spLocks noChangeArrowheads="1"/>
            </p:cNvSpPr>
            <p:nvPr/>
          </p:nvSpPr>
          <p:spPr bwMode="auto">
            <a:xfrm>
              <a:off x="1168" y="2286"/>
              <a:ext cx="855" cy="198"/>
            </a:xfrm>
            <a:prstGeom prst="rect">
              <a:avLst/>
            </a:prstGeom>
            <a:solidFill>
              <a:schemeClr val="bg1"/>
            </a:solidFill>
            <a:ln w="9525">
              <a:solidFill>
                <a:schemeClr val="tx1"/>
              </a:solidFill>
              <a:miter lim="800000"/>
              <a:headEnd/>
              <a:tailEnd/>
            </a:ln>
          </p:spPr>
          <p:txBody>
            <a:bodyPr wrap="none" lIns="72000" tIns="0" rIns="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pt-BR" altLang="pt-BR" sz="1000">
                  <a:solidFill>
                    <a:srgbClr val="000000"/>
                  </a:solidFill>
                </a:rPr>
                <a:t>Motor de avanço</a:t>
              </a:r>
            </a:p>
            <a:p>
              <a:pPr eaLnBrk="1" hangingPunct="1">
                <a:spcBef>
                  <a:spcPct val="0"/>
                </a:spcBef>
                <a:buFontTx/>
                <a:buNone/>
              </a:pPr>
              <a:r>
                <a:rPr lang="pt-BR" altLang="pt-BR" sz="1000">
                  <a:solidFill>
                    <a:srgbClr val="000000"/>
                  </a:solidFill>
                </a:rPr>
                <a:t>Controlador de avanço</a:t>
              </a:r>
            </a:p>
          </p:txBody>
        </p:sp>
        <p:sp>
          <p:nvSpPr>
            <p:cNvPr id="71695" name="Text Box 13">
              <a:extLst>
                <a:ext uri="{FF2B5EF4-FFF2-40B4-BE49-F238E27FC236}">
                  <a16:creationId xmlns:a16="http://schemas.microsoft.com/office/drawing/2014/main" id="{D5A440FD-F391-3445-83D3-4F192B805669}"/>
                </a:ext>
              </a:extLst>
            </p:cNvPr>
            <p:cNvSpPr txBox="1">
              <a:spLocks noChangeArrowheads="1"/>
            </p:cNvSpPr>
            <p:nvPr/>
          </p:nvSpPr>
          <p:spPr bwMode="auto">
            <a:xfrm>
              <a:off x="1168" y="3091"/>
              <a:ext cx="1014" cy="486"/>
            </a:xfrm>
            <a:prstGeom prst="rect">
              <a:avLst/>
            </a:prstGeom>
            <a:solidFill>
              <a:srgbClr val="EAEAEA"/>
            </a:solidFill>
            <a:ln w="9525">
              <a:solidFill>
                <a:schemeClr val="tx1"/>
              </a:solidFill>
              <a:prstDash val="dash"/>
              <a:miter lim="800000"/>
              <a:headEnd/>
              <a:tailEnd/>
            </a:ln>
          </p:spPr>
          <p:txBody>
            <a:bodyPr wrap="none" lIns="72000" tIns="0" rIns="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pt-BR" altLang="pt-BR" sz="1000">
                  <a:solidFill>
                    <a:srgbClr val="000000"/>
                  </a:solidFill>
                </a:rPr>
                <a:t>SS Painel de controladores</a:t>
              </a:r>
            </a:p>
            <a:p>
              <a:pPr eaLnBrk="1" hangingPunct="1">
                <a:spcBef>
                  <a:spcPct val="0"/>
                </a:spcBef>
                <a:buFontTx/>
                <a:buNone/>
              </a:pPr>
              <a:r>
                <a:rPr lang="pt-BR" altLang="pt-BR" sz="1000">
                  <a:solidFill>
                    <a:srgbClr val="000000"/>
                  </a:solidFill>
                </a:rPr>
                <a:t>SS Computador CN</a:t>
              </a:r>
            </a:p>
            <a:p>
              <a:pPr eaLnBrk="1" hangingPunct="1">
                <a:spcBef>
                  <a:spcPct val="0"/>
                </a:spcBef>
                <a:buFontTx/>
                <a:buNone/>
              </a:pPr>
              <a:r>
                <a:rPr lang="pt-BR" altLang="pt-BR" sz="1000">
                  <a:solidFill>
                    <a:srgbClr val="000000"/>
                  </a:solidFill>
                </a:rPr>
                <a:t>SS Canal de comunicação</a:t>
              </a:r>
            </a:p>
            <a:p>
              <a:pPr eaLnBrk="1" hangingPunct="1">
                <a:spcBef>
                  <a:spcPct val="0"/>
                </a:spcBef>
                <a:buFontTx/>
                <a:buNone/>
              </a:pPr>
              <a:r>
                <a:rPr lang="pt-BR" altLang="pt-BR" sz="1000">
                  <a:solidFill>
                    <a:srgbClr val="000000"/>
                  </a:solidFill>
                </a:rPr>
                <a:t>SS Sensoreamento</a:t>
              </a:r>
            </a:p>
            <a:p>
              <a:pPr eaLnBrk="1" hangingPunct="1">
                <a:spcBef>
                  <a:spcPct val="0"/>
                </a:spcBef>
                <a:buFontTx/>
                <a:buNone/>
              </a:pPr>
              <a:r>
                <a:rPr lang="pt-BR" altLang="pt-BR" sz="1000">
                  <a:solidFill>
                    <a:srgbClr val="000000"/>
                  </a:solidFill>
                </a:rPr>
                <a:t>Software</a:t>
              </a:r>
            </a:p>
          </p:txBody>
        </p:sp>
        <p:sp>
          <p:nvSpPr>
            <p:cNvPr id="71696" name="Text Box 14">
              <a:extLst>
                <a:ext uri="{FF2B5EF4-FFF2-40B4-BE49-F238E27FC236}">
                  <a16:creationId xmlns:a16="http://schemas.microsoft.com/office/drawing/2014/main" id="{9460D30F-2D89-FA4C-904F-F4FD5555E640}"/>
                </a:ext>
              </a:extLst>
            </p:cNvPr>
            <p:cNvSpPr txBox="1">
              <a:spLocks noChangeArrowheads="1"/>
            </p:cNvSpPr>
            <p:nvPr/>
          </p:nvSpPr>
          <p:spPr bwMode="auto">
            <a:xfrm>
              <a:off x="1168" y="3646"/>
              <a:ext cx="1116" cy="102"/>
            </a:xfrm>
            <a:prstGeom prst="rect">
              <a:avLst/>
            </a:prstGeom>
            <a:solidFill>
              <a:schemeClr val="bg1"/>
            </a:solidFill>
            <a:ln w="9525">
              <a:solidFill>
                <a:schemeClr val="tx1"/>
              </a:solidFill>
              <a:miter lim="800000"/>
              <a:headEnd/>
              <a:tailEnd/>
            </a:ln>
          </p:spPr>
          <p:txBody>
            <a:bodyPr wrap="none" lIns="72000" tIns="0" rIns="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pt-BR" altLang="pt-BR" sz="1000">
                  <a:solidFill>
                    <a:srgbClr val="FF3300"/>
                  </a:solidFill>
                </a:rPr>
                <a:t>SS Emissão de fluido de corte</a:t>
              </a:r>
            </a:p>
          </p:txBody>
        </p:sp>
        <p:sp>
          <p:nvSpPr>
            <p:cNvPr id="71697" name="Text Box 15">
              <a:extLst>
                <a:ext uri="{FF2B5EF4-FFF2-40B4-BE49-F238E27FC236}">
                  <a16:creationId xmlns:a16="http://schemas.microsoft.com/office/drawing/2014/main" id="{FE74C088-9376-E444-BFF8-30E5FBDD3618}"/>
                </a:ext>
              </a:extLst>
            </p:cNvPr>
            <p:cNvSpPr txBox="1">
              <a:spLocks noChangeArrowheads="1"/>
            </p:cNvSpPr>
            <p:nvPr/>
          </p:nvSpPr>
          <p:spPr bwMode="auto">
            <a:xfrm>
              <a:off x="1168" y="3823"/>
              <a:ext cx="1050" cy="102"/>
            </a:xfrm>
            <a:prstGeom prst="rect">
              <a:avLst/>
            </a:prstGeom>
            <a:solidFill>
              <a:schemeClr val="bg1"/>
            </a:solidFill>
            <a:ln w="9525">
              <a:solidFill>
                <a:schemeClr val="tx1"/>
              </a:solidFill>
              <a:miter lim="800000"/>
              <a:headEnd/>
              <a:tailEnd/>
            </a:ln>
          </p:spPr>
          <p:txBody>
            <a:bodyPr wrap="none" lIns="72000" tIns="0" rIns="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pt-BR" altLang="pt-BR" sz="1000">
                  <a:solidFill>
                    <a:srgbClr val="FF3300"/>
                  </a:solidFill>
                </a:rPr>
                <a:t>SS Recolhimento de cavaco</a:t>
              </a:r>
            </a:p>
          </p:txBody>
        </p:sp>
        <p:sp>
          <p:nvSpPr>
            <p:cNvPr id="71698" name="Text Box 16">
              <a:extLst>
                <a:ext uri="{FF2B5EF4-FFF2-40B4-BE49-F238E27FC236}">
                  <a16:creationId xmlns:a16="http://schemas.microsoft.com/office/drawing/2014/main" id="{35F8FCC1-59E5-C84A-BEDB-3D598134CC1F}"/>
                </a:ext>
              </a:extLst>
            </p:cNvPr>
            <p:cNvSpPr txBox="1">
              <a:spLocks noChangeArrowheads="1"/>
            </p:cNvSpPr>
            <p:nvPr/>
          </p:nvSpPr>
          <p:spPr bwMode="auto">
            <a:xfrm>
              <a:off x="1168" y="4001"/>
              <a:ext cx="930" cy="102"/>
            </a:xfrm>
            <a:prstGeom prst="rect">
              <a:avLst/>
            </a:prstGeom>
            <a:solidFill>
              <a:schemeClr val="bg1"/>
            </a:solidFill>
            <a:ln w="9525">
              <a:solidFill>
                <a:schemeClr val="tx1"/>
              </a:solidFill>
              <a:miter lim="800000"/>
              <a:headEnd/>
              <a:tailEnd/>
            </a:ln>
          </p:spPr>
          <p:txBody>
            <a:bodyPr wrap="none" lIns="72000" tIns="0" rIns="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pt-BR" altLang="pt-BR" sz="1000">
                  <a:solidFill>
                    <a:srgbClr val="000000"/>
                  </a:solidFill>
                </a:rPr>
                <a:t>Cabos, conectores, etc...</a:t>
              </a:r>
            </a:p>
          </p:txBody>
        </p:sp>
        <p:sp>
          <p:nvSpPr>
            <p:cNvPr id="71699" name="Text Box 17">
              <a:extLst>
                <a:ext uri="{FF2B5EF4-FFF2-40B4-BE49-F238E27FC236}">
                  <a16:creationId xmlns:a16="http://schemas.microsoft.com/office/drawing/2014/main" id="{F9088FFB-CE30-B24B-80AE-6EC9967987F3}"/>
                </a:ext>
              </a:extLst>
            </p:cNvPr>
            <p:cNvSpPr txBox="1">
              <a:spLocks noChangeArrowheads="1"/>
            </p:cNvSpPr>
            <p:nvPr/>
          </p:nvSpPr>
          <p:spPr bwMode="auto">
            <a:xfrm>
              <a:off x="485" y="385"/>
              <a:ext cx="412"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0" rIns="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pt-BR" altLang="pt-BR" sz="1200" b="1">
                  <a:solidFill>
                    <a:srgbClr val="000000"/>
                  </a:solidFill>
                </a:rPr>
                <a:t>Sistema</a:t>
              </a:r>
            </a:p>
          </p:txBody>
        </p:sp>
        <p:sp>
          <p:nvSpPr>
            <p:cNvPr id="71700" name="Text Box 18">
              <a:extLst>
                <a:ext uri="{FF2B5EF4-FFF2-40B4-BE49-F238E27FC236}">
                  <a16:creationId xmlns:a16="http://schemas.microsoft.com/office/drawing/2014/main" id="{B9F1B9F0-BB7F-894A-85F0-67DC943640D9}"/>
                </a:ext>
              </a:extLst>
            </p:cNvPr>
            <p:cNvSpPr txBox="1">
              <a:spLocks noChangeArrowheads="1"/>
            </p:cNvSpPr>
            <p:nvPr/>
          </p:nvSpPr>
          <p:spPr bwMode="auto">
            <a:xfrm>
              <a:off x="1231" y="391"/>
              <a:ext cx="58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0" rIns="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pt-BR" altLang="pt-BR" sz="1200" b="1">
                  <a:solidFill>
                    <a:srgbClr val="000000"/>
                  </a:solidFill>
                </a:rPr>
                <a:t>Subsistema</a:t>
              </a:r>
            </a:p>
          </p:txBody>
        </p:sp>
        <p:cxnSp>
          <p:nvCxnSpPr>
            <p:cNvPr id="71701" name="AutoShape 19">
              <a:extLst>
                <a:ext uri="{FF2B5EF4-FFF2-40B4-BE49-F238E27FC236}">
                  <a16:creationId xmlns:a16="http://schemas.microsoft.com/office/drawing/2014/main" id="{AA29BEE9-FFEB-3D4C-8E02-9D05D3C858BC}"/>
                </a:ext>
              </a:extLst>
            </p:cNvPr>
            <p:cNvCxnSpPr>
              <a:cxnSpLocks noChangeShapeType="1"/>
              <a:stCxn id="71686" idx="2"/>
              <a:endCxn id="71687" idx="1"/>
            </p:cNvCxnSpPr>
            <p:nvPr/>
          </p:nvCxnSpPr>
          <p:spPr bwMode="auto">
            <a:xfrm rot="16200000" flipH="1">
              <a:off x="160" y="558"/>
              <a:ext cx="246" cy="138"/>
            </a:xfrm>
            <a:prstGeom prst="bentConnector2">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71702" name="AutoShape 20">
              <a:extLst>
                <a:ext uri="{FF2B5EF4-FFF2-40B4-BE49-F238E27FC236}">
                  <a16:creationId xmlns:a16="http://schemas.microsoft.com/office/drawing/2014/main" id="{5C53CD8D-EA2E-314D-AF0A-496FC3BF3A99}"/>
                </a:ext>
              </a:extLst>
            </p:cNvPr>
            <p:cNvCxnSpPr>
              <a:cxnSpLocks noChangeShapeType="1"/>
              <a:stCxn id="71686" idx="2"/>
              <a:endCxn id="71688" idx="1"/>
            </p:cNvCxnSpPr>
            <p:nvPr/>
          </p:nvCxnSpPr>
          <p:spPr bwMode="auto">
            <a:xfrm rot="16200000" flipH="1">
              <a:off x="-99" y="817"/>
              <a:ext cx="763" cy="138"/>
            </a:xfrm>
            <a:prstGeom prst="bentConnector2">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71703" name="AutoShape 21">
              <a:extLst>
                <a:ext uri="{FF2B5EF4-FFF2-40B4-BE49-F238E27FC236}">
                  <a16:creationId xmlns:a16="http://schemas.microsoft.com/office/drawing/2014/main" id="{52A9C86F-F9D0-7649-BE1A-2A97A485210C}"/>
                </a:ext>
              </a:extLst>
            </p:cNvPr>
            <p:cNvCxnSpPr>
              <a:cxnSpLocks noChangeShapeType="1"/>
              <a:stCxn id="71686" idx="2"/>
              <a:endCxn id="71689" idx="1"/>
            </p:cNvCxnSpPr>
            <p:nvPr/>
          </p:nvCxnSpPr>
          <p:spPr bwMode="auto">
            <a:xfrm rot="16200000" flipH="1">
              <a:off x="-395" y="1113"/>
              <a:ext cx="1356" cy="138"/>
            </a:xfrm>
            <a:prstGeom prst="bentConnector2">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71704" name="AutoShape 22">
              <a:extLst>
                <a:ext uri="{FF2B5EF4-FFF2-40B4-BE49-F238E27FC236}">
                  <a16:creationId xmlns:a16="http://schemas.microsoft.com/office/drawing/2014/main" id="{F2162069-4CA7-8940-A609-2201A2C9CE81}"/>
                </a:ext>
              </a:extLst>
            </p:cNvPr>
            <p:cNvCxnSpPr>
              <a:cxnSpLocks noChangeShapeType="1"/>
              <a:stCxn id="71686" idx="2"/>
              <a:endCxn id="71690" idx="1"/>
            </p:cNvCxnSpPr>
            <p:nvPr/>
          </p:nvCxnSpPr>
          <p:spPr bwMode="auto">
            <a:xfrm rot="16200000" flipH="1">
              <a:off x="-658" y="1376"/>
              <a:ext cx="1881" cy="138"/>
            </a:xfrm>
            <a:prstGeom prst="bentConnector2">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71705" name="AutoShape 23">
              <a:extLst>
                <a:ext uri="{FF2B5EF4-FFF2-40B4-BE49-F238E27FC236}">
                  <a16:creationId xmlns:a16="http://schemas.microsoft.com/office/drawing/2014/main" id="{497A472A-49F1-4B44-A3F3-60154C1BC770}"/>
                </a:ext>
              </a:extLst>
            </p:cNvPr>
            <p:cNvCxnSpPr>
              <a:cxnSpLocks noChangeShapeType="1"/>
              <a:stCxn id="71686" idx="2"/>
              <a:endCxn id="71691" idx="1"/>
            </p:cNvCxnSpPr>
            <p:nvPr/>
          </p:nvCxnSpPr>
          <p:spPr bwMode="auto">
            <a:xfrm rot="16200000" flipH="1">
              <a:off x="-854" y="1572"/>
              <a:ext cx="2274" cy="138"/>
            </a:xfrm>
            <a:prstGeom prst="bentConnector2">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71706" name="AutoShape 24">
              <a:extLst>
                <a:ext uri="{FF2B5EF4-FFF2-40B4-BE49-F238E27FC236}">
                  <a16:creationId xmlns:a16="http://schemas.microsoft.com/office/drawing/2014/main" id="{0897CCA0-B3A2-1144-8CBA-3A5DD09D157D}"/>
                </a:ext>
              </a:extLst>
            </p:cNvPr>
            <p:cNvCxnSpPr>
              <a:cxnSpLocks noChangeShapeType="1"/>
              <a:stCxn id="71686" idx="2"/>
              <a:endCxn id="71692" idx="1"/>
            </p:cNvCxnSpPr>
            <p:nvPr/>
          </p:nvCxnSpPr>
          <p:spPr bwMode="auto">
            <a:xfrm rot="16200000" flipH="1">
              <a:off x="-1132" y="1850"/>
              <a:ext cx="2830" cy="138"/>
            </a:xfrm>
            <a:prstGeom prst="bentConnector2">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71707" name="AutoShape 25">
              <a:extLst>
                <a:ext uri="{FF2B5EF4-FFF2-40B4-BE49-F238E27FC236}">
                  <a16:creationId xmlns:a16="http://schemas.microsoft.com/office/drawing/2014/main" id="{3904D787-A313-6F42-B20F-27AE3214F999}"/>
                </a:ext>
              </a:extLst>
            </p:cNvPr>
            <p:cNvCxnSpPr>
              <a:cxnSpLocks noChangeShapeType="1"/>
              <a:stCxn id="71687" idx="3"/>
              <a:endCxn id="71728" idx="1"/>
            </p:cNvCxnSpPr>
            <p:nvPr/>
          </p:nvCxnSpPr>
          <p:spPr bwMode="auto">
            <a:xfrm>
              <a:off x="743" y="750"/>
              <a:ext cx="425" cy="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1708" name="AutoShape 26">
              <a:extLst>
                <a:ext uri="{FF2B5EF4-FFF2-40B4-BE49-F238E27FC236}">
                  <a16:creationId xmlns:a16="http://schemas.microsoft.com/office/drawing/2014/main" id="{CA2CCED6-C049-1446-A25F-2F7119470CA6}"/>
                </a:ext>
              </a:extLst>
            </p:cNvPr>
            <p:cNvCxnSpPr>
              <a:cxnSpLocks noChangeShapeType="1"/>
              <a:stCxn id="71688" idx="3"/>
              <a:endCxn id="71730" idx="1"/>
            </p:cNvCxnSpPr>
            <p:nvPr/>
          </p:nvCxnSpPr>
          <p:spPr bwMode="auto">
            <a:xfrm>
              <a:off x="730" y="1267"/>
              <a:ext cx="438" cy="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1709" name="AutoShape 27">
              <a:extLst>
                <a:ext uri="{FF2B5EF4-FFF2-40B4-BE49-F238E27FC236}">
                  <a16:creationId xmlns:a16="http://schemas.microsoft.com/office/drawing/2014/main" id="{FE582220-9E6C-D44A-8C1A-AFD3539DE05D}"/>
                </a:ext>
              </a:extLst>
            </p:cNvPr>
            <p:cNvCxnSpPr>
              <a:cxnSpLocks noChangeShapeType="1"/>
              <a:stCxn id="71689" idx="3"/>
              <a:endCxn id="71693" idx="1"/>
            </p:cNvCxnSpPr>
            <p:nvPr/>
          </p:nvCxnSpPr>
          <p:spPr bwMode="auto">
            <a:xfrm>
              <a:off x="921" y="1860"/>
              <a:ext cx="247" cy="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1710" name="AutoShape 28">
              <a:extLst>
                <a:ext uri="{FF2B5EF4-FFF2-40B4-BE49-F238E27FC236}">
                  <a16:creationId xmlns:a16="http://schemas.microsoft.com/office/drawing/2014/main" id="{6D01075A-2035-0D48-A01D-693D1EC37981}"/>
                </a:ext>
              </a:extLst>
            </p:cNvPr>
            <p:cNvCxnSpPr>
              <a:cxnSpLocks noChangeShapeType="1"/>
              <a:stCxn id="71690" idx="3"/>
              <a:endCxn id="71694" idx="1"/>
            </p:cNvCxnSpPr>
            <p:nvPr/>
          </p:nvCxnSpPr>
          <p:spPr bwMode="auto">
            <a:xfrm>
              <a:off x="844" y="2385"/>
              <a:ext cx="324" cy="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1711" name="AutoShape 29">
              <a:extLst>
                <a:ext uri="{FF2B5EF4-FFF2-40B4-BE49-F238E27FC236}">
                  <a16:creationId xmlns:a16="http://schemas.microsoft.com/office/drawing/2014/main" id="{E9E1C4BD-1994-8049-AC0B-CEBA9F13C398}"/>
                </a:ext>
              </a:extLst>
            </p:cNvPr>
            <p:cNvCxnSpPr>
              <a:cxnSpLocks noChangeShapeType="1"/>
              <a:stCxn id="71691" idx="3"/>
              <a:endCxn id="71732" idx="1"/>
            </p:cNvCxnSpPr>
            <p:nvPr/>
          </p:nvCxnSpPr>
          <p:spPr bwMode="auto">
            <a:xfrm>
              <a:off x="940" y="2778"/>
              <a:ext cx="228" cy="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1712" name="AutoShape 30">
              <a:extLst>
                <a:ext uri="{FF2B5EF4-FFF2-40B4-BE49-F238E27FC236}">
                  <a16:creationId xmlns:a16="http://schemas.microsoft.com/office/drawing/2014/main" id="{818D0F6A-7985-C84A-B2FB-0F588B726BDD}"/>
                </a:ext>
              </a:extLst>
            </p:cNvPr>
            <p:cNvCxnSpPr>
              <a:cxnSpLocks noChangeShapeType="1"/>
              <a:stCxn id="71692" idx="3"/>
              <a:endCxn id="71695" idx="1"/>
            </p:cNvCxnSpPr>
            <p:nvPr/>
          </p:nvCxnSpPr>
          <p:spPr bwMode="auto">
            <a:xfrm>
              <a:off x="871" y="3334"/>
              <a:ext cx="297" cy="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1713" name="AutoShape 31">
              <a:extLst>
                <a:ext uri="{FF2B5EF4-FFF2-40B4-BE49-F238E27FC236}">
                  <a16:creationId xmlns:a16="http://schemas.microsoft.com/office/drawing/2014/main" id="{1CDAFE04-46E5-3448-BF58-83883774886D}"/>
                </a:ext>
              </a:extLst>
            </p:cNvPr>
            <p:cNvCxnSpPr>
              <a:cxnSpLocks noChangeShapeType="1"/>
              <a:stCxn id="71686" idx="2"/>
              <a:endCxn id="71696" idx="1"/>
            </p:cNvCxnSpPr>
            <p:nvPr/>
          </p:nvCxnSpPr>
          <p:spPr bwMode="auto">
            <a:xfrm rot="16200000" flipH="1">
              <a:off x="-906" y="1624"/>
              <a:ext cx="3193" cy="954"/>
            </a:xfrm>
            <a:prstGeom prst="bentConnector2">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71714" name="AutoShape 32">
              <a:extLst>
                <a:ext uri="{FF2B5EF4-FFF2-40B4-BE49-F238E27FC236}">
                  <a16:creationId xmlns:a16="http://schemas.microsoft.com/office/drawing/2014/main" id="{0EB41A5D-4587-2644-8C40-6D2820CD2C58}"/>
                </a:ext>
              </a:extLst>
            </p:cNvPr>
            <p:cNvCxnSpPr>
              <a:cxnSpLocks noChangeShapeType="1"/>
              <a:stCxn id="71686" idx="2"/>
              <a:endCxn id="71697" idx="1"/>
            </p:cNvCxnSpPr>
            <p:nvPr/>
          </p:nvCxnSpPr>
          <p:spPr bwMode="auto">
            <a:xfrm rot="16200000" flipH="1">
              <a:off x="-994" y="1712"/>
              <a:ext cx="3370" cy="954"/>
            </a:xfrm>
            <a:prstGeom prst="bentConnector2">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71715" name="AutoShape 33">
              <a:extLst>
                <a:ext uri="{FF2B5EF4-FFF2-40B4-BE49-F238E27FC236}">
                  <a16:creationId xmlns:a16="http://schemas.microsoft.com/office/drawing/2014/main" id="{5F1C012B-8A75-1346-8730-4F8BF27C3FC1}"/>
                </a:ext>
              </a:extLst>
            </p:cNvPr>
            <p:cNvCxnSpPr>
              <a:cxnSpLocks noChangeShapeType="1"/>
              <a:stCxn id="71686" idx="2"/>
              <a:endCxn id="71698" idx="1"/>
            </p:cNvCxnSpPr>
            <p:nvPr/>
          </p:nvCxnSpPr>
          <p:spPr bwMode="auto">
            <a:xfrm rot="16200000" flipH="1">
              <a:off x="-1083" y="1801"/>
              <a:ext cx="3548" cy="954"/>
            </a:xfrm>
            <a:prstGeom prst="bentConnector2">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sp>
          <p:nvSpPr>
            <p:cNvPr id="71716" name="Text Box 34">
              <a:extLst>
                <a:ext uri="{FF2B5EF4-FFF2-40B4-BE49-F238E27FC236}">
                  <a16:creationId xmlns:a16="http://schemas.microsoft.com/office/drawing/2014/main" id="{D34D051A-BCA8-9A4D-AD7B-896CF4131EF3}"/>
                </a:ext>
              </a:extLst>
            </p:cNvPr>
            <p:cNvSpPr txBox="1">
              <a:spLocks noChangeArrowheads="1"/>
            </p:cNvSpPr>
            <p:nvPr/>
          </p:nvSpPr>
          <p:spPr bwMode="auto">
            <a:xfrm>
              <a:off x="2543" y="614"/>
              <a:ext cx="811" cy="198"/>
            </a:xfrm>
            <a:prstGeom prst="rect">
              <a:avLst/>
            </a:prstGeom>
            <a:solidFill>
              <a:schemeClr val="bg1"/>
            </a:solidFill>
            <a:ln w="9525">
              <a:solidFill>
                <a:schemeClr val="tx1"/>
              </a:solidFill>
              <a:miter lim="800000"/>
              <a:headEnd/>
              <a:tailEnd/>
            </a:ln>
          </p:spPr>
          <p:txBody>
            <a:bodyPr wrap="none" lIns="72000" tIns="0" rIns="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pt-BR" altLang="pt-BR" sz="1000">
                  <a:solidFill>
                    <a:srgbClr val="FF0000"/>
                  </a:solidFill>
                </a:rPr>
                <a:t>Estrutura fundida</a:t>
              </a:r>
            </a:p>
            <a:p>
              <a:pPr eaLnBrk="1" hangingPunct="1">
                <a:spcBef>
                  <a:spcPct val="0"/>
                </a:spcBef>
                <a:buFontTx/>
                <a:buNone/>
              </a:pPr>
              <a:r>
                <a:rPr lang="pt-BR" altLang="pt-BR" sz="1000">
                  <a:solidFill>
                    <a:srgbClr val="FF0000"/>
                  </a:solidFill>
                </a:rPr>
                <a:t>Elementos de fixação</a:t>
              </a:r>
            </a:p>
          </p:txBody>
        </p:sp>
        <p:sp>
          <p:nvSpPr>
            <p:cNvPr id="71717" name="Text Box 35">
              <a:extLst>
                <a:ext uri="{FF2B5EF4-FFF2-40B4-BE49-F238E27FC236}">
                  <a16:creationId xmlns:a16="http://schemas.microsoft.com/office/drawing/2014/main" id="{E41FE2E3-19B5-6E4A-8913-2BD4826350B7}"/>
                </a:ext>
              </a:extLst>
            </p:cNvPr>
            <p:cNvSpPr txBox="1">
              <a:spLocks noChangeArrowheads="1"/>
            </p:cNvSpPr>
            <p:nvPr/>
          </p:nvSpPr>
          <p:spPr bwMode="auto">
            <a:xfrm>
              <a:off x="2543" y="1052"/>
              <a:ext cx="1046" cy="486"/>
            </a:xfrm>
            <a:prstGeom prst="rect">
              <a:avLst/>
            </a:prstGeom>
            <a:solidFill>
              <a:schemeClr val="bg1"/>
            </a:solidFill>
            <a:ln w="9525">
              <a:solidFill>
                <a:schemeClr val="tx1"/>
              </a:solidFill>
              <a:miter lim="800000"/>
              <a:headEnd/>
              <a:tailEnd/>
            </a:ln>
          </p:spPr>
          <p:txBody>
            <a:bodyPr wrap="none" lIns="72000" tIns="0" rIns="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pt-BR" altLang="pt-BR" sz="1000">
                  <a:solidFill>
                    <a:srgbClr val="FF0000"/>
                  </a:solidFill>
                </a:rPr>
                <a:t>Estrutura cabeçote</a:t>
              </a:r>
            </a:p>
            <a:p>
              <a:pPr eaLnBrk="1" hangingPunct="1">
                <a:spcBef>
                  <a:spcPct val="0"/>
                </a:spcBef>
                <a:buFontTx/>
                <a:buNone/>
              </a:pPr>
              <a:r>
                <a:rPr lang="pt-BR" altLang="pt-BR" sz="1000">
                  <a:solidFill>
                    <a:srgbClr val="000000"/>
                  </a:solidFill>
                </a:rPr>
                <a:t>Guia de movimento</a:t>
              </a:r>
            </a:p>
            <a:p>
              <a:pPr eaLnBrk="1" hangingPunct="1">
                <a:spcBef>
                  <a:spcPct val="0"/>
                </a:spcBef>
                <a:buFontTx/>
                <a:buNone/>
              </a:pPr>
              <a:r>
                <a:rPr lang="pt-BR" altLang="pt-BR" sz="1000">
                  <a:solidFill>
                    <a:srgbClr val="000000"/>
                  </a:solidFill>
                </a:rPr>
                <a:t>Elementos de fixação</a:t>
              </a:r>
            </a:p>
            <a:p>
              <a:pPr eaLnBrk="1" hangingPunct="1">
                <a:spcBef>
                  <a:spcPct val="0"/>
                </a:spcBef>
                <a:buFontTx/>
                <a:buNone/>
              </a:pPr>
              <a:r>
                <a:rPr lang="pt-BR" altLang="pt-BR" sz="1000">
                  <a:solidFill>
                    <a:srgbClr val="FF0000"/>
                  </a:solidFill>
                </a:rPr>
                <a:t>Mecanismo de acionamento</a:t>
              </a:r>
            </a:p>
            <a:p>
              <a:pPr eaLnBrk="1" hangingPunct="1">
                <a:spcBef>
                  <a:spcPct val="0"/>
                </a:spcBef>
                <a:buFontTx/>
                <a:buNone/>
              </a:pPr>
              <a:r>
                <a:rPr lang="pt-BR" altLang="pt-BR" sz="1000">
                  <a:solidFill>
                    <a:srgbClr val="000000"/>
                  </a:solidFill>
                </a:rPr>
                <a:t>Contraponta</a:t>
              </a:r>
            </a:p>
          </p:txBody>
        </p:sp>
        <p:grpSp>
          <p:nvGrpSpPr>
            <p:cNvPr id="71718" name="Group 36">
              <a:extLst>
                <a:ext uri="{FF2B5EF4-FFF2-40B4-BE49-F238E27FC236}">
                  <a16:creationId xmlns:a16="http://schemas.microsoft.com/office/drawing/2014/main" id="{B7A649A8-EEA3-514E-BB62-AA56AC884252}"/>
                </a:ext>
              </a:extLst>
            </p:cNvPr>
            <p:cNvGrpSpPr>
              <a:grpSpLocks/>
            </p:cNvGrpSpPr>
            <p:nvPr/>
          </p:nvGrpSpPr>
          <p:grpSpPr bwMode="auto">
            <a:xfrm>
              <a:off x="1168" y="2583"/>
              <a:ext cx="1054" cy="390"/>
              <a:chOff x="1168" y="2583"/>
              <a:chExt cx="1054" cy="390"/>
            </a:xfrm>
          </p:grpSpPr>
          <p:sp>
            <p:nvSpPr>
              <p:cNvPr id="71732" name="Text Box 37">
                <a:extLst>
                  <a:ext uri="{FF2B5EF4-FFF2-40B4-BE49-F238E27FC236}">
                    <a16:creationId xmlns:a16="http://schemas.microsoft.com/office/drawing/2014/main" id="{4C3686CC-F2CE-BD44-9964-FB0263ABD861}"/>
                  </a:ext>
                </a:extLst>
              </p:cNvPr>
              <p:cNvSpPr txBox="1">
                <a:spLocks noChangeArrowheads="1"/>
              </p:cNvSpPr>
              <p:nvPr/>
            </p:nvSpPr>
            <p:spPr bwMode="auto">
              <a:xfrm>
                <a:off x="1168" y="2583"/>
                <a:ext cx="1054" cy="390"/>
              </a:xfrm>
              <a:prstGeom prst="rect">
                <a:avLst/>
              </a:prstGeom>
              <a:solidFill>
                <a:schemeClr val="bg1"/>
              </a:solidFill>
              <a:ln w="9525">
                <a:solidFill>
                  <a:schemeClr val="tx1"/>
                </a:solidFill>
                <a:miter lim="800000"/>
                <a:headEnd/>
                <a:tailEnd/>
              </a:ln>
            </p:spPr>
            <p:txBody>
              <a:bodyPr wrap="none" lIns="72000" tIns="0" rIns="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pt-BR" altLang="pt-BR" sz="1000">
                    <a:solidFill>
                      <a:srgbClr val="000000"/>
                    </a:solidFill>
                  </a:rPr>
                  <a:t>Motor de acionamento</a:t>
                </a:r>
              </a:p>
              <a:p>
                <a:pPr eaLnBrk="1" hangingPunct="1">
                  <a:spcBef>
                    <a:spcPct val="0"/>
                  </a:spcBef>
                  <a:buFontTx/>
                  <a:buNone/>
                </a:pPr>
                <a:r>
                  <a:rPr lang="pt-BR" altLang="pt-BR" sz="1000">
                    <a:solidFill>
                      <a:srgbClr val="000000"/>
                    </a:solidFill>
                  </a:rPr>
                  <a:t>Controlador de acionamento</a:t>
                </a:r>
              </a:p>
              <a:p>
                <a:pPr eaLnBrk="1" hangingPunct="1">
                  <a:spcBef>
                    <a:spcPct val="0"/>
                  </a:spcBef>
                  <a:buFontTx/>
                  <a:buNone/>
                </a:pPr>
                <a:r>
                  <a:rPr lang="pt-BR" altLang="pt-BR" sz="1000">
                    <a:solidFill>
                      <a:srgbClr val="FF3300"/>
                    </a:solidFill>
                  </a:rPr>
                  <a:t>SS Eixo árvore</a:t>
                </a:r>
              </a:p>
              <a:p>
                <a:pPr eaLnBrk="1" hangingPunct="1">
                  <a:spcBef>
                    <a:spcPct val="0"/>
                  </a:spcBef>
                  <a:buFontTx/>
                  <a:buNone/>
                </a:pPr>
                <a:r>
                  <a:rPr lang="pt-BR" altLang="pt-BR" sz="1000">
                    <a:solidFill>
                      <a:srgbClr val="FF3300"/>
                    </a:solidFill>
                  </a:rPr>
                  <a:t>SS Redutor</a:t>
                </a:r>
              </a:p>
            </p:txBody>
          </p:sp>
          <p:sp>
            <p:nvSpPr>
              <p:cNvPr id="71733" name="Rectangle 38">
                <a:extLst>
                  <a:ext uri="{FF2B5EF4-FFF2-40B4-BE49-F238E27FC236}">
                    <a16:creationId xmlns:a16="http://schemas.microsoft.com/office/drawing/2014/main" id="{213CCFD7-C5AE-DF4D-AC34-146156798753}"/>
                  </a:ext>
                </a:extLst>
              </p:cNvPr>
              <p:cNvSpPr>
                <a:spLocks noChangeArrowheads="1"/>
              </p:cNvSpPr>
              <p:nvPr/>
            </p:nvSpPr>
            <p:spPr bwMode="auto">
              <a:xfrm>
                <a:off x="1692" y="2805"/>
                <a:ext cx="56" cy="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0" rIns="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71734" name="Rectangle 39">
                <a:extLst>
                  <a:ext uri="{FF2B5EF4-FFF2-40B4-BE49-F238E27FC236}">
                    <a16:creationId xmlns:a16="http://schemas.microsoft.com/office/drawing/2014/main" id="{007B942E-82C9-774B-AE83-012F05A99B2F}"/>
                  </a:ext>
                </a:extLst>
              </p:cNvPr>
              <p:cNvSpPr>
                <a:spLocks noChangeArrowheads="1"/>
              </p:cNvSpPr>
              <p:nvPr/>
            </p:nvSpPr>
            <p:spPr bwMode="auto">
              <a:xfrm>
                <a:off x="1569" y="2904"/>
                <a:ext cx="56" cy="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0" rIns="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grpSp>
        <p:grpSp>
          <p:nvGrpSpPr>
            <p:cNvPr id="71719" name="Group 40">
              <a:extLst>
                <a:ext uri="{FF2B5EF4-FFF2-40B4-BE49-F238E27FC236}">
                  <a16:creationId xmlns:a16="http://schemas.microsoft.com/office/drawing/2014/main" id="{B42A7692-98F7-994E-BC07-BC8F70FE82CC}"/>
                </a:ext>
              </a:extLst>
            </p:cNvPr>
            <p:cNvGrpSpPr>
              <a:grpSpLocks/>
            </p:cNvGrpSpPr>
            <p:nvPr/>
          </p:nvGrpSpPr>
          <p:grpSpPr bwMode="auto">
            <a:xfrm>
              <a:off x="1168" y="1072"/>
              <a:ext cx="1041" cy="390"/>
              <a:chOff x="1168" y="1072"/>
              <a:chExt cx="1041" cy="390"/>
            </a:xfrm>
          </p:grpSpPr>
          <p:sp>
            <p:nvSpPr>
              <p:cNvPr id="71730" name="Text Box 41">
                <a:extLst>
                  <a:ext uri="{FF2B5EF4-FFF2-40B4-BE49-F238E27FC236}">
                    <a16:creationId xmlns:a16="http://schemas.microsoft.com/office/drawing/2014/main" id="{7857B710-668B-1E4C-AC93-83781D870294}"/>
                  </a:ext>
                </a:extLst>
              </p:cNvPr>
              <p:cNvSpPr txBox="1">
                <a:spLocks noChangeArrowheads="1"/>
              </p:cNvSpPr>
              <p:nvPr/>
            </p:nvSpPr>
            <p:spPr bwMode="auto">
              <a:xfrm>
                <a:off x="1168" y="1072"/>
                <a:ext cx="1041" cy="390"/>
              </a:xfrm>
              <a:prstGeom prst="rect">
                <a:avLst/>
              </a:prstGeom>
              <a:solidFill>
                <a:schemeClr val="bg1"/>
              </a:solidFill>
              <a:ln w="9525">
                <a:solidFill>
                  <a:schemeClr val="tx1"/>
                </a:solidFill>
                <a:miter lim="800000"/>
                <a:headEnd/>
                <a:tailEnd/>
              </a:ln>
            </p:spPr>
            <p:txBody>
              <a:bodyPr wrap="none" lIns="72000" tIns="0" rIns="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pt-BR" altLang="pt-BR" sz="1000">
                    <a:solidFill>
                      <a:srgbClr val="FF3300"/>
                    </a:solidFill>
                  </a:rPr>
                  <a:t>SS Cabeçote móvel</a:t>
                </a:r>
              </a:p>
              <a:p>
                <a:pPr eaLnBrk="1" hangingPunct="1">
                  <a:spcBef>
                    <a:spcPct val="0"/>
                  </a:spcBef>
                  <a:buFontTx/>
                  <a:buNone/>
                </a:pPr>
                <a:r>
                  <a:rPr lang="pt-BR" altLang="pt-BR" sz="1000">
                    <a:solidFill>
                      <a:srgbClr val="000000"/>
                    </a:solidFill>
                  </a:rPr>
                  <a:t>Motor de posicionamento</a:t>
                </a:r>
              </a:p>
              <a:p>
                <a:pPr eaLnBrk="1" hangingPunct="1">
                  <a:spcBef>
                    <a:spcPct val="0"/>
                  </a:spcBef>
                  <a:buFontTx/>
                  <a:buNone/>
                </a:pPr>
                <a:r>
                  <a:rPr lang="pt-BR" altLang="pt-BR" sz="1000">
                    <a:solidFill>
                      <a:srgbClr val="000000"/>
                    </a:solidFill>
                  </a:rPr>
                  <a:t>Controle de posicionamento</a:t>
                </a:r>
              </a:p>
              <a:p>
                <a:pPr eaLnBrk="1" hangingPunct="1">
                  <a:spcBef>
                    <a:spcPct val="0"/>
                  </a:spcBef>
                  <a:buFontTx/>
                  <a:buNone/>
                </a:pPr>
                <a:r>
                  <a:rPr lang="pt-BR" altLang="pt-BR" sz="1000">
                    <a:solidFill>
                      <a:srgbClr val="000000"/>
                    </a:solidFill>
                  </a:rPr>
                  <a:t>Placa de fixação</a:t>
                </a:r>
              </a:p>
            </p:txBody>
          </p:sp>
          <p:sp>
            <p:nvSpPr>
              <p:cNvPr id="71731" name="Rectangle 42">
                <a:extLst>
                  <a:ext uri="{FF2B5EF4-FFF2-40B4-BE49-F238E27FC236}">
                    <a16:creationId xmlns:a16="http://schemas.microsoft.com/office/drawing/2014/main" id="{D2C763F8-E3B2-F44B-9B22-FF7379BDE9C6}"/>
                  </a:ext>
                </a:extLst>
              </p:cNvPr>
              <p:cNvSpPr>
                <a:spLocks noChangeArrowheads="1"/>
              </p:cNvSpPr>
              <p:nvPr/>
            </p:nvSpPr>
            <p:spPr bwMode="auto">
              <a:xfrm>
                <a:off x="1869" y="1095"/>
                <a:ext cx="56" cy="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0" rIns="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grpSp>
        <p:grpSp>
          <p:nvGrpSpPr>
            <p:cNvPr id="71720" name="Group 43">
              <a:extLst>
                <a:ext uri="{FF2B5EF4-FFF2-40B4-BE49-F238E27FC236}">
                  <a16:creationId xmlns:a16="http://schemas.microsoft.com/office/drawing/2014/main" id="{B4C4DAEF-7896-A840-A4F1-F8AD58C36F95}"/>
                </a:ext>
              </a:extLst>
            </p:cNvPr>
            <p:cNvGrpSpPr>
              <a:grpSpLocks/>
            </p:cNvGrpSpPr>
            <p:nvPr/>
          </p:nvGrpSpPr>
          <p:grpSpPr bwMode="auto">
            <a:xfrm>
              <a:off x="1168" y="555"/>
              <a:ext cx="601" cy="390"/>
              <a:chOff x="1168" y="555"/>
              <a:chExt cx="601" cy="390"/>
            </a:xfrm>
          </p:grpSpPr>
          <p:sp>
            <p:nvSpPr>
              <p:cNvPr id="71728" name="Text Box 44">
                <a:extLst>
                  <a:ext uri="{FF2B5EF4-FFF2-40B4-BE49-F238E27FC236}">
                    <a16:creationId xmlns:a16="http://schemas.microsoft.com/office/drawing/2014/main" id="{07F4E532-1482-6241-A16C-EFCFF96075CA}"/>
                  </a:ext>
                </a:extLst>
              </p:cNvPr>
              <p:cNvSpPr txBox="1">
                <a:spLocks noChangeArrowheads="1"/>
              </p:cNvSpPr>
              <p:nvPr/>
            </p:nvSpPr>
            <p:spPr bwMode="auto">
              <a:xfrm>
                <a:off x="1168" y="555"/>
                <a:ext cx="595" cy="390"/>
              </a:xfrm>
              <a:prstGeom prst="rect">
                <a:avLst/>
              </a:prstGeom>
              <a:solidFill>
                <a:schemeClr val="bg1"/>
              </a:solidFill>
              <a:ln w="9525">
                <a:solidFill>
                  <a:schemeClr val="tx1"/>
                </a:solidFill>
                <a:miter lim="800000"/>
                <a:headEnd/>
                <a:tailEnd/>
              </a:ln>
            </p:spPr>
            <p:txBody>
              <a:bodyPr wrap="none" lIns="72000" tIns="0" rIns="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pt-BR" altLang="pt-BR" sz="1000">
                    <a:solidFill>
                      <a:srgbClr val="000000"/>
                    </a:solidFill>
                  </a:rPr>
                  <a:t>Apoio</a:t>
                </a:r>
              </a:p>
              <a:p>
                <a:pPr eaLnBrk="1" hangingPunct="1">
                  <a:spcBef>
                    <a:spcPct val="0"/>
                  </a:spcBef>
                  <a:buFontTx/>
                  <a:buNone/>
                </a:pPr>
                <a:r>
                  <a:rPr lang="pt-BR" altLang="pt-BR" sz="1000">
                    <a:solidFill>
                      <a:srgbClr val="FF3300"/>
                    </a:solidFill>
                  </a:rPr>
                  <a:t>SS Barramento</a:t>
                </a:r>
              </a:p>
              <a:p>
                <a:pPr eaLnBrk="1" hangingPunct="1">
                  <a:spcBef>
                    <a:spcPct val="0"/>
                  </a:spcBef>
                  <a:buFontTx/>
                  <a:buNone/>
                </a:pPr>
                <a:r>
                  <a:rPr lang="pt-BR" altLang="pt-BR" sz="1000">
                    <a:solidFill>
                      <a:srgbClr val="000000"/>
                    </a:solidFill>
                  </a:rPr>
                  <a:t>Sensores</a:t>
                </a:r>
              </a:p>
              <a:p>
                <a:pPr eaLnBrk="1" hangingPunct="1">
                  <a:spcBef>
                    <a:spcPct val="0"/>
                  </a:spcBef>
                  <a:buFontTx/>
                  <a:buNone/>
                </a:pPr>
                <a:r>
                  <a:rPr lang="pt-BR" altLang="pt-BR" sz="1000">
                    <a:solidFill>
                      <a:srgbClr val="000000"/>
                    </a:solidFill>
                  </a:rPr>
                  <a:t>Guia</a:t>
                </a:r>
              </a:p>
            </p:txBody>
          </p:sp>
          <p:sp>
            <p:nvSpPr>
              <p:cNvPr id="71729" name="Rectangle 45">
                <a:extLst>
                  <a:ext uri="{FF2B5EF4-FFF2-40B4-BE49-F238E27FC236}">
                    <a16:creationId xmlns:a16="http://schemas.microsoft.com/office/drawing/2014/main" id="{242335EB-5988-A14B-A72C-EC60C4388D74}"/>
                  </a:ext>
                </a:extLst>
              </p:cNvPr>
              <p:cNvSpPr>
                <a:spLocks noChangeArrowheads="1"/>
              </p:cNvSpPr>
              <p:nvPr/>
            </p:nvSpPr>
            <p:spPr bwMode="auto">
              <a:xfrm>
                <a:off x="1713" y="684"/>
                <a:ext cx="56" cy="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0" rIns="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grpSp>
        <p:cxnSp>
          <p:nvCxnSpPr>
            <p:cNvPr id="71721" name="AutoShape 46">
              <a:extLst>
                <a:ext uri="{FF2B5EF4-FFF2-40B4-BE49-F238E27FC236}">
                  <a16:creationId xmlns:a16="http://schemas.microsoft.com/office/drawing/2014/main" id="{8035E428-30FE-BF43-8E99-B62344F6BC32}"/>
                </a:ext>
              </a:extLst>
            </p:cNvPr>
            <p:cNvCxnSpPr>
              <a:cxnSpLocks noChangeShapeType="1"/>
              <a:stCxn id="71731" idx="3"/>
              <a:endCxn id="71717" idx="1"/>
            </p:cNvCxnSpPr>
            <p:nvPr/>
          </p:nvCxnSpPr>
          <p:spPr bwMode="auto">
            <a:xfrm>
              <a:off x="1925" y="1123"/>
              <a:ext cx="618" cy="172"/>
            </a:xfrm>
            <a:prstGeom prst="bentConnector3">
              <a:avLst>
                <a:gd name="adj1" fmla="val 66829"/>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71722" name="AutoShape 47">
              <a:extLst>
                <a:ext uri="{FF2B5EF4-FFF2-40B4-BE49-F238E27FC236}">
                  <a16:creationId xmlns:a16="http://schemas.microsoft.com/office/drawing/2014/main" id="{08D691C0-CFD5-B74A-A8BB-30FE6F175CFE}"/>
                </a:ext>
              </a:extLst>
            </p:cNvPr>
            <p:cNvCxnSpPr>
              <a:cxnSpLocks noChangeShapeType="1"/>
              <a:stCxn id="71729" idx="3"/>
              <a:endCxn id="71716" idx="1"/>
            </p:cNvCxnSpPr>
            <p:nvPr/>
          </p:nvCxnSpPr>
          <p:spPr bwMode="auto">
            <a:xfrm>
              <a:off x="1769" y="712"/>
              <a:ext cx="774" cy="1"/>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71723" name="Text Box 48">
              <a:extLst>
                <a:ext uri="{FF2B5EF4-FFF2-40B4-BE49-F238E27FC236}">
                  <a16:creationId xmlns:a16="http://schemas.microsoft.com/office/drawing/2014/main" id="{00748652-97BB-4F46-B8D8-963CB1780C83}"/>
                </a:ext>
              </a:extLst>
            </p:cNvPr>
            <p:cNvSpPr txBox="1">
              <a:spLocks noChangeArrowheads="1"/>
            </p:cNvSpPr>
            <p:nvPr/>
          </p:nvSpPr>
          <p:spPr bwMode="auto">
            <a:xfrm>
              <a:off x="2284" y="389"/>
              <a:ext cx="123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0" rIns="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pt-BR" altLang="pt-BR" sz="1200" b="1">
                  <a:solidFill>
                    <a:srgbClr val="000000"/>
                  </a:solidFill>
                </a:rPr>
                <a:t>Subsistema / componente</a:t>
              </a:r>
            </a:p>
          </p:txBody>
        </p:sp>
        <p:sp>
          <p:nvSpPr>
            <p:cNvPr id="71724" name="Text Box 49">
              <a:extLst>
                <a:ext uri="{FF2B5EF4-FFF2-40B4-BE49-F238E27FC236}">
                  <a16:creationId xmlns:a16="http://schemas.microsoft.com/office/drawing/2014/main" id="{620ABF62-16F8-FD46-B605-59F80A191DD5}"/>
                </a:ext>
              </a:extLst>
            </p:cNvPr>
            <p:cNvSpPr txBox="1">
              <a:spLocks noChangeArrowheads="1"/>
            </p:cNvSpPr>
            <p:nvPr/>
          </p:nvSpPr>
          <p:spPr bwMode="auto">
            <a:xfrm>
              <a:off x="983" y="4200"/>
              <a:ext cx="639" cy="102"/>
            </a:xfrm>
            <a:prstGeom prst="rect">
              <a:avLst/>
            </a:prstGeom>
            <a:solidFill>
              <a:schemeClr val="bg1"/>
            </a:solidFill>
            <a:ln w="9525">
              <a:solidFill>
                <a:schemeClr val="tx1"/>
              </a:solidFill>
              <a:miter lim="800000"/>
              <a:headEnd/>
              <a:tailEnd/>
            </a:ln>
          </p:spPr>
          <p:txBody>
            <a:bodyPr wrap="none" lIns="72000" tIns="0" rIns="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pt-BR" altLang="pt-BR" sz="1000">
                  <a:solidFill>
                    <a:srgbClr val="000000"/>
                  </a:solidFill>
                </a:rPr>
                <a:t>Itens comprados</a:t>
              </a:r>
            </a:p>
          </p:txBody>
        </p:sp>
        <p:sp>
          <p:nvSpPr>
            <p:cNvPr id="71725" name="Text Box 50">
              <a:extLst>
                <a:ext uri="{FF2B5EF4-FFF2-40B4-BE49-F238E27FC236}">
                  <a16:creationId xmlns:a16="http://schemas.microsoft.com/office/drawing/2014/main" id="{C3BEA0BC-9739-A14E-BF6E-7DCAC603C599}"/>
                </a:ext>
              </a:extLst>
            </p:cNvPr>
            <p:cNvSpPr txBox="1">
              <a:spLocks noChangeArrowheads="1"/>
            </p:cNvSpPr>
            <p:nvPr/>
          </p:nvSpPr>
          <p:spPr bwMode="auto">
            <a:xfrm>
              <a:off x="192" y="4200"/>
              <a:ext cx="612" cy="102"/>
            </a:xfrm>
            <a:prstGeom prst="rect">
              <a:avLst/>
            </a:prstGeom>
            <a:solidFill>
              <a:schemeClr val="bg1"/>
            </a:solidFill>
            <a:ln w="9525">
              <a:solidFill>
                <a:schemeClr val="tx1"/>
              </a:solidFill>
              <a:miter lim="800000"/>
              <a:headEnd/>
              <a:tailEnd/>
            </a:ln>
          </p:spPr>
          <p:txBody>
            <a:bodyPr wrap="none" lIns="72000" tIns="0" rIns="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pt-BR" altLang="pt-BR" sz="1000">
                  <a:solidFill>
                    <a:srgbClr val="FF3300"/>
                  </a:solidFill>
                </a:rPr>
                <a:t>Itens fabricados</a:t>
              </a:r>
            </a:p>
          </p:txBody>
        </p:sp>
        <p:sp>
          <p:nvSpPr>
            <p:cNvPr id="71726" name="Text Box 51">
              <a:extLst>
                <a:ext uri="{FF2B5EF4-FFF2-40B4-BE49-F238E27FC236}">
                  <a16:creationId xmlns:a16="http://schemas.microsoft.com/office/drawing/2014/main" id="{A182C6E5-75BF-624A-9A3D-D88F9151F15C}"/>
                </a:ext>
              </a:extLst>
            </p:cNvPr>
            <p:cNvSpPr txBox="1">
              <a:spLocks noChangeArrowheads="1"/>
            </p:cNvSpPr>
            <p:nvPr/>
          </p:nvSpPr>
          <p:spPr bwMode="auto">
            <a:xfrm>
              <a:off x="1802" y="4203"/>
              <a:ext cx="417"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0" rIns="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pt-BR" altLang="pt-BR" sz="1000">
                  <a:solidFill>
                    <a:srgbClr val="000000"/>
                  </a:solidFill>
                </a:rPr>
                <a:t>S: sistema</a:t>
              </a:r>
            </a:p>
          </p:txBody>
        </p:sp>
        <p:sp>
          <p:nvSpPr>
            <p:cNvPr id="71727" name="Text Box 52">
              <a:extLst>
                <a:ext uri="{FF2B5EF4-FFF2-40B4-BE49-F238E27FC236}">
                  <a16:creationId xmlns:a16="http://schemas.microsoft.com/office/drawing/2014/main" id="{D67ED44D-3561-C440-B6A8-7E762F126D6B}"/>
                </a:ext>
              </a:extLst>
            </p:cNvPr>
            <p:cNvSpPr txBox="1">
              <a:spLocks noChangeArrowheads="1"/>
            </p:cNvSpPr>
            <p:nvPr/>
          </p:nvSpPr>
          <p:spPr bwMode="auto">
            <a:xfrm>
              <a:off x="2399" y="4203"/>
              <a:ext cx="59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0" rIns="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pt-BR" altLang="pt-BR" sz="1000">
                  <a:solidFill>
                    <a:srgbClr val="000000"/>
                  </a:solidFill>
                </a:rPr>
                <a:t>SS: subsistema</a:t>
              </a:r>
            </a:p>
          </p:txBody>
        </p:sp>
      </p:grpSp>
      <p:sp>
        <p:nvSpPr>
          <p:cNvPr id="71683" name="Text Box 53">
            <a:extLst>
              <a:ext uri="{FF2B5EF4-FFF2-40B4-BE49-F238E27FC236}">
                <a16:creationId xmlns:a16="http://schemas.microsoft.com/office/drawing/2014/main" id="{DEA03752-131B-E749-AA9D-D9686345B4DB}"/>
              </a:ext>
            </a:extLst>
          </p:cNvPr>
          <p:cNvSpPr txBox="1">
            <a:spLocks noChangeArrowheads="1"/>
          </p:cNvSpPr>
          <p:nvPr/>
        </p:nvSpPr>
        <p:spPr bwMode="auto">
          <a:xfrm>
            <a:off x="5940425" y="1052513"/>
            <a:ext cx="289877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3200">
                <a:solidFill>
                  <a:srgbClr val="000000"/>
                </a:solidFill>
              </a:rPr>
              <a:t>Projeto plataforma !!!</a:t>
            </a:r>
          </a:p>
        </p:txBody>
      </p:sp>
      <p:pic>
        <p:nvPicPr>
          <p:cNvPr id="71684" name="Picture 54" descr="esquema torno">
            <a:extLst>
              <a:ext uri="{FF2B5EF4-FFF2-40B4-BE49-F238E27FC236}">
                <a16:creationId xmlns:a16="http://schemas.microsoft.com/office/drawing/2014/main" id="{04C482C0-2569-F346-BCA7-3A7429034C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9838" y="2636838"/>
            <a:ext cx="4895850" cy="348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5" name="Text Box 55">
            <a:extLst>
              <a:ext uri="{FF2B5EF4-FFF2-40B4-BE49-F238E27FC236}">
                <a16:creationId xmlns:a16="http://schemas.microsoft.com/office/drawing/2014/main" id="{5FBAFB9D-4597-0A47-9A89-2E20A8EFE36D}"/>
              </a:ext>
            </a:extLst>
          </p:cNvPr>
          <p:cNvSpPr txBox="1">
            <a:spLocks noChangeArrowheads="1"/>
          </p:cNvSpPr>
          <p:nvPr/>
        </p:nvSpPr>
        <p:spPr bwMode="auto">
          <a:xfrm>
            <a:off x="5940425" y="6021388"/>
            <a:ext cx="2930525"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72000" tIns="108000" rIns="72000" bIns="7200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lnSpc>
                <a:spcPct val="70000"/>
              </a:lnSpc>
              <a:spcBef>
                <a:spcPct val="10000"/>
              </a:spcBef>
              <a:buFontTx/>
              <a:buNone/>
            </a:pPr>
            <a:r>
              <a:rPr lang="pt-BR" altLang="pt-BR" sz="1400">
                <a:solidFill>
                  <a:srgbClr val="000000"/>
                </a:solidFill>
              </a:rPr>
              <a:t>Fonte da figura: www.cimm.com.br </a:t>
            </a:r>
          </a:p>
        </p:txBody>
      </p:sp>
    </p:spTree>
  </p:cSld>
  <p:clrMapOvr>
    <a:masterClrMapping/>
  </p:clrMapOvr>
  <p:transition>
    <p:pull di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0F5B90F5-1D47-054C-A1F1-2451E49023B8}"/>
              </a:ext>
            </a:extLst>
          </p:cNvPr>
          <p:cNvSpPr>
            <a:spLocks noGrp="1" noChangeArrowheads="1"/>
          </p:cNvSpPr>
          <p:nvPr>
            <p:ph type="title"/>
          </p:nvPr>
        </p:nvSpPr>
        <p:spPr/>
        <p:txBody>
          <a:bodyPr/>
          <a:lstStyle/>
          <a:p>
            <a:pPr eaLnBrk="1" hangingPunct="1"/>
            <a:r>
              <a:rPr lang="pt-BR" altLang="pt-BR" sz="2000">
                <a:ea typeface="ＭＳ Ｐゴシック" panose="020B0600070205080204" pitchFamily="34" charset="-128"/>
              </a:rPr>
              <a:t>Critérios que diferenciam as atividades de cálculo e detalhamento do desenho no projeto detalhado</a:t>
            </a:r>
          </a:p>
        </p:txBody>
      </p:sp>
      <p:grpSp>
        <p:nvGrpSpPr>
          <p:cNvPr id="73730" name="Group 3">
            <a:extLst>
              <a:ext uri="{FF2B5EF4-FFF2-40B4-BE49-F238E27FC236}">
                <a16:creationId xmlns:a16="http://schemas.microsoft.com/office/drawing/2014/main" id="{AB30C141-22EE-FE45-B05F-FA3AF49040E8}"/>
              </a:ext>
            </a:extLst>
          </p:cNvPr>
          <p:cNvGrpSpPr>
            <a:grpSpLocks/>
          </p:cNvGrpSpPr>
          <p:nvPr/>
        </p:nvGrpSpPr>
        <p:grpSpPr bwMode="auto">
          <a:xfrm>
            <a:off x="1946275" y="1182688"/>
            <a:ext cx="5195888" cy="1801812"/>
            <a:chOff x="1541" y="2411"/>
            <a:chExt cx="3273" cy="1135"/>
          </a:xfrm>
        </p:grpSpPr>
        <p:grpSp>
          <p:nvGrpSpPr>
            <p:cNvPr id="73734" name="Group 4">
              <a:extLst>
                <a:ext uri="{FF2B5EF4-FFF2-40B4-BE49-F238E27FC236}">
                  <a16:creationId xmlns:a16="http://schemas.microsoft.com/office/drawing/2014/main" id="{B49995CE-E2E2-344A-825B-1CC14037AACC}"/>
                </a:ext>
              </a:extLst>
            </p:cNvPr>
            <p:cNvGrpSpPr>
              <a:grpSpLocks/>
            </p:cNvGrpSpPr>
            <p:nvPr/>
          </p:nvGrpSpPr>
          <p:grpSpPr bwMode="auto">
            <a:xfrm>
              <a:off x="1541" y="2411"/>
              <a:ext cx="3273" cy="1135"/>
              <a:chOff x="1894" y="2196"/>
              <a:chExt cx="3273" cy="1135"/>
            </a:xfrm>
          </p:grpSpPr>
          <p:grpSp>
            <p:nvGrpSpPr>
              <p:cNvPr id="73739" name="Group 5">
                <a:extLst>
                  <a:ext uri="{FF2B5EF4-FFF2-40B4-BE49-F238E27FC236}">
                    <a16:creationId xmlns:a16="http://schemas.microsoft.com/office/drawing/2014/main" id="{5E28D4B7-D60C-5443-8B92-B996AFED7D10}"/>
                  </a:ext>
                </a:extLst>
              </p:cNvPr>
              <p:cNvGrpSpPr>
                <a:grpSpLocks/>
              </p:cNvGrpSpPr>
              <p:nvPr/>
            </p:nvGrpSpPr>
            <p:grpSpPr bwMode="auto">
              <a:xfrm>
                <a:off x="1894" y="2196"/>
                <a:ext cx="3272" cy="568"/>
                <a:chOff x="1893" y="2196"/>
                <a:chExt cx="3272" cy="568"/>
              </a:xfrm>
            </p:grpSpPr>
            <p:sp>
              <p:nvSpPr>
                <p:cNvPr id="73743" name="Rectangle 6">
                  <a:extLst>
                    <a:ext uri="{FF2B5EF4-FFF2-40B4-BE49-F238E27FC236}">
                      <a16:creationId xmlns:a16="http://schemas.microsoft.com/office/drawing/2014/main" id="{BA193F2A-6911-8843-8C9F-2F3BDB978EEF}"/>
                    </a:ext>
                  </a:extLst>
                </p:cNvPr>
                <p:cNvSpPr>
                  <a:spLocks noChangeArrowheads="1"/>
                </p:cNvSpPr>
                <p:nvPr/>
              </p:nvSpPr>
              <p:spPr bwMode="auto">
                <a:xfrm>
                  <a:off x="1893" y="2196"/>
                  <a:ext cx="1638" cy="568"/>
                </a:xfrm>
                <a:prstGeom prst="rect">
                  <a:avLst/>
                </a:prstGeom>
                <a:solidFill>
                  <a:schemeClr val="bg1"/>
                </a:solidFill>
                <a:ln w="12700">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73744" name="Rectangle 7">
                  <a:extLst>
                    <a:ext uri="{FF2B5EF4-FFF2-40B4-BE49-F238E27FC236}">
                      <a16:creationId xmlns:a16="http://schemas.microsoft.com/office/drawing/2014/main" id="{8E74DA32-E7A9-4E4F-9300-E32C7C608FDA}"/>
                    </a:ext>
                  </a:extLst>
                </p:cNvPr>
                <p:cNvSpPr>
                  <a:spLocks noChangeArrowheads="1"/>
                </p:cNvSpPr>
                <p:nvPr/>
              </p:nvSpPr>
              <p:spPr bwMode="auto">
                <a:xfrm>
                  <a:off x="3527" y="2196"/>
                  <a:ext cx="1638" cy="568"/>
                </a:xfrm>
                <a:prstGeom prst="rect">
                  <a:avLst/>
                </a:prstGeom>
                <a:solidFill>
                  <a:schemeClr val="bg1"/>
                </a:solidFill>
                <a:ln w="12700">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grpSp>
          <p:grpSp>
            <p:nvGrpSpPr>
              <p:cNvPr id="73740" name="Group 8">
                <a:extLst>
                  <a:ext uri="{FF2B5EF4-FFF2-40B4-BE49-F238E27FC236}">
                    <a16:creationId xmlns:a16="http://schemas.microsoft.com/office/drawing/2014/main" id="{A95CACB2-FFC5-A448-A255-45E11D0745C8}"/>
                  </a:ext>
                </a:extLst>
              </p:cNvPr>
              <p:cNvGrpSpPr>
                <a:grpSpLocks/>
              </p:cNvGrpSpPr>
              <p:nvPr/>
            </p:nvGrpSpPr>
            <p:grpSpPr bwMode="auto">
              <a:xfrm>
                <a:off x="1895" y="2763"/>
                <a:ext cx="3272" cy="568"/>
                <a:chOff x="1893" y="2196"/>
                <a:chExt cx="3272" cy="568"/>
              </a:xfrm>
            </p:grpSpPr>
            <p:sp>
              <p:nvSpPr>
                <p:cNvPr id="73741" name="Rectangle 9">
                  <a:extLst>
                    <a:ext uri="{FF2B5EF4-FFF2-40B4-BE49-F238E27FC236}">
                      <a16:creationId xmlns:a16="http://schemas.microsoft.com/office/drawing/2014/main" id="{DA9321EC-5EE2-3B48-966B-B4DE6D4B8F53}"/>
                    </a:ext>
                  </a:extLst>
                </p:cNvPr>
                <p:cNvSpPr>
                  <a:spLocks noChangeArrowheads="1"/>
                </p:cNvSpPr>
                <p:nvPr/>
              </p:nvSpPr>
              <p:spPr bwMode="auto">
                <a:xfrm>
                  <a:off x="1893" y="2196"/>
                  <a:ext cx="1638" cy="568"/>
                </a:xfrm>
                <a:prstGeom prst="rect">
                  <a:avLst/>
                </a:prstGeom>
                <a:solidFill>
                  <a:schemeClr val="bg1"/>
                </a:solidFill>
                <a:ln w="12700">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73742" name="Rectangle 10">
                  <a:extLst>
                    <a:ext uri="{FF2B5EF4-FFF2-40B4-BE49-F238E27FC236}">
                      <a16:creationId xmlns:a16="http://schemas.microsoft.com/office/drawing/2014/main" id="{76898574-ECB4-5448-93F2-E8F79B217308}"/>
                    </a:ext>
                  </a:extLst>
                </p:cNvPr>
                <p:cNvSpPr>
                  <a:spLocks noChangeArrowheads="1"/>
                </p:cNvSpPr>
                <p:nvPr/>
              </p:nvSpPr>
              <p:spPr bwMode="auto">
                <a:xfrm>
                  <a:off x="3527" y="2196"/>
                  <a:ext cx="1638" cy="568"/>
                </a:xfrm>
                <a:prstGeom prst="rect">
                  <a:avLst/>
                </a:prstGeom>
                <a:solidFill>
                  <a:schemeClr val="bg1"/>
                </a:solidFill>
                <a:ln w="12700">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grpSp>
        </p:grpSp>
        <p:sp>
          <p:nvSpPr>
            <p:cNvPr id="73735" name="Text Box 11">
              <a:extLst>
                <a:ext uri="{FF2B5EF4-FFF2-40B4-BE49-F238E27FC236}">
                  <a16:creationId xmlns:a16="http://schemas.microsoft.com/office/drawing/2014/main" id="{256C1B9C-FAEE-C747-B629-3EDFAF83C708}"/>
                </a:ext>
              </a:extLst>
            </p:cNvPr>
            <p:cNvSpPr txBox="1">
              <a:spLocks noChangeArrowheads="1"/>
            </p:cNvSpPr>
            <p:nvPr/>
          </p:nvSpPr>
          <p:spPr bwMode="auto">
            <a:xfrm>
              <a:off x="3268" y="2587"/>
              <a:ext cx="1491" cy="192"/>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2000">
                  <a:solidFill>
                    <a:srgbClr val="000000"/>
                  </a:solidFill>
                </a:rPr>
                <a:t>SSCs conhecidos</a:t>
              </a:r>
            </a:p>
          </p:txBody>
        </p:sp>
        <p:sp>
          <p:nvSpPr>
            <p:cNvPr id="73736" name="Text Box 12">
              <a:extLst>
                <a:ext uri="{FF2B5EF4-FFF2-40B4-BE49-F238E27FC236}">
                  <a16:creationId xmlns:a16="http://schemas.microsoft.com/office/drawing/2014/main" id="{4C135C44-517A-144F-83C7-317F1B20FAD1}"/>
                </a:ext>
              </a:extLst>
            </p:cNvPr>
            <p:cNvSpPr txBox="1">
              <a:spLocks noChangeArrowheads="1"/>
            </p:cNvSpPr>
            <p:nvPr/>
          </p:nvSpPr>
          <p:spPr bwMode="auto">
            <a:xfrm>
              <a:off x="1673" y="2489"/>
              <a:ext cx="1342" cy="384"/>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2000">
                  <a:solidFill>
                    <a:srgbClr val="000000"/>
                  </a:solidFill>
                </a:rPr>
                <a:t> novos SSCs para a empresa</a:t>
              </a:r>
            </a:p>
          </p:txBody>
        </p:sp>
        <p:sp>
          <p:nvSpPr>
            <p:cNvPr id="73737" name="Text Box 13">
              <a:extLst>
                <a:ext uri="{FF2B5EF4-FFF2-40B4-BE49-F238E27FC236}">
                  <a16:creationId xmlns:a16="http://schemas.microsoft.com/office/drawing/2014/main" id="{D5E23328-AA49-4945-A8ED-D5876597F124}"/>
                </a:ext>
              </a:extLst>
            </p:cNvPr>
            <p:cNvSpPr txBox="1">
              <a:spLocks noChangeArrowheads="1"/>
            </p:cNvSpPr>
            <p:nvPr/>
          </p:nvSpPr>
          <p:spPr bwMode="auto">
            <a:xfrm>
              <a:off x="1724" y="3058"/>
              <a:ext cx="1304" cy="384"/>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2000">
                  <a:solidFill>
                    <a:srgbClr val="000000"/>
                  </a:solidFill>
                </a:rPr>
                <a:t>Tecnologia tradicional</a:t>
              </a:r>
            </a:p>
          </p:txBody>
        </p:sp>
        <p:sp>
          <p:nvSpPr>
            <p:cNvPr id="73738" name="Text Box 14">
              <a:extLst>
                <a:ext uri="{FF2B5EF4-FFF2-40B4-BE49-F238E27FC236}">
                  <a16:creationId xmlns:a16="http://schemas.microsoft.com/office/drawing/2014/main" id="{826D69D4-5B2D-EE40-AF24-45D73AC19926}"/>
                </a:ext>
              </a:extLst>
            </p:cNvPr>
            <p:cNvSpPr txBox="1">
              <a:spLocks noChangeArrowheads="1"/>
            </p:cNvSpPr>
            <p:nvPr/>
          </p:nvSpPr>
          <p:spPr bwMode="auto">
            <a:xfrm>
              <a:off x="3369" y="3075"/>
              <a:ext cx="1304" cy="384"/>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2000">
                  <a:solidFill>
                    <a:srgbClr val="000000"/>
                  </a:solidFill>
                </a:rPr>
                <a:t>Tecnologia inovadora</a:t>
              </a:r>
            </a:p>
          </p:txBody>
        </p:sp>
      </p:grpSp>
      <p:pic>
        <p:nvPicPr>
          <p:cNvPr id="73731" name="Picture 15">
            <a:extLst>
              <a:ext uri="{FF2B5EF4-FFF2-40B4-BE49-F238E27FC236}">
                <a16:creationId xmlns:a16="http://schemas.microsoft.com/office/drawing/2014/main" id="{27C505EC-4F1E-0C48-9779-2F1FF7CDE5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1225" y="3709988"/>
            <a:ext cx="3840163" cy="2879725"/>
          </a:xfrm>
          <a:prstGeom prst="rect">
            <a:avLst/>
          </a:prstGeom>
          <a:noFill/>
          <a:ln w="9525">
            <a:solidFill>
              <a:srgbClr val="333399"/>
            </a:solidFill>
            <a:miter lim="800000"/>
            <a:headEnd/>
            <a:tailEnd/>
          </a:ln>
          <a:extLst>
            <a:ext uri="{909E8E84-426E-40DD-AFC4-6F175D3DCCD1}">
              <a14:hiddenFill xmlns:a14="http://schemas.microsoft.com/office/drawing/2010/main">
                <a:solidFill>
                  <a:srgbClr val="FFFFFF"/>
                </a:solidFill>
              </a14:hiddenFill>
            </a:ext>
          </a:extLst>
        </p:spPr>
      </p:pic>
      <p:sp>
        <p:nvSpPr>
          <p:cNvPr id="73732" name="Text Box 16">
            <a:extLst>
              <a:ext uri="{FF2B5EF4-FFF2-40B4-BE49-F238E27FC236}">
                <a16:creationId xmlns:a16="http://schemas.microsoft.com/office/drawing/2014/main" id="{B08672C7-358A-034D-948A-9C70FEF87EDD}"/>
              </a:ext>
            </a:extLst>
          </p:cNvPr>
          <p:cNvSpPr txBox="1">
            <a:spLocks noChangeArrowheads="1"/>
          </p:cNvSpPr>
          <p:nvPr/>
        </p:nvSpPr>
        <p:spPr bwMode="auto">
          <a:xfrm>
            <a:off x="1497013" y="4270375"/>
            <a:ext cx="2605087"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2400">
                <a:solidFill>
                  <a:srgbClr val="000000"/>
                </a:solidFill>
              </a:rPr>
              <a:t>Recordar que muitos cálculos podem ter sido realizados no projeto conceitual</a:t>
            </a:r>
          </a:p>
        </p:txBody>
      </p:sp>
      <p:sp>
        <p:nvSpPr>
          <p:cNvPr id="73733" name="AutoShape 17">
            <a:extLst>
              <a:ext uri="{FF2B5EF4-FFF2-40B4-BE49-F238E27FC236}">
                <a16:creationId xmlns:a16="http://schemas.microsoft.com/office/drawing/2014/main" id="{8E9D6805-5E22-D443-844C-2205855D6DAD}"/>
              </a:ext>
            </a:extLst>
          </p:cNvPr>
          <p:cNvSpPr>
            <a:spLocks noChangeArrowheads="1"/>
          </p:cNvSpPr>
          <p:nvPr/>
        </p:nvSpPr>
        <p:spPr bwMode="auto">
          <a:xfrm rot="5400000">
            <a:off x="3840162" y="4918076"/>
            <a:ext cx="923925" cy="596900"/>
          </a:xfrm>
          <a:prstGeom prst="triangle">
            <a:avLst>
              <a:gd name="adj" fmla="val 50000"/>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2">
            <a:extLst>
              <a:ext uri="{FF2B5EF4-FFF2-40B4-BE49-F238E27FC236}">
                <a16:creationId xmlns:a16="http://schemas.microsoft.com/office/drawing/2014/main" id="{C25EBFB5-BBBD-414F-90FA-E4E017539A1A}"/>
              </a:ext>
            </a:extLst>
          </p:cNvPr>
          <p:cNvSpPr>
            <a:spLocks noGrp="1" noChangeArrowheads="1"/>
          </p:cNvSpPr>
          <p:nvPr>
            <p:ph type="title"/>
          </p:nvPr>
        </p:nvSpPr>
        <p:spPr/>
        <p:txBody>
          <a:bodyPr/>
          <a:lstStyle/>
          <a:p>
            <a:pPr eaLnBrk="1" hangingPunct="1"/>
            <a:r>
              <a:rPr lang="pt-BR" altLang="pt-BR">
                <a:ea typeface="ＭＳ Ｐゴシック" panose="020B0600070205080204" pitchFamily="34" charset="-128"/>
              </a:rPr>
              <a:t>Vantagem do paralelismo de atividades na engenharia simultânea</a:t>
            </a:r>
          </a:p>
        </p:txBody>
      </p:sp>
      <p:grpSp>
        <p:nvGrpSpPr>
          <p:cNvPr id="75778" name="Group 3">
            <a:extLst>
              <a:ext uri="{FF2B5EF4-FFF2-40B4-BE49-F238E27FC236}">
                <a16:creationId xmlns:a16="http://schemas.microsoft.com/office/drawing/2014/main" id="{3990F034-3364-D843-AC33-AC1D3B9410CC}"/>
              </a:ext>
            </a:extLst>
          </p:cNvPr>
          <p:cNvGrpSpPr>
            <a:grpSpLocks/>
          </p:cNvGrpSpPr>
          <p:nvPr/>
        </p:nvGrpSpPr>
        <p:grpSpPr bwMode="auto">
          <a:xfrm>
            <a:off x="76200" y="1039813"/>
            <a:ext cx="8901113" cy="5673725"/>
            <a:chOff x="48" y="655"/>
            <a:chExt cx="5607" cy="3574"/>
          </a:xfrm>
        </p:grpSpPr>
        <p:sp>
          <p:nvSpPr>
            <p:cNvPr id="75779" name="AutoShape 4">
              <a:extLst>
                <a:ext uri="{FF2B5EF4-FFF2-40B4-BE49-F238E27FC236}">
                  <a16:creationId xmlns:a16="http://schemas.microsoft.com/office/drawing/2014/main" id="{57B2F013-D9DD-904D-9728-48307289DA4D}"/>
                </a:ext>
              </a:extLst>
            </p:cNvPr>
            <p:cNvSpPr>
              <a:spLocks noChangeArrowheads="1"/>
            </p:cNvSpPr>
            <p:nvPr/>
          </p:nvSpPr>
          <p:spPr bwMode="auto">
            <a:xfrm>
              <a:off x="48" y="2012"/>
              <a:ext cx="5607" cy="2217"/>
            </a:xfrm>
            <a:prstGeom prst="roundRect">
              <a:avLst>
                <a:gd name="adj" fmla="val 8819"/>
              </a:avLst>
            </a:prstGeom>
            <a:solidFill>
              <a:srgbClr val="EFFFFA"/>
            </a:solidFill>
            <a:ln w="12700">
              <a:solidFill>
                <a:schemeClr val="tx1"/>
              </a:solidFill>
              <a:round/>
              <a:headEnd/>
              <a:tailEnd/>
            </a:ln>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75780" name="Rectangle 5">
              <a:extLst>
                <a:ext uri="{FF2B5EF4-FFF2-40B4-BE49-F238E27FC236}">
                  <a16:creationId xmlns:a16="http://schemas.microsoft.com/office/drawing/2014/main" id="{D125C44F-F931-E147-8325-D3C5998D1AD2}"/>
                </a:ext>
              </a:extLst>
            </p:cNvPr>
            <p:cNvSpPr>
              <a:spLocks noChangeArrowheads="1"/>
            </p:cNvSpPr>
            <p:nvPr/>
          </p:nvSpPr>
          <p:spPr bwMode="auto">
            <a:xfrm>
              <a:off x="149" y="1539"/>
              <a:ext cx="1855" cy="97"/>
            </a:xfrm>
            <a:prstGeom prst="rect">
              <a:avLst/>
            </a:prstGeom>
            <a:solidFill>
              <a:srgbClr val="FFFF00"/>
            </a:solidFill>
            <a:ln w="12700">
              <a:solidFill>
                <a:schemeClr val="tx1"/>
              </a:solidFill>
              <a:miter lim="800000"/>
              <a:headEnd/>
              <a:tailEnd/>
            </a:ln>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75781" name="Rectangle 6">
              <a:extLst>
                <a:ext uri="{FF2B5EF4-FFF2-40B4-BE49-F238E27FC236}">
                  <a16:creationId xmlns:a16="http://schemas.microsoft.com/office/drawing/2014/main" id="{60A3F3D5-DF0C-4442-9455-53D7C07CF107}"/>
                </a:ext>
              </a:extLst>
            </p:cNvPr>
            <p:cNvSpPr>
              <a:spLocks noChangeArrowheads="1"/>
            </p:cNvSpPr>
            <p:nvPr/>
          </p:nvSpPr>
          <p:spPr bwMode="auto">
            <a:xfrm>
              <a:off x="2542" y="1539"/>
              <a:ext cx="2356" cy="90"/>
            </a:xfrm>
            <a:prstGeom prst="rect">
              <a:avLst/>
            </a:prstGeom>
            <a:solidFill>
              <a:schemeClr val="hlink"/>
            </a:solidFill>
            <a:ln w="12700">
              <a:solidFill>
                <a:schemeClr val="tx1"/>
              </a:solidFill>
              <a:miter lim="800000"/>
              <a:headEnd/>
              <a:tailEnd/>
            </a:ln>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75782" name="Rectangle 7" descr="Diagonal para cima larga">
              <a:extLst>
                <a:ext uri="{FF2B5EF4-FFF2-40B4-BE49-F238E27FC236}">
                  <a16:creationId xmlns:a16="http://schemas.microsoft.com/office/drawing/2014/main" id="{A0D0ADAF-E926-084C-ACF3-5675E4394EEC}"/>
                </a:ext>
              </a:extLst>
            </p:cNvPr>
            <p:cNvSpPr>
              <a:spLocks noChangeArrowheads="1"/>
            </p:cNvSpPr>
            <p:nvPr/>
          </p:nvSpPr>
          <p:spPr bwMode="auto">
            <a:xfrm>
              <a:off x="2017" y="1539"/>
              <a:ext cx="516" cy="97"/>
            </a:xfrm>
            <a:prstGeom prst="rect">
              <a:avLst/>
            </a:prstGeom>
            <a:blipFill dpi="0" rotWithShape="0">
              <a:blip r:embed="rId3"/>
              <a:srcRect/>
              <a:tile tx="0" ty="0" sx="100000" sy="100000" flip="none" algn="tl"/>
            </a:blipFill>
            <a:ln w="12700">
              <a:solidFill>
                <a:schemeClr val="tx1"/>
              </a:solidFill>
              <a:miter lim="800000"/>
              <a:headEnd/>
              <a:tailEnd/>
            </a:ln>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75783" name="Rectangle 8" descr="Diagonal para cima larga">
              <a:extLst>
                <a:ext uri="{FF2B5EF4-FFF2-40B4-BE49-F238E27FC236}">
                  <a16:creationId xmlns:a16="http://schemas.microsoft.com/office/drawing/2014/main" id="{1265D9BB-6A76-9148-8098-E4441A3F0DD7}"/>
                </a:ext>
              </a:extLst>
            </p:cNvPr>
            <p:cNvSpPr>
              <a:spLocks noChangeArrowheads="1"/>
            </p:cNvSpPr>
            <p:nvPr/>
          </p:nvSpPr>
          <p:spPr bwMode="auto">
            <a:xfrm>
              <a:off x="4912" y="1539"/>
              <a:ext cx="531" cy="90"/>
            </a:xfrm>
            <a:prstGeom prst="rect">
              <a:avLst/>
            </a:prstGeom>
            <a:blipFill dpi="0" rotWithShape="0">
              <a:blip r:embed="rId3"/>
              <a:srcRect/>
              <a:tile tx="0" ty="0" sx="100000" sy="100000" flip="none" algn="tl"/>
            </a:blipFill>
            <a:ln w="12700">
              <a:solidFill>
                <a:schemeClr val="tx1"/>
              </a:solidFill>
              <a:miter lim="800000"/>
              <a:headEnd/>
              <a:tailEnd/>
            </a:ln>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grpSp>
          <p:nvGrpSpPr>
            <p:cNvPr id="75784" name="Group 9">
              <a:extLst>
                <a:ext uri="{FF2B5EF4-FFF2-40B4-BE49-F238E27FC236}">
                  <a16:creationId xmlns:a16="http://schemas.microsoft.com/office/drawing/2014/main" id="{5A07AC43-F7FC-E047-B819-B2597CC17902}"/>
                </a:ext>
              </a:extLst>
            </p:cNvPr>
            <p:cNvGrpSpPr>
              <a:grpSpLocks/>
            </p:cNvGrpSpPr>
            <p:nvPr/>
          </p:nvGrpSpPr>
          <p:grpSpPr bwMode="auto">
            <a:xfrm>
              <a:off x="149" y="2261"/>
              <a:ext cx="2389" cy="97"/>
              <a:chOff x="149" y="2114"/>
              <a:chExt cx="2389" cy="97"/>
            </a:xfrm>
          </p:grpSpPr>
          <p:sp>
            <p:nvSpPr>
              <p:cNvPr id="75819" name="Rectangle 10">
                <a:extLst>
                  <a:ext uri="{FF2B5EF4-FFF2-40B4-BE49-F238E27FC236}">
                    <a16:creationId xmlns:a16="http://schemas.microsoft.com/office/drawing/2014/main" id="{20A325FA-DA7C-9D47-98C9-6A0DFCB5C276}"/>
                  </a:ext>
                </a:extLst>
              </p:cNvPr>
              <p:cNvSpPr>
                <a:spLocks noChangeArrowheads="1"/>
              </p:cNvSpPr>
              <p:nvPr/>
            </p:nvSpPr>
            <p:spPr bwMode="auto">
              <a:xfrm>
                <a:off x="149" y="2114"/>
                <a:ext cx="1855" cy="97"/>
              </a:xfrm>
              <a:prstGeom prst="rect">
                <a:avLst/>
              </a:prstGeom>
              <a:solidFill>
                <a:srgbClr val="FFFF00"/>
              </a:solidFill>
              <a:ln w="12700">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75820" name="Rectangle 11" descr="Diagonal para cima larga">
                <a:extLst>
                  <a:ext uri="{FF2B5EF4-FFF2-40B4-BE49-F238E27FC236}">
                    <a16:creationId xmlns:a16="http://schemas.microsoft.com/office/drawing/2014/main" id="{78256938-2F21-8344-B61B-0633287857F5}"/>
                  </a:ext>
                </a:extLst>
              </p:cNvPr>
              <p:cNvSpPr>
                <a:spLocks noChangeArrowheads="1"/>
              </p:cNvSpPr>
              <p:nvPr/>
            </p:nvSpPr>
            <p:spPr bwMode="auto">
              <a:xfrm>
                <a:off x="2022" y="2114"/>
                <a:ext cx="516" cy="97"/>
              </a:xfrm>
              <a:prstGeom prst="rect">
                <a:avLst/>
              </a:prstGeom>
              <a:blipFill dpi="0" rotWithShape="0">
                <a:blip r:embed="rId3"/>
                <a:srcRect/>
                <a:tile tx="0" ty="0" sx="100000" sy="100000" flip="none" algn="tl"/>
              </a:blipFill>
              <a:ln w="12700">
                <a:solidFill>
                  <a:schemeClr val="tx1"/>
                </a:solidFill>
                <a:miter lim="800000"/>
                <a:headEnd/>
                <a:tailEnd/>
              </a:ln>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grpSp>
        <p:grpSp>
          <p:nvGrpSpPr>
            <p:cNvPr id="75785" name="Group 12">
              <a:extLst>
                <a:ext uri="{FF2B5EF4-FFF2-40B4-BE49-F238E27FC236}">
                  <a16:creationId xmlns:a16="http://schemas.microsoft.com/office/drawing/2014/main" id="{B5D64398-3477-894E-9286-9CC40ACEE8B8}"/>
                </a:ext>
              </a:extLst>
            </p:cNvPr>
            <p:cNvGrpSpPr>
              <a:grpSpLocks/>
            </p:cNvGrpSpPr>
            <p:nvPr/>
          </p:nvGrpSpPr>
          <p:grpSpPr bwMode="auto">
            <a:xfrm>
              <a:off x="366" y="2593"/>
              <a:ext cx="3609" cy="97"/>
              <a:chOff x="366" y="2355"/>
              <a:chExt cx="3609" cy="97"/>
            </a:xfrm>
          </p:grpSpPr>
          <p:sp>
            <p:nvSpPr>
              <p:cNvPr id="75816" name="Rectangle 13">
                <a:extLst>
                  <a:ext uri="{FF2B5EF4-FFF2-40B4-BE49-F238E27FC236}">
                    <a16:creationId xmlns:a16="http://schemas.microsoft.com/office/drawing/2014/main" id="{4123C6C2-9049-9E4E-A521-74319633307C}"/>
                  </a:ext>
                </a:extLst>
              </p:cNvPr>
              <p:cNvSpPr>
                <a:spLocks noChangeArrowheads="1"/>
              </p:cNvSpPr>
              <p:nvPr/>
            </p:nvSpPr>
            <p:spPr bwMode="auto">
              <a:xfrm>
                <a:off x="366" y="2355"/>
                <a:ext cx="2655" cy="97"/>
              </a:xfrm>
              <a:prstGeom prst="rect">
                <a:avLst/>
              </a:prstGeom>
              <a:solidFill>
                <a:schemeClr val="hlink"/>
              </a:solidFill>
              <a:ln w="12700">
                <a:solidFill>
                  <a:schemeClr val="tx1"/>
                </a:solidFill>
                <a:miter lim="800000"/>
                <a:headEnd/>
                <a:tailEnd/>
              </a:ln>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75817" name="Rectangle 14" descr="Diagonal para cima larga">
                <a:extLst>
                  <a:ext uri="{FF2B5EF4-FFF2-40B4-BE49-F238E27FC236}">
                    <a16:creationId xmlns:a16="http://schemas.microsoft.com/office/drawing/2014/main" id="{F05D20FD-6B5D-9548-9092-3ED6A8CF28D5}"/>
                  </a:ext>
                </a:extLst>
              </p:cNvPr>
              <p:cNvSpPr>
                <a:spLocks noChangeArrowheads="1"/>
              </p:cNvSpPr>
              <p:nvPr/>
            </p:nvSpPr>
            <p:spPr bwMode="auto">
              <a:xfrm>
                <a:off x="3601" y="2355"/>
                <a:ext cx="374" cy="97"/>
              </a:xfrm>
              <a:prstGeom prst="rect">
                <a:avLst/>
              </a:prstGeom>
              <a:blipFill dpi="0" rotWithShape="0">
                <a:blip r:embed="rId3"/>
                <a:srcRect/>
                <a:tile tx="0" ty="0" sx="100000" sy="100000" flip="none" algn="tl"/>
              </a:blipFill>
              <a:ln w="12700">
                <a:solidFill>
                  <a:schemeClr val="tx1"/>
                </a:solidFill>
                <a:miter lim="800000"/>
                <a:headEnd/>
                <a:tailEnd/>
              </a:ln>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75818" name="Rectangle 15" descr="Diagonal para cima larga">
                <a:extLst>
                  <a:ext uri="{FF2B5EF4-FFF2-40B4-BE49-F238E27FC236}">
                    <a16:creationId xmlns:a16="http://schemas.microsoft.com/office/drawing/2014/main" id="{8B098BC3-937B-EC4B-95BB-66D8365AFB7C}"/>
                  </a:ext>
                </a:extLst>
              </p:cNvPr>
              <p:cNvSpPr>
                <a:spLocks noChangeArrowheads="1"/>
              </p:cNvSpPr>
              <p:nvPr/>
            </p:nvSpPr>
            <p:spPr bwMode="auto">
              <a:xfrm>
                <a:off x="3046" y="2362"/>
                <a:ext cx="531" cy="90"/>
              </a:xfrm>
              <a:prstGeom prst="rect">
                <a:avLst/>
              </a:prstGeom>
              <a:blipFill dpi="0" rotWithShape="0">
                <a:blip r:embed="rId3"/>
                <a:srcRect/>
                <a:tile tx="0" ty="0" sx="100000" sy="100000" flip="none" algn="tl"/>
              </a:blipFill>
              <a:ln w="12700">
                <a:solidFill>
                  <a:schemeClr val="tx1"/>
                </a:solidFill>
                <a:miter lim="800000"/>
                <a:headEnd/>
                <a:tailEnd/>
              </a:ln>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grpSp>
        <p:grpSp>
          <p:nvGrpSpPr>
            <p:cNvPr id="75786" name="Group 16">
              <a:extLst>
                <a:ext uri="{FF2B5EF4-FFF2-40B4-BE49-F238E27FC236}">
                  <a16:creationId xmlns:a16="http://schemas.microsoft.com/office/drawing/2014/main" id="{6EAA3F12-F508-9A4B-AD77-DBC19CD68BFF}"/>
                </a:ext>
              </a:extLst>
            </p:cNvPr>
            <p:cNvGrpSpPr>
              <a:grpSpLocks/>
            </p:cNvGrpSpPr>
            <p:nvPr/>
          </p:nvGrpSpPr>
          <p:grpSpPr bwMode="auto">
            <a:xfrm>
              <a:off x="404" y="3100"/>
              <a:ext cx="3235" cy="97"/>
              <a:chOff x="389" y="2967"/>
              <a:chExt cx="3235" cy="97"/>
            </a:xfrm>
          </p:grpSpPr>
          <p:sp>
            <p:nvSpPr>
              <p:cNvPr id="75813" name="Rectangle 17">
                <a:extLst>
                  <a:ext uri="{FF2B5EF4-FFF2-40B4-BE49-F238E27FC236}">
                    <a16:creationId xmlns:a16="http://schemas.microsoft.com/office/drawing/2014/main" id="{55BD5C2F-FE21-114B-A066-00459690AD77}"/>
                  </a:ext>
                </a:extLst>
              </p:cNvPr>
              <p:cNvSpPr>
                <a:spLocks noChangeArrowheads="1"/>
              </p:cNvSpPr>
              <p:nvPr/>
            </p:nvSpPr>
            <p:spPr bwMode="auto">
              <a:xfrm>
                <a:off x="389" y="2967"/>
                <a:ext cx="2655" cy="97"/>
              </a:xfrm>
              <a:prstGeom prst="rect">
                <a:avLst/>
              </a:prstGeom>
              <a:solidFill>
                <a:schemeClr val="hlink"/>
              </a:solidFill>
              <a:ln w="12700">
                <a:solidFill>
                  <a:schemeClr val="tx1"/>
                </a:solidFill>
                <a:miter lim="800000"/>
                <a:headEnd/>
                <a:tailEnd/>
              </a:ln>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75814" name="Rectangle 18" descr="Diagonal para cima larga">
                <a:extLst>
                  <a:ext uri="{FF2B5EF4-FFF2-40B4-BE49-F238E27FC236}">
                    <a16:creationId xmlns:a16="http://schemas.microsoft.com/office/drawing/2014/main" id="{BE0E1D0D-2FF9-2F47-ABB0-50033294F168}"/>
                  </a:ext>
                </a:extLst>
              </p:cNvPr>
              <p:cNvSpPr>
                <a:spLocks noChangeArrowheads="1"/>
              </p:cNvSpPr>
              <p:nvPr/>
            </p:nvSpPr>
            <p:spPr bwMode="auto">
              <a:xfrm>
                <a:off x="3250" y="2967"/>
                <a:ext cx="374" cy="97"/>
              </a:xfrm>
              <a:prstGeom prst="rect">
                <a:avLst/>
              </a:prstGeom>
              <a:blipFill dpi="0" rotWithShape="0">
                <a:blip r:embed="rId3"/>
                <a:srcRect/>
                <a:tile tx="0" ty="0" sx="100000" sy="100000" flip="none" algn="tl"/>
              </a:blipFill>
              <a:ln w="12700">
                <a:solidFill>
                  <a:schemeClr val="tx1"/>
                </a:solidFill>
                <a:miter lim="800000"/>
                <a:headEnd/>
                <a:tailEnd/>
              </a:ln>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75815" name="Rectangle 19" descr="Diagonal para cima larga">
                <a:extLst>
                  <a:ext uri="{FF2B5EF4-FFF2-40B4-BE49-F238E27FC236}">
                    <a16:creationId xmlns:a16="http://schemas.microsoft.com/office/drawing/2014/main" id="{0E2224FA-931D-3A4F-92F6-FF38DCE93D79}"/>
                  </a:ext>
                </a:extLst>
              </p:cNvPr>
              <p:cNvSpPr>
                <a:spLocks noChangeArrowheads="1"/>
              </p:cNvSpPr>
              <p:nvPr/>
            </p:nvSpPr>
            <p:spPr bwMode="auto">
              <a:xfrm>
                <a:off x="3069" y="2967"/>
                <a:ext cx="157" cy="97"/>
              </a:xfrm>
              <a:prstGeom prst="rect">
                <a:avLst/>
              </a:prstGeom>
              <a:blipFill dpi="0" rotWithShape="0">
                <a:blip r:embed="rId3"/>
                <a:srcRect/>
                <a:tile tx="0" ty="0" sx="100000" sy="100000" flip="none" algn="tl"/>
              </a:blipFill>
              <a:ln w="12700">
                <a:solidFill>
                  <a:schemeClr val="tx1"/>
                </a:solidFill>
                <a:miter lim="800000"/>
                <a:headEnd/>
                <a:tailEnd/>
              </a:ln>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grpSp>
        <p:sp>
          <p:nvSpPr>
            <p:cNvPr id="75787" name="Line 20">
              <a:extLst>
                <a:ext uri="{FF2B5EF4-FFF2-40B4-BE49-F238E27FC236}">
                  <a16:creationId xmlns:a16="http://schemas.microsoft.com/office/drawing/2014/main" id="{E7FE982A-8924-5C47-9538-850746836503}"/>
                </a:ext>
              </a:extLst>
            </p:cNvPr>
            <p:cNvSpPr>
              <a:spLocks noChangeShapeType="1"/>
            </p:cNvSpPr>
            <p:nvPr/>
          </p:nvSpPr>
          <p:spPr bwMode="auto">
            <a:xfrm>
              <a:off x="3972" y="2669"/>
              <a:ext cx="0" cy="85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spAutoFit/>
            </a:bodyPr>
            <a:lstStyle/>
            <a:p>
              <a:endParaRPr lang="pt-BR"/>
            </a:p>
          </p:txBody>
        </p:sp>
        <p:sp>
          <p:nvSpPr>
            <p:cNvPr id="75788" name="Line 21">
              <a:extLst>
                <a:ext uri="{FF2B5EF4-FFF2-40B4-BE49-F238E27FC236}">
                  <a16:creationId xmlns:a16="http://schemas.microsoft.com/office/drawing/2014/main" id="{B46F05D6-69FE-7943-891E-A5236726AE34}"/>
                </a:ext>
              </a:extLst>
            </p:cNvPr>
            <p:cNvSpPr>
              <a:spLocks noChangeShapeType="1"/>
            </p:cNvSpPr>
            <p:nvPr/>
          </p:nvSpPr>
          <p:spPr bwMode="auto">
            <a:xfrm>
              <a:off x="5446" y="1623"/>
              <a:ext cx="0" cy="240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72000" tIns="0" rIns="72000" bIns="0">
              <a:spAutoFit/>
            </a:bodyPr>
            <a:lstStyle/>
            <a:p>
              <a:endParaRPr lang="pt-BR"/>
            </a:p>
          </p:txBody>
        </p:sp>
        <p:sp>
          <p:nvSpPr>
            <p:cNvPr id="75789" name="Line 22">
              <a:extLst>
                <a:ext uri="{FF2B5EF4-FFF2-40B4-BE49-F238E27FC236}">
                  <a16:creationId xmlns:a16="http://schemas.microsoft.com/office/drawing/2014/main" id="{536BC83B-671E-C34F-B4BC-8D9EAF11A4E9}"/>
                </a:ext>
              </a:extLst>
            </p:cNvPr>
            <p:cNvSpPr>
              <a:spLocks noChangeShapeType="1"/>
            </p:cNvSpPr>
            <p:nvPr/>
          </p:nvSpPr>
          <p:spPr bwMode="auto">
            <a:xfrm>
              <a:off x="3643" y="3193"/>
              <a:ext cx="0" cy="82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72000" tIns="0" rIns="72000" bIns="0">
              <a:spAutoFit/>
            </a:bodyPr>
            <a:lstStyle/>
            <a:p>
              <a:endParaRPr lang="pt-BR"/>
            </a:p>
          </p:txBody>
        </p:sp>
        <p:sp>
          <p:nvSpPr>
            <p:cNvPr id="75790" name="Text Box 23">
              <a:extLst>
                <a:ext uri="{FF2B5EF4-FFF2-40B4-BE49-F238E27FC236}">
                  <a16:creationId xmlns:a16="http://schemas.microsoft.com/office/drawing/2014/main" id="{B483B314-C7C7-B341-A962-D7AE1CF0E311}"/>
                </a:ext>
              </a:extLst>
            </p:cNvPr>
            <p:cNvSpPr txBox="1">
              <a:spLocks noChangeArrowheads="1"/>
            </p:cNvSpPr>
            <p:nvPr/>
          </p:nvSpPr>
          <p:spPr bwMode="auto">
            <a:xfrm>
              <a:off x="339" y="655"/>
              <a:ext cx="833"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600">
                  <a:solidFill>
                    <a:srgbClr val="000000"/>
                  </a:solidFill>
                </a:rPr>
                <a:t>Tempo de criação dos desenhos</a:t>
              </a:r>
            </a:p>
          </p:txBody>
        </p:sp>
        <p:sp>
          <p:nvSpPr>
            <p:cNvPr id="75791" name="Text Box 24">
              <a:extLst>
                <a:ext uri="{FF2B5EF4-FFF2-40B4-BE49-F238E27FC236}">
                  <a16:creationId xmlns:a16="http://schemas.microsoft.com/office/drawing/2014/main" id="{88727CA2-317A-5342-BF97-7A42264B50DA}"/>
                </a:ext>
              </a:extLst>
            </p:cNvPr>
            <p:cNvSpPr txBox="1">
              <a:spLocks noChangeArrowheads="1"/>
            </p:cNvSpPr>
            <p:nvPr/>
          </p:nvSpPr>
          <p:spPr bwMode="auto">
            <a:xfrm>
              <a:off x="1647" y="655"/>
              <a:ext cx="916"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600">
                  <a:solidFill>
                    <a:srgbClr val="000000"/>
                  </a:solidFill>
                </a:rPr>
                <a:t>Tempo de otimização dos desenhos</a:t>
              </a:r>
            </a:p>
          </p:txBody>
        </p:sp>
        <p:sp>
          <p:nvSpPr>
            <p:cNvPr id="75792" name="Text Box 25">
              <a:extLst>
                <a:ext uri="{FF2B5EF4-FFF2-40B4-BE49-F238E27FC236}">
                  <a16:creationId xmlns:a16="http://schemas.microsoft.com/office/drawing/2014/main" id="{D9669BD8-6FFC-CC4F-8004-93E1AA4D6B64}"/>
                </a:ext>
              </a:extLst>
            </p:cNvPr>
            <p:cNvSpPr txBox="1">
              <a:spLocks noChangeArrowheads="1"/>
            </p:cNvSpPr>
            <p:nvPr/>
          </p:nvSpPr>
          <p:spPr bwMode="auto">
            <a:xfrm>
              <a:off x="3038" y="655"/>
              <a:ext cx="833"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600">
                  <a:solidFill>
                    <a:srgbClr val="000000"/>
                  </a:solidFill>
                </a:rPr>
                <a:t>Tempo de criação dos processos</a:t>
              </a:r>
            </a:p>
          </p:txBody>
        </p:sp>
        <p:sp>
          <p:nvSpPr>
            <p:cNvPr id="75793" name="Text Box 26">
              <a:extLst>
                <a:ext uri="{FF2B5EF4-FFF2-40B4-BE49-F238E27FC236}">
                  <a16:creationId xmlns:a16="http://schemas.microsoft.com/office/drawing/2014/main" id="{58714545-2138-C244-8649-CE93A81BAF02}"/>
                </a:ext>
              </a:extLst>
            </p:cNvPr>
            <p:cNvSpPr txBox="1">
              <a:spLocks noChangeArrowheads="1"/>
            </p:cNvSpPr>
            <p:nvPr/>
          </p:nvSpPr>
          <p:spPr bwMode="auto">
            <a:xfrm>
              <a:off x="4346" y="655"/>
              <a:ext cx="916"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600">
                  <a:solidFill>
                    <a:srgbClr val="000000"/>
                  </a:solidFill>
                </a:rPr>
                <a:t>Tempo de otimização dos processos</a:t>
              </a:r>
            </a:p>
          </p:txBody>
        </p:sp>
        <p:sp>
          <p:nvSpPr>
            <p:cNvPr id="75794" name="Line 27">
              <a:extLst>
                <a:ext uri="{FF2B5EF4-FFF2-40B4-BE49-F238E27FC236}">
                  <a16:creationId xmlns:a16="http://schemas.microsoft.com/office/drawing/2014/main" id="{6CA83B7C-1930-0D43-80EC-D0E3E6752D20}"/>
                </a:ext>
              </a:extLst>
            </p:cNvPr>
            <p:cNvSpPr>
              <a:spLocks noChangeShapeType="1"/>
            </p:cNvSpPr>
            <p:nvPr/>
          </p:nvSpPr>
          <p:spPr bwMode="auto">
            <a:xfrm>
              <a:off x="658" y="1107"/>
              <a:ext cx="157" cy="427"/>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72000" tIns="0" rIns="72000" bIns="0">
              <a:spAutoFit/>
            </a:bodyPr>
            <a:lstStyle/>
            <a:p>
              <a:endParaRPr lang="pt-BR"/>
            </a:p>
          </p:txBody>
        </p:sp>
        <p:sp>
          <p:nvSpPr>
            <p:cNvPr id="75795" name="Line 28">
              <a:extLst>
                <a:ext uri="{FF2B5EF4-FFF2-40B4-BE49-F238E27FC236}">
                  <a16:creationId xmlns:a16="http://schemas.microsoft.com/office/drawing/2014/main" id="{908B0AF0-B7AB-E94F-8593-7ED99C9D9E23}"/>
                </a:ext>
              </a:extLst>
            </p:cNvPr>
            <p:cNvSpPr>
              <a:spLocks noChangeShapeType="1"/>
            </p:cNvSpPr>
            <p:nvPr/>
          </p:nvSpPr>
          <p:spPr bwMode="auto">
            <a:xfrm>
              <a:off x="2057" y="1122"/>
              <a:ext cx="150" cy="404"/>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72000" tIns="0" rIns="72000" bIns="0">
              <a:spAutoFit/>
            </a:bodyPr>
            <a:lstStyle/>
            <a:p>
              <a:endParaRPr lang="pt-BR"/>
            </a:p>
          </p:txBody>
        </p:sp>
        <p:sp>
          <p:nvSpPr>
            <p:cNvPr id="75796" name="Line 29">
              <a:extLst>
                <a:ext uri="{FF2B5EF4-FFF2-40B4-BE49-F238E27FC236}">
                  <a16:creationId xmlns:a16="http://schemas.microsoft.com/office/drawing/2014/main" id="{33BEE511-AA44-FF4B-BD9C-BEA366564E80}"/>
                </a:ext>
              </a:extLst>
            </p:cNvPr>
            <p:cNvSpPr>
              <a:spLocks noChangeShapeType="1"/>
            </p:cNvSpPr>
            <p:nvPr/>
          </p:nvSpPr>
          <p:spPr bwMode="auto">
            <a:xfrm>
              <a:off x="3456" y="1122"/>
              <a:ext cx="165" cy="404"/>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72000" tIns="0" rIns="72000" bIns="0">
              <a:spAutoFit/>
            </a:bodyPr>
            <a:lstStyle/>
            <a:p>
              <a:endParaRPr lang="pt-BR"/>
            </a:p>
          </p:txBody>
        </p:sp>
        <p:sp>
          <p:nvSpPr>
            <p:cNvPr id="75797" name="Line 30">
              <a:extLst>
                <a:ext uri="{FF2B5EF4-FFF2-40B4-BE49-F238E27FC236}">
                  <a16:creationId xmlns:a16="http://schemas.microsoft.com/office/drawing/2014/main" id="{3C691456-D530-0F4B-9681-B9D4600204A7}"/>
                </a:ext>
              </a:extLst>
            </p:cNvPr>
            <p:cNvSpPr>
              <a:spLocks noChangeShapeType="1"/>
            </p:cNvSpPr>
            <p:nvPr/>
          </p:nvSpPr>
          <p:spPr bwMode="auto">
            <a:xfrm>
              <a:off x="4952" y="1130"/>
              <a:ext cx="210" cy="389"/>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72000" tIns="0" rIns="72000" bIns="0">
              <a:spAutoFit/>
            </a:bodyPr>
            <a:lstStyle/>
            <a:p>
              <a:endParaRPr lang="pt-BR"/>
            </a:p>
          </p:txBody>
        </p:sp>
        <p:sp>
          <p:nvSpPr>
            <p:cNvPr id="75798" name="Text Box 31">
              <a:extLst>
                <a:ext uri="{FF2B5EF4-FFF2-40B4-BE49-F238E27FC236}">
                  <a16:creationId xmlns:a16="http://schemas.microsoft.com/office/drawing/2014/main" id="{CBEA5831-8097-E04B-8D5B-93C9D1DC9D52}"/>
                </a:ext>
              </a:extLst>
            </p:cNvPr>
            <p:cNvSpPr txBox="1">
              <a:spLocks noChangeArrowheads="1"/>
            </p:cNvSpPr>
            <p:nvPr/>
          </p:nvSpPr>
          <p:spPr bwMode="auto">
            <a:xfrm>
              <a:off x="817" y="1939"/>
              <a:ext cx="3818" cy="181"/>
            </a:xfrm>
            <a:prstGeom prst="rect">
              <a:avLst/>
            </a:prstGeom>
            <a:solidFill>
              <a:srgbClr val="CCFFCC"/>
            </a:solidFill>
            <a:ln w="12700">
              <a:solidFill>
                <a:schemeClr val="tx1"/>
              </a:solidFill>
              <a:miter lim="800000"/>
              <a:headEnd/>
              <a:tailEnd/>
            </a:ln>
          </p:spPr>
          <p:txBody>
            <a:bodyPr lIns="72000" tIns="0" rIns="72000" bIns="0"/>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800">
                  <a:solidFill>
                    <a:srgbClr val="000000"/>
                  </a:solidFill>
                </a:rPr>
                <a:t>Trabalhando paralelamente</a:t>
              </a:r>
            </a:p>
          </p:txBody>
        </p:sp>
        <p:sp>
          <p:nvSpPr>
            <p:cNvPr id="75799" name="Text Box 32">
              <a:extLst>
                <a:ext uri="{FF2B5EF4-FFF2-40B4-BE49-F238E27FC236}">
                  <a16:creationId xmlns:a16="http://schemas.microsoft.com/office/drawing/2014/main" id="{8F053F86-5D2E-DC4E-B7C5-D6746040CA1B}"/>
                </a:ext>
              </a:extLst>
            </p:cNvPr>
            <p:cNvSpPr txBox="1">
              <a:spLocks noChangeArrowheads="1"/>
            </p:cNvSpPr>
            <p:nvPr/>
          </p:nvSpPr>
          <p:spPr bwMode="auto">
            <a:xfrm>
              <a:off x="373" y="3594"/>
              <a:ext cx="2313"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600">
                  <a:solidFill>
                    <a:srgbClr val="000000"/>
                  </a:solidFill>
                </a:rPr>
                <a:t>Tempo de adicional de correção  dos processos devido aos erros dos desenhos detectados posteriormente</a:t>
              </a:r>
            </a:p>
          </p:txBody>
        </p:sp>
        <p:sp>
          <p:nvSpPr>
            <p:cNvPr id="75800" name="Line 33">
              <a:extLst>
                <a:ext uri="{FF2B5EF4-FFF2-40B4-BE49-F238E27FC236}">
                  <a16:creationId xmlns:a16="http://schemas.microsoft.com/office/drawing/2014/main" id="{8EEB2747-CBAB-B643-9449-A86DB96B70DE}"/>
                </a:ext>
              </a:extLst>
            </p:cNvPr>
            <p:cNvSpPr>
              <a:spLocks noChangeShapeType="1"/>
            </p:cNvSpPr>
            <p:nvPr/>
          </p:nvSpPr>
          <p:spPr bwMode="auto">
            <a:xfrm flipV="1">
              <a:off x="1721" y="2723"/>
              <a:ext cx="1436" cy="861"/>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lIns="72000" tIns="0" rIns="72000" bIns="0">
              <a:spAutoFit/>
            </a:bodyPr>
            <a:lstStyle/>
            <a:p>
              <a:endParaRPr lang="pt-BR"/>
            </a:p>
          </p:txBody>
        </p:sp>
        <p:sp>
          <p:nvSpPr>
            <p:cNvPr id="75801" name="Line 34">
              <a:extLst>
                <a:ext uri="{FF2B5EF4-FFF2-40B4-BE49-F238E27FC236}">
                  <a16:creationId xmlns:a16="http://schemas.microsoft.com/office/drawing/2014/main" id="{FA2E704C-38EA-D84B-ACA6-5A65FABB61E3}"/>
                </a:ext>
              </a:extLst>
            </p:cNvPr>
            <p:cNvSpPr>
              <a:spLocks noChangeShapeType="1"/>
            </p:cNvSpPr>
            <p:nvPr/>
          </p:nvSpPr>
          <p:spPr bwMode="auto">
            <a:xfrm flipV="1">
              <a:off x="2521" y="3217"/>
              <a:ext cx="621" cy="404"/>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72000" tIns="0" rIns="72000" bIns="0">
              <a:spAutoFit/>
            </a:bodyPr>
            <a:lstStyle/>
            <a:p>
              <a:endParaRPr lang="pt-BR"/>
            </a:p>
          </p:txBody>
        </p:sp>
        <p:sp>
          <p:nvSpPr>
            <p:cNvPr id="75802" name="Rectangle 35">
              <a:extLst>
                <a:ext uri="{FF2B5EF4-FFF2-40B4-BE49-F238E27FC236}">
                  <a16:creationId xmlns:a16="http://schemas.microsoft.com/office/drawing/2014/main" id="{8A130A14-DCF5-FD42-8BFC-483A68C1DF4D}"/>
                </a:ext>
              </a:extLst>
            </p:cNvPr>
            <p:cNvSpPr>
              <a:spLocks noChangeArrowheads="1"/>
            </p:cNvSpPr>
            <p:nvPr/>
          </p:nvSpPr>
          <p:spPr bwMode="auto">
            <a:xfrm>
              <a:off x="3995" y="3007"/>
              <a:ext cx="1413" cy="322"/>
            </a:xfrm>
            <a:prstGeom prst="rect">
              <a:avLst/>
            </a:prstGeom>
            <a:solidFill>
              <a:srgbClr val="FF33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75803" name="Rectangle 36">
              <a:extLst>
                <a:ext uri="{FF2B5EF4-FFF2-40B4-BE49-F238E27FC236}">
                  <a16:creationId xmlns:a16="http://schemas.microsoft.com/office/drawing/2014/main" id="{7C4A814F-D428-7343-8549-D2DFC507BD78}"/>
                </a:ext>
              </a:extLst>
            </p:cNvPr>
            <p:cNvSpPr>
              <a:spLocks noChangeArrowheads="1"/>
            </p:cNvSpPr>
            <p:nvPr/>
          </p:nvSpPr>
          <p:spPr bwMode="auto">
            <a:xfrm>
              <a:off x="3657" y="3716"/>
              <a:ext cx="1772" cy="322"/>
            </a:xfrm>
            <a:prstGeom prst="rect">
              <a:avLst/>
            </a:prstGeom>
            <a:solidFill>
              <a:srgbClr val="FF3300"/>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75804" name="Text Box 37">
              <a:extLst>
                <a:ext uri="{FF2B5EF4-FFF2-40B4-BE49-F238E27FC236}">
                  <a16:creationId xmlns:a16="http://schemas.microsoft.com/office/drawing/2014/main" id="{3C374947-CE15-AE49-9DA6-5E5C594546B7}"/>
                </a:ext>
              </a:extLst>
            </p:cNvPr>
            <p:cNvSpPr txBox="1">
              <a:spLocks noChangeArrowheads="1"/>
            </p:cNvSpPr>
            <p:nvPr/>
          </p:nvSpPr>
          <p:spPr bwMode="auto">
            <a:xfrm>
              <a:off x="4377" y="2404"/>
              <a:ext cx="916"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600">
                  <a:solidFill>
                    <a:srgbClr val="000000"/>
                  </a:solidFill>
                </a:rPr>
                <a:t>Tempo economizado</a:t>
              </a:r>
            </a:p>
          </p:txBody>
        </p:sp>
        <p:sp>
          <p:nvSpPr>
            <p:cNvPr id="75805" name="Text Box 38">
              <a:extLst>
                <a:ext uri="{FF2B5EF4-FFF2-40B4-BE49-F238E27FC236}">
                  <a16:creationId xmlns:a16="http://schemas.microsoft.com/office/drawing/2014/main" id="{ED2AE2D9-5A83-1247-A907-8844084DB5DA}"/>
                </a:ext>
              </a:extLst>
            </p:cNvPr>
            <p:cNvSpPr txBox="1">
              <a:spLocks noChangeArrowheads="1"/>
            </p:cNvSpPr>
            <p:nvPr/>
          </p:nvSpPr>
          <p:spPr bwMode="auto">
            <a:xfrm>
              <a:off x="1332" y="2875"/>
              <a:ext cx="1664" cy="115"/>
            </a:xfrm>
            <a:prstGeom prst="rect">
              <a:avLst/>
            </a:prstGeom>
            <a:solidFill>
              <a:srgbClr val="EFFFFA"/>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200" b="1">
                  <a:solidFill>
                    <a:srgbClr val="000000"/>
                  </a:solidFill>
                </a:rPr>
                <a:t>Quando 15% de desenhos errados</a:t>
              </a:r>
            </a:p>
          </p:txBody>
        </p:sp>
        <p:sp>
          <p:nvSpPr>
            <p:cNvPr id="75806" name="Text Box 39">
              <a:extLst>
                <a:ext uri="{FF2B5EF4-FFF2-40B4-BE49-F238E27FC236}">
                  <a16:creationId xmlns:a16="http://schemas.microsoft.com/office/drawing/2014/main" id="{871D3129-8903-D541-A142-6CDD049E88A7}"/>
                </a:ext>
              </a:extLst>
            </p:cNvPr>
            <p:cNvSpPr txBox="1">
              <a:spLocks noChangeArrowheads="1"/>
            </p:cNvSpPr>
            <p:nvPr/>
          </p:nvSpPr>
          <p:spPr bwMode="auto">
            <a:xfrm>
              <a:off x="2261" y="3434"/>
              <a:ext cx="1220" cy="115"/>
            </a:xfrm>
            <a:prstGeom prst="rect">
              <a:avLst/>
            </a:prstGeom>
            <a:solidFill>
              <a:srgbClr val="EFFFFA"/>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200" b="1">
                  <a:solidFill>
                    <a:srgbClr val="000000"/>
                  </a:solidFill>
                </a:rPr>
                <a:t>5% de desenhos errados</a:t>
              </a:r>
            </a:p>
          </p:txBody>
        </p:sp>
        <p:sp>
          <p:nvSpPr>
            <p:cNvPr id="75807" name="Line 40">
              <a:extLst>
                <a:ext uri="{FF2B5EF4-FFF2-40B4-BE49-F238E27FC236}">
                  <a16:creationId xmlns:a16="http://schemas.microsoft.com/office/drawing/2014/main" id="{DFF86A88-DF96-6C4C-80C2-C3A47F54DA79}"/>
                </a:ext>
              </a:extLst>
            </p:cNvPr>
            <p:cNvSpPr>
              <a:spLocks noChangeShapeType="1"/>
            </p:cNvSpPr>
            <p:nvPr/>
          </p:nvSpPr>
          <p:spPr bwMode="auto">
            <a:xfrm flipH="1">
              <a:off x="4481" y="2708"/>
              <a:ext cx="179" cy="441"/>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72000" tIns="0" rIns="72000" bIns="0">
              <a:spAutoFit/>
            </a:bodyPr>
            <a:lstStyle/>
            <a:p>
              <a:endParaRPr lang="pt-BR"/>
            </a:p>
          </p:txBody>
        </p:sp>
        <p:sp>
          <p:nvSpPr>
            <p:cNvPr id="75808" name="Line 41">
              <a:extLst>
                <a:ext uri="{FF2B5EF4-FFF2-40B4-BE49-F238E27FC236}">
                  <a16:creationId xmlns:a16="http://schemas.microsoft.com/office/drawing/2014/main" id="{701B48E8-1806-BE48-A4C4-D0A8682D9C49}"/>
                </a:ext>
              </a:extLst>
            </p:cNvPr>
            <p:cNvSpPr>
              <a:spLocks noChangeShapeType="1"/>
            </p:cNvSpPr>
            <p:nvPr/>
          </p:nvSpPr>
          <p:spPr bwMode="auto">
            <a:xfrm flipH="1">
              <a:off x="4690" y="2738"/>
              <a:ext cx="255" cy="1182"/>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72000" tIns="0" rIns="72000" bIns="0">
              <a:spAutoFit/>
            </a:bodyPr>
            <a:lstStyle/>
            <a:p>
              <a:endParaRPr lang="pt-BR"/>
            </a:p>
          </p:txBody>
        </p:sp>
        <p:sp>
          <p:nvSpPr>
            <p:cNvPr id="75809" name="AutoShape 42">
              <a:extLst>
                <a:ext uri="{FF2B5EF4-FFF2-40B4-BE49-F238E27FC236}">
                  <a16:creationId xmlns:a16="http://schemas.microsoft.com/office/drawing/2014/main" id="{3B218273-645D-564F-8873-FBEE321E446F}"/>
                </a:ext>
              </a:extLst>
            </p:cNvPr>
            <p:cNvSpPr>
              <a:spLocks noChangeArrowheads="1"/>
            </p:cNvSpPr>
            <p:nvPr/>
          </p:nvSpPr>
          <p:spPr bwMode="auto">
            <a:xfrm rot="10800000">
              <a:off x="688" y="2450"/>
              <a:ext cx="277" cy="56"/>
            </a:xfrm>
            <a:prstGeom prst="triangle">
              <a:avLst>
                <a:gd name="adj" fmla="val 50000"/>
              </a:avLst>
            </a:prstGeom>
            <a:solidFill>
              <a:srgbClr val="FFFF00"/>
            </a:solidFill>
            <a:ln w="12700">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75810" name="AutoShape 43">
              <a:extLst>
                <a:ext uri="{FF2B5EF4-FFF2-40B4-BE49-F238E27FC236}">
                  <a16:creationId xmlns:a16="http://schemas.microsoft.com/office/drawing/2014/main" id="{2A1F0115-FE8C-9D4F-8EB9-D423A339CB90}"/>
                </a:ext>
              </a:extLst>
            </p:cNvPr>
            <p:cNvSpPr>
              <a:spLocks noChangeArrowheads="1"/>
            </p:cNvSpPr>
            <p:nvPr/>
          </p:nvSpPr>
          <p:spPr bwMode="auto">
            <a:xfrm rot="10800000">
              <a:off x="1060" y="2449"/>
              <a:ext cx="277" cy="56"/>
            </a:xfrm>
            <a:prstGeom prst="triangle">
              <a:avLst>
                <a:gd name="adj" fmla="val 50000"/>
              </a:avLst>
            </a:prstGeom>
            <a:solidFill>
              <a:srgbClr val="FFFF00"/>
            </a:solidFill>
            <a:ln w="12700">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75811" name="AutoShape 44">
              <a:extLst>
                <a:ext uri="{FF2B5EF4-FFF2-40B4-BE49-F238E27FC236}">
                  <a16:creationId xmlns:a16="http://schemas.microsoft.com/office/drawing/2014/main" id="{A65562B2-4D97-AB4E-A20B-B38B9058E1AB}"/>
                </a:ext>
              </a:extLst>
            </p:cNvPr>
            <p:cNvSpPr>
              <a:spLocks noChangeArrowheads="1"/>
            </p:cNvSpPr>
            <p:nvPr/>
          </p:nvSpPr>
          <p:spPr bwMode="auto">
            <a:xfrm rot="10800000">
              <a:off x="1432" y="2448"/>
              <a:ext cx="277" cy="56"/>
            </a:xfrm>
            <a:prstGeom prst="triangle">
              <a:avLst>
                <a:gd name="adj" fmla="val 50000"/>
              </a:avLst>
            </a:prstGeom>
            <a:solidFill>
              <a:srgbClr val="FFFF00"/>
            </a:solidFill>
            <a:ln w="12700">
              <a:solidFill>
                <a:schemeClr val="tx1"/>
              </a:solidFill>
              <a:miter lim="800000"/>
              <a:headEnd/>
              <a:tailEnd/>
            </a:ln>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75812" name="Text Box 45">
              <a:extLst>
                <a:ext uri="{FF2B5EF4-FFF2-40B4-BE49-F238E27FC236}">
                  <a16:creationId xmlns:a16="http://schemas.microsoft.com/office/drawing/2014/main" id="{173025F5-AA86-F24F-A67A-B6A6150A03FF}"/>
                </a:ext>
              </a:extLst>
            </p:cNvPr>
            <p:cNvSpPr txBox="1">
              <a:spLocks noChangeArrowheads="1"/>
            </p:cNvSpPr>
            <p:nvPr/>
          </p:nvSpPr>
          <p:spPr bwMode="auto">
            <a:xfrm>
              <a:off x="1749" y="2408"/>
              <a:ext cx="2059" cy="115"/>
            </a:xfrm>
            <a:prstGeom prst="rect">
              <a:avLst/>
            </a:prstGeom>
            <a:solidFill>
              <a:srgbClr val="EFFFFA"/>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200" b="1">
                  <a:solidFill>
                    <a:srgbClr val="000000"/>
                  </a:solidFill>
                </a:rPr>
                <a:t>desenhos transferidos antes de finalizados</a:t>
              </a: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2">
            <a:extLst>
              <a:ext uri="{FF2B5EF4-FFF2-40B4-BE49-F238E27FC236}">
                <a16:creationId xmlns:a16="http://schemas.microsoft.com/office/drawing/2014/main" id="{CCE93F6B-1973-0044-A5C2-3B4A4F88EE16}"/>
              </a:ext>
            </a:extLst>
          </p:cNvPr>
          <p:cNvSpPr>
            <a:spLocks noGrp="1" noChangeArrowheads="1"/>
          </p:cNvSpPr>
          <p:nvPr>
            <p:ph type="title"/>
          </p:nvPr>
        </p:nvSpPr>
        <p:spPr/>
        <p:txBody>
          <a:bodyPr/>
          <a:lstStyle/>
          <a:p>
            <a:pPr eaLnBrk="1" hangingPunct="1"/>
            <a:r>
              <a:rPr lang="pt-BR" altLang="pt-BR">
                <a:ea typeface="ＭＳ Ｐゴシック" panose="020B0600070205080204" pitchFamily="34" charset="-128"/>
              </a:rPr>
              <a:t>Resultados do planejamento de processo: dois níveis de planejamento</a:t>
            </a:r>
          </a:p>
        </p:txBody>
      </p:sp>
      <p:grpSp>
        <p:nvGrpSpPr>
          <p:cNvPr id="77826" name="Group 3">
            <a:extLst>
              <a:ext uri="{FF2B5EF4-FFF2-40B4-BE49-F238E27FC236}">
                <a16:creationId xmlns:a16="http://schemas.microsoft.com/office/drawing/2014/main" id="{DF32EA19-36A7-3E43-9E87-58337241BBB3}"/>
              </a:ext>
            </a:extLst>
          </p:cNvPr>
          <p:cNvGrpSpPr>
            <a:grpSpLocks/>
          </p:cNvGrpSpPr>
          <p:nvPr/>
        </p:nvGrpSpPr>
        <p:grpSpPr bwMode="auto">
          <a:xfrm>
            <a:off x="3516313" y="3690938"/>
            <a:ext cx="544512" cy="635000"/>
            <a:chOff x="3620" y="2063"/>
            <a:chExt cx="343" cy="400"/>
          </a:xfrm>
        </p:grpSpPr>
        <p:grpSp>
          <p:nvGrpSpPr>
            <p:cNvPr id="77957" name="Group 4">
              <a:extLst>
                <a:ext uri="{FF2B5EF4-FFF2-40B4-BE49-F238E27FC236}">
                  <a16:creationId xmlns:a16="http://schemas.microsoft.com/office/drawing/2014/main" id="{D14920D2-E89C-CE40-98D3-65976DB6DB41}"/>
                </a:ext>
              </a:extLst>
            </p:cNvPr>
            <p:cNvGrpSpPr>
              <a:grpSpLocks/>
            </p:cNvGrpSpPr>
            <p:nvPr/>
          </p:nvGrpSpPr>
          <p:grpSpPr bwMode="auto">
            <a:xfrm>
              <a:off x="3620" y="2063"/>
              <a:ext cx="343" cy="400"/>
              <a:chOff x="3389" y="3325"/>
              <a:chExt cx="343" cy="400"/>
            </a:xfrm>
          </p:grpSpPr>
          <p:grpSp>
            <p:nvGrpSpPr>
              <p:cNvPr id="77959" name="Group 5">
                <a:extLst>
                  <a:ext uri="{FF2B5EF4-FFF2-40B4-BE49-F238E27FC236}">
                    <a16:creationId xmlns:a16="http://schemas.microsoft.com/office/drawing/2014/main" id="{E585AADE-DA82-FF4F-8ED2-5B5DF461EBDE}"/>
                  </a:ext>
                </a:extLst>
              </p:cNvPr>
              <p:cNvGrpSpPr>
                <a:grpSpLocks/>
              </p:cNvGrpSpPr>
              <p:nvPr/>
            </p:nvGrpSpPr>
            <p:grpSpPr bwMode="auto">
              <a:xfrm>
                <a:off x="3438" y="3356"/>
                <a:ext cx="230" cy="323"/>
                <a:chOff x="1756" y="1358"/>
                <a:chExt cx="1277" cy="1609"/>
              </a:xfrm>
            </p:grpSpPr>
            <p:sp>
              <p:nvSpPr>
                <p:cNvPr id="77961" name="Rectangle 6">
                  <a:extLst>
                    <a:ext uri="{FF2B5EF4-FFF2-40B4-BE49-F238E27FC236}">
                      <a16:creationId xmlns:a16="http://schemas.microsoft.com/office/drawing/2014/main" id="{957FE732-FABC-F942-A2C0-E7CC6E243E87}"/>
                    </a:ext>
                  </a:extLst>
                </p:cNvPr>
                <p:cNvSpPr>
                  <a:spLocks noChangeArrowheads="1"/>
                </p:cNvSpPr>
                <p:nvPr/>
              </p:nvSpPr>
              <p:spPr bwMode="auto">
                <a:xfrm>
                  <a:off x="1976" y="1473"/>
                  <a:ext cx="1057" cy="1430"/>
                </a:xfrm>
                <a:prstGeom prst="rect">
                  <a:avLst/>
                </a:prstGeom>
                <a:solidFill>
                  <a:srgbClr val="FFFFFF"/>
                </a:solidFill>
                <a:ln w="0">
                  <a:solidFill>
                    <a:srgbClr val="000000"/>
                  </a:solidFill>
                  <a:miter lim="800000"/>
                  <a:headEnd/>
                  <a:tailEnd/>
                </a:ln>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77962" name="Freeform 7">
                  <a:extLst>
                    <a:ext uri="{FF2B5EF4-FFF2-40B4-BE49-F238E27FC236}">
                      <a16:creationId xmlns:a16="http://schemas.microsoft.com/office/drawing/2014/main" id="{1A340B23-72A8-5941-B9FA-DB99AEDE1B21}"/>
                    </a:ext>
                  </a:extLst>
                </p:cNvPr>
                <p:cNvSpPr>
                  <a:spLocks/>
                </p:cNvSpPr>
                <p:nvPr/>
              </p:nvSpPr>
              <p:spPr bwMode="auto">
                <a:xfrm>
                  <a:off x="1756" y="1358"/>
                  <a:ext cx="232" cy="1495"/>
                </a:xfrm>
                <a:custGeom>
                  <a:avLst/>
                  <a:gdLst>
                    <a:gd name="T0" fmla="*/ 0 w 1855"/>
                    <a:gd name="T1" fmla="*/ 0 h 11956"/>
                    <a:gd name="T2" fmla="*/ 0 w 1855"/>
                    <a:gd name="T3" fmla="*/ 0 h 11956"/>
                    <a:gd name="T4" fmla="*/ 0 w 1855"/>
                    <a:gd name="T5" fmla="*/ 0 h 11956"/>
                    <a:gd name="T6" fmla="*/ 0 w 1855"/>
                    <a:gd name="T7" fmla="*/ 0 h 11956"/>
                    <a:gd name="T8" fmla="*/ 0 w 1855"/>
                    <a:gd name="T9" fmla="*/ 0 h 11956"/>
                    <a:gd name="T10" fmla="*/ 0 w 1855"/>
                    <a:gd name="T11" fmla="*/ 0 h 11956"/>
                    <a:gd name="T12" fmla="*/ 0 w 1855"/>
                    <a:gd name="T13" fmla="*/ 0 h 11956"/>
                    <a:gd name="T14" fmla="*/ 0 w 1855"/>
                    <a:gd name="T15" fmla="*/ 0 h 11956"/>
                    <a:gd name="T16" fmla="*/ 0 w 1855"/>
                    <a:gd name="T17" fmla="*/ 0 h 11956"/>
                    <a:gd name="T18" fmla="*/ 0 w 1855"/>
                    <a:gd name="T19" fmla="*/ 0 h 11956"/>
                    <a:gd name="T20" fmla="*/ 0 w 1855"/>
                    <a:gd name="T21" fmla="*/ 0 h 11956"/>
                    <a:gd name="T22" fmla="*/ 0 w 1855"/>
                    <a:gd name="T23" fmla="*/ 0 h 11956"/>
                    <a:gd name="T24" fmla="*/ 0 w 1855"/>
                    <a:gd name="T25" fmla="*/ 0 h 11956"/>
                    <a:gd name="T26" fmla="*/ 0 w 1855"/>
                    <a:gd name="T27" fmla="*/ 0 h 11956"/>
                    <a:gd name="T28" fmla="*/ 0 w 1855"/>
                    <a:gd name="T29" fmla="*/ 0 h 11956"/>
                    <a:gd name="T30" fmla="*/ 0 w 1855"/>
                    <a:gd name="T31" fmla="*/ 0 h 11956"/>
                    <a:gd name="T32" fmla="*/ 0 w 1855"/>
                    <a:gd name="T33" fmla="*/ 0 h 11956"/>
                    <a:gd name="T34" fmla="*/ 0 w 1855"/>
                    <a:gd name="T35" fmla="*/ 0 h 11956"/>
                    <a:gd name="T36" fmla="*/ 0 w 1855"/>
                    <a:gd name="T37" fmla="*/ 0 h 11956"/>
                    <a:gd name="T38" fmla="*/ 0 w 1855"/>
                    <a:gd name="T39" fmla="*/ 0 h 11956"/>
                    <a:gd name="T40" fmla="*/ 0 w 1855"/>
                    <a:gd name="T41" fmla="*/ 0 h 11956"/>
                    <a:gd name="T42" fmla="*/ 0 w 1855"/>
                    <a:gd name="T43" fmla="*/ 0 h 11956"/>
                    <a:gd name="T44" fmla="*/ 0 w 1855"/>
                    <a:gd name="T45" fmla="*/ 0 h 119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855"/>
                    <a:gd name="T70" fmla="*/ 0 h 11956"/>
                    <a:gd name="T71" fmla="*/ 1855 w 1855"/>
                    <a:gd name="T72" fmla="*/ 11956 h 119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855" h="11956">
                      <a:moveTo>
                        <a:pt x="1855" y="11956"/>
                      </a:moveTo>
                      <a:lnTo>
                        <a:pt x="1855" y="920"/>
                      </a:lnTo>
                      <a:lnTo>
                        <a:pt x="1837" y="763"/>
                      </a:lnTo>
                      <a:lnTo>
                        <a:pt x="1804" y="608"/>
                      </a:lnTo>
                      <a:lnTo>
                        <a:pt x="1730" y="459"/>
                      </a:lnTo>
                      <a:lnTo>
                        <a:pt x="1631" y="336"/>
                      </a:lnTo>
                      <a:lnTo>
                        <a:pt x="1524" y="221"/>
                      </a:lnTo>
                      <a:lnTo>
                        <a:pt x="1393" y="131"/>
                      </a:lnTo>
                      <a:lnTo>
                        <a:pt x="1244" y="65"/>
                      </a:lnTo>
                      <a:lnTo>
                        <a:pt x="1087" y="24"/>
                      </a:lnTo>
                      <a:lnTo>
                        <a:pt x="931" y="0"/>
                      </a:lnTo>
                      <a:lnTo>
                        <a:pt x="766" y="24"/>
                      </a:lnTo>
                      <a:lnTo>
                        <a:pt x="608" y="65"/>
                      </a:lnTo>
                      <a:lnTo>
                        <a:pt x="462" y="131"/>
                      </a:lnTo>
                      <a:lnTo>
                        <a:pt x="328" y="221"/>
                      </a:lnTo>
                      <a:lnTo>
                        <a:pt x="214" y="336"/>
                      </a:lnTo>
                      <a:lnTo>
                        <a:pt x="116" y="459"/>
                      </a:lnTo>
                      <a:lnTo>
                        <a:pt x="48" y="608"/>
                      </a:lnTo>
                      <a:lnTo>
                        <a:pt x="9" y="763"/>
                      </a:lnTo>
                      <a:lnTo>
                        <a:pt x="0" y="920"/>
                      </a:lnTo>
                      <a:lnTo>
                        <a:pt x="0" y="11956"/>
                      </a:lnTo>
                      <a:lnTo>
                        <a:pt x="1855" y="11956"/>
                      </a:lnTo>
                      <a:close/>
                    </a:path>
                  </a:pathLst>
                </a:custGeom>
                <a:solidFill>
                  <a:srgbClr val="FFFFFF"/>
                </a:solidFill>
                <a:ln w="0">
                  <a:solidFill>
                    <a:srgbClr val="000000"/>
                  </a:solidFill>
                  <a:prstDash val="solid"/>
                  <a:round/>
                  <a:headEnd/>
                  <a:tailEnd/>
                </a:ln>
              </p:spPr>
              <p:txBody>
                <a:bodyPr/>
                <a:lstStyle/>
                <a:p>
                  <a:endParaRPr lang="pt-BR"/>
                </a:p>
              </p:txBody>
            </p:sp>
            <p:sp>
              <p:nvSpPr>
                <p:cNvPr id="77963" name="Freeform 8">
                  <a:extLst>
                    <a:ext uri="{FF2B5EF4-FFF2-40B4-BE49-F238E27FC236}">
                      <a16:creationId xmlns:a16="http://schemas.microsoft.com/office/drawing/2014/main" id="{121DF5F4-B654-3F44-B78B-1327E0B838E0}"/>
                    </a:ext>
                  </a:extLst>
                </p:cNvPr>
                <p:cNvSpPr>
                  <a:spLocks/>
                </p:cNvSpPr>
                <p:nvPr/>
              </p:nvSpPr>
              <p:spPr bwMode="auto">
                <a:xfrm>
                  <a:off x="1756" y="2740"/>
                  <a:ext cx="1052" cy="227"/>
                </a:xfrm>
                <a:custGeom>
                  <a:avLst/>
                  <a:gdLst>
                    <a:gd name="T0" fmla="*/ 0 w 8414"/>
                    <a:gd name="T1" fmla="*/ 0 h 1818"/>
                    <a:gd name="T2" fmla="*/ 0 w 8414"/>
                    <a:gd name="T3" fmla="*/ 0 h 1818"/>
                    <a:gd name="T4" fmla="*/ 0 w 8414"/>
                    <a:gd name="T5" fmla="*/ 0 h 1818"/>
                    <a:gd name="T6" fmla="*/ 0 w 8414"/>
                    <a:gd name="T7" fmla="*/ 0 h 1818"/>
                    <a:gd name="T8" fmla="*/ 0 w 8414"/>
                    <a:gd name="T9" fmla="*/ 0 h 1818"/>
                    <a:gd name="T10" fmla="*/ 0 w 8414"/>
                    <a:gd name="T11" fmla="*/ 0 h 1818"/>
                    <a:gd name="T12" fmla="*/ 0 w 8414"/>
                    <a:gd name="T13" fmla="*/ 0 h 1818"/>
                    <a:gd name="T14" fmla="*/ 0 w 8414"/>
                    <a:gd name="T15" fmla="*/ 0 h 1818"/>
                    <a:gd name="T16" fmla="*/ 0 w 8414"/>
                    <a:gd name="T17" fmla="*/ 0 h 1818"/>
                    <a:gd name="T18" fmla="*/ 0 w 8414"/>
                    <a:gd name="T19" fmla="*/ 0 h 1818"/>
                    <a:gd name="T20" fmla="*/ 0 w 8414"/>
                    <a:gd name="T21" fmla="*/ 0 h 1818"/>
                    <a:gd name="T22" fmla="*/ 0 w 8414"/>
                    <a:gd name="T23" fmla="*/ 0 h 1818"/>
                    <a:gd name="T24" fmla="*/ 0 w 8414"/>
                    <a:gd name="T25" fmla="*/ 0 h 1818"/>
                    <a:gd name="T26" fmla="*/ 0 w 8414"/>
                    <a:gd name="T27" fmla="*/ 0 h 1818"/>
                    <a:gd name="T28" fmla="*/ 0 w 8414"/>
                    <a:gd name="T29" fmla="*/ 0 h 1818"/>
                    <a:gd name="T30" fmla="*/ 0 w 8414"/>
                    <a:gd name="T31" fmla="*/ 0 h 1818"/>
                    <a:gd name="T32" fmla="*/ 0 w 8414"/>
                    <a:gd name="T33" fmla="*/ 0 h 1818"/>
                    <a:gd name="T34" fmla="*/ 0 w 8414"/>
                    <a:gd name="T35" fmla="*/ 0 h 1818"/>
                    <a:gd name="T36" fmla="*/ 0 w 8414"/>
                    <a:gd name="T37" fmla="*/ 0 h 1818"/>
                    <a:gd name="T38" fmla="*/ 0 w 8414"/>
                    <a:gd name="T39" fmla="*/ 0 h 1818"/>
                    <a:gd name="T40" fmla="*/ 0 w 8414"/>
                    <a:gd name="T41" fmla="*/ 0 h 1818"/>
                    <a:gd name="T42" fmla="*/ 0 w 8414"/>
                    <a:gd name="T43" fmla="*/ 0 h 1818"/>
                    <a:gd name="T44" fmla="*/ 0 w 8414"/>
                    <a:gd name="T45" fmla="*/ 0 h 1818"/>
                    <a:gd name="T46" fmla="*/ 0 w 8414"/>
                    <a:gd name="T47" fmla="*/ 0 h 1818"/>
                    <a:gd name="T48" fmla="*/ 0 w 8414"/>
                    <a:gd name="T49" fmla="*/ 0 h 1818"/>
                    <a:gd name="T50" fmla="*/ 0 w 8414"/>
                    <a:gd name="T51" fmla="*/ 0 h 1818"/>
                    <a:gd name="T52" fmla="*/ 0 w 8414"/>
                    <a:gd name="T53" fmla="*/ 0 h 1818"/>
                    <a:gd name="T54" fmla="*/ 0 w 8414"/>
                    <a:gd name="T55" fmla="*/ 0 h 1818"/>
                    <a:gd name="T56" fmla="*/ 0 w 8414"/>
                    <a:gd name="T57" fmla="*/ 0 h 1818"/>
                    <a:gd name="T58" fmla="*/ 0 w 8414"/>
                    <a:gd name="T59" fmla="*/ 0 h 1818"/>
                    <a:gd name="T60" fmla="*/ 0 w 8414"/>
                    <a:gd name="T61" fmla="*/ 0 h 1818"/>
                    <a:gd name="T62" fmla="*/ 0 w 8414"/>
                    <a:gd name="T63" fmla="*/ 0 h 181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8414"/>
                    <a:gd name="T97" fmla="*/ 0 h 1818"/>
                    <a:gd name="T98" fmla="*/ 8414 w 8414"/>
                    <a:gd name="T99" fmla="*/ 1818 h 181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8414" h="1818">
                      <a:moveTo>
                        <a:pt x="8414" y="1306"/>
                      </a:moveTo>
                      <a:lnTo>
                        <a:pt x="1855" y="1306"/>
                      </a:lnTo>
                      <a:lnTo>
                        <a:pt x="1855" y="904"/>
                      </a:lnTo>
                      <a:lnTo>
                        <a:pt x="1837" y="748"/>
                      </a:lnTo>
                      <a:lnTo>
                        <a:pt x="1796" y="591"/>
                      </a:lnTo>
                      <a:lnTo>
                        <a:pt x="1722" y="453"/>
                      </a:lnTo>
                      <a:lnTo>
                        <a:pt x="1631" y="319"/>
                      </a:lnTo>
                      <a:lnTo>
                        <a:pt x="1524" y="204"/>
                      </a:lnTo>
                      <a:lnTo>
                        <a:pt x="1393" y="122"/>
                      </a:lnTo>
                      <a:lnTo>
                        <a:pt x="1244" y="48"/>
                      </a:lnTo>
                      <a:lnTo>
                        <a:pt x="1071" y="15"/>
                      </a:lnTo>
                      <a:lnTo>
                        <a:pt x="923" y="0"/>
                      </a:lnTo>
                      <a:lnTo>
                        <a:pt x="758" y="15"/>
                      </a:lnTo>
                      <a:lnTo>
                        <a:pt x="601" y="48"/>
                      </a:lnTo>
                      <a:lnTo>
                        <a:pt x="452" y="122"/>
                      </a:lnTo>
                      <a:lnTo>
                        <a:pt x="320" y="212"/>
                      </a:lnTo>
                      <a:lnTo>
                        <a:pt x="214" y="328"/>
                      </a:lnTo>
                      <a:lnTo>
                        <a:pt x="116" y="461"/>
                      </a:lnTo>
                      <a:lnTo>
                        <a:pt x="48" y="600"/>
                      </a:lnTo>
                      <a:lnTo>
                        <a:pt x="9" y="756"/>
                      </a:lnTo>
                      <a:lnTo>
                        <a:pt x="0" y="911"/>
                      </a:lnTo>
                      <a:lnTo>
                        <a:pt x="9" y="1077"/>
                      </a:lnTo>
                      <a:lnTo>
                        <a:pt x="57" y="1234"/>
                      </a:lnTo>
                      <a:lnTo>
                        <a:pt x="131" y="1374"/>
                      </a:lnTo>
                      <a:lnTo>
                        <a:pt x="221" y="1506"/>
                      </a:lnTo>
                      <a:lnTo>
                        <a:pt x="337" y="1613"/>
                      </a:lnTo>
                      <a:lnTo>
                        <a:pt x="478" y="1703"/>
                      </a:lnTo>
                      <a:lnTo>
                        <a:pt x="617" y="1768"/>
                      </a:lnTo>
                      <a:lnTo>
                        <a:pt x="774" y="1810"/>
                      </a:lnTo>
                      <a:lnTo>
                        <a:pt x="905" y="1818"/>
                      </a:lnTo>
                      <a:lnTo>
                        <a:pt x="8414" y="1818"/>
                      </a:lnTo>
                      <a:lnTo>
                        <a:pt x="8414" y="130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77964" name="Line 9">
                  <a:extLst>
                    <a:ext uri="{FF2B5EF4-FFF2-40B4-BE49-F238E27FC236}">
                      <a16:creationId xmlns:a16="http://schemas.microsoft.com/office/drawing/2014/main" id="{55B3E13E-9329-C14A-8F5E-215078412D3F}"/>
                    </a:ext>
                  </a:extLst>
                </p:cNvPr>
                <p:cNvSpPr>
                  <a:spLocks noChangeShapeType="1"/>
                </p:cNvSpPr>
                <p:nvPr/>
              </p:nvSpPr>
              <p:spPr bwMode="auto">
                <a:xfrm flipH="1">
                  <a:off x="1988" y="2853"/>
                  <a:ext cx="104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7965" name="Line 10">
                  <a:extLst>
                    <a:ext uri="{FF2B5EF4-FFF2-40B4-BE49-F238E27FC236}">
                      <a16:creationId xmlns:a16="http://schemas.microsoft.com/office/drawing/2014/main" id="{F1AC1F10-BC47-F344-8E0E-CB1DDF3EF1B2}"/>
                    </a:ext>
                  </a:extLst>
                </p:cNvPr>
                <p:cNvSpPr>
                  <a:spLocks noChangeShapeType="1"/>
                </p:cNvSpPr>
                <p:nvPr/>
              </p:nvSpPr>
              <p:spPr bwMode="auto">
                <a:xfrm>
                  <a:off x="2006" y="1601"/>
                  <a:ext cx="1021" cy="1"/>
                </a:xfrm>
                <a:prstGeom prst="line">
                  <a:avLst/>
                </a:prstGeom>
                <a:noFill/>
                <a:ln w="0">
                  <a:solidFill>
                    <a:srgbClr val="00EAFF"/>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7966" name="Line 11">
                  <a:extLst>
                    <a:ext uri="{FF2B5EF4-FFF2-40B4-BE49-F238E27FC236}">
                      <a16:creationId xmlns:a16="http://schemas.microsoft.com/office/drawing/2014/main" id="{31619024-4A54-B844-9111-0864FB504BE7}"/>
                    </a:ext>
                  </a:extLst>
                </p:cNvPr>
                <p:cNvSpPr>
                  <a:spLocks noChangeShapeType="1"/>
                </p:cNvSpPr>
                <p:nvPr/>
              </p:nvSpPr>
              <p:spPr bwMode="auto">
                <a:xfrm>
                  <a:off x="2006" y="1697"/>
                  <a:ext cx="1021" cy="1"/>
                </a:xfrm>
                <a:prstGeom prst="line">
                  <a:avLst/>
                </a:prstGeom>
                <a:noFill/>
                <a:ln w="0">
                  <a:solidFill>
                    <a:srgbClr val="00EAFF"/>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7967" name="Line 12">
                  <a:extLst>
                    <a:ext uri="{FF2B5EF4-FFF2-40B4-BE49-F238E27FC236}">
                      <a16:creationId xmlns:a16="http://schemas.microsoft.com/office/drawing/2014/main" id="{EA77F5C1-3F9B-5842-9DBC-A012D620EA9B}"/>
                    </a:ext>
                  </a:extLst>
                </p:cNvPr>
                <p:cNvSpPr>
                  <a:spLocks noChangeShapeType="1"/>
                </p:cNvSpPr>
                <p:nvPr/>
              </p:nvSpPr>
              <p:spPr bwMode="auto">
                <a:xfrm>
                  <a:off x="2006" y="1793"/>
                  <a:ext cx="1021" cy="1"/>
                </a:xfrm>
                <a:prstGeom prst="line">
                  <a:avLst/>
                </a:prstGeom>
                <a:noFill/>
                <a:ln w="0">
                  <a:solidFill>
                    <a:srgbClr val="00EAFF"/>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7968" name="Line 13">
                  <a:extLst>
                    <a:ext uri="{FF2B5EF4-FFF2-40B4-BE49-F238E27FC236}">
                      <a16:creationId xmlns:a16="http://schemas.microsoft.com/office/drawing/2014/main" id="{9153A4E8-EFFC-1E43-8B4A-8633D0943B0E}"/>
                    </a:ext>
                  </a:extLst>
                </p:cNvPr>
                <p:cNvSpPr>
                  <a:spLocks noChangeShapeType="1"/>
                </p:cNvSpPr>
                <p:nvPr/>
              </p:nvSpPr>
              <p:spPr bwMode="auto">
                <a:xfrm>
                  <a:off x="2006" y="1890"/>
                  <a:ext cx="1021" cy="1"/>
                </a:xfrm>
                <a:prstGeom prst="line">
                  <a:avLst/>
                </a:prstGeom>
                <a:noFill/>
                <a:ln w="0">
                  <a:solidFill>
                    <a:srgbClr val="00EAFF"/>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7969" name="Line 14">
                  <a:extLst>
                    <a:ext uri="{FF2B5EF4-FFF2-40B4-BE49-F238E27FC236}">
                      <a16:creationId xmlns:a16="http://schemas.microsoft.com/office/drawing/2014/main" id="{041456AF-C711-7043-96B1-1904809FCB24}"/>
                    </a:ext>
                  </a:extLst>
                </p:cNvPr>
                <p:cNvSpPr>
                  <a:spLocks noChangeShapeType="1"/>
                </p:cNvSpPr>
                <p:nvPr/>
              </p:nvSpPr>
              <p:spPr bwMode="auto">
                <a:xfrm>
                  <a:off x="2006" y="1987"/>
                  <a:ext cx="1021" cy="1"/>
                </a:xfrm>
                <a:prstGeom prst="line">
                  <a:avLst/>
                </a:prstGeom>
                <a:noFill/>
                <a:ln w="0">
                  <a:solidFill>
                    <a:srgbClr val="00EAFF"/>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7970" name="Line 15">
                  <a:extLst>
                    <a:ext uri="{FF2B5EF4-FFF2-40B4-BE49-F238E27FC236}">
                      <a16:creationId xmlns:a16="http://schemas.microsoft.com/office/drawing/2014/main" id="{6E510C1B-0FD9-3B4E-A1ED-7CDBE351CC45}"/>
                    </a:ext>
                  </a:extLst>
                </p:cNvPr>
                <p:cNvSpPr>
                  <a:spLocks noChangeShapeType="1"/>
                </p:cNvSpPr>
                <p:nvPr/>
              </p:nvSpPr>
              <p:spPr bwMode="auto">
                <a:xfrm>
                  <a:off x="2006" y="2083"/>
                  <a:ext cx="1021" cy="1"/>
                </a:xfrm>
                <a:prstGeom prst="line">
                  <a:avLst/>
                </a:prstGeom>
                <a:noFill/>
                <a:ln w="0">
                  <a:solidFill>
                    <a:srgbClr val="00EAFF"/>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7971" name="Line 16">
                  <a:extLst>
                    <a:ext uri="{FF2B5EF4-FFF2-40B4-BE49-F238E27FC236}">
                      <a16:creationId xmlns:a16="http://schemas.microsoft.com/office/drawing/2014/main" id="{C3565CA9-146B-E64C-B97A-683BFC93A0A3}"/>
                    </a:ext>
                  </a:extLst>
                </p:cNvPr>
                <p:cNvSpPr>
                  <a:spLocks noChangeShapeType="1"/>
                </p:cNvSpPr>
                <p:nvPr/>
              </p:nvSpPr>
              <p:spPr bwMode="auto">
                <a:xfrm>
                  <a:off x="2006" y="2180"/>
                  <a:ext cx="1021" cy="1"/>
                </a:xfrm>
                <a:prstGeom prst="line">
                  <a:avLst/>
                </a:prstGeom>
                <a:noFill/>
                <a:ln w="0">
                  <a:solidFill>
                    <a:srgbClr val="00EAFF"/>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7972" name="Line 17">
                  <a:extLst>
                    <a:ext uri="{FF2B5EF4-FFF2-40B4-BE49-F238E27FC236}">
                      <a16:creationId xmlns:a16="http://schemas.microsoft.com/office/drawing/2014/main" id="{E422B30F-A714-CE4C-8D6D-37755F4F6E34}"/>
                    </a:ext>
                  </a:extLst>
                </p:cNvPr>
                <p:cNvSpPr>
                  <a:spLocks noChangeShapeType="1"/>
                </p:cNvSpPr>
                <p:nvPr/>
              </p:nvSpPr>
              <p:spPr bwMode="auto">
                <a:xfrm>
                  <a:off x="2006" y="2277"/>
                  <a:ext cx="1021" cy="1"/>
                </a:xfrm>
                <a:prstGeom prst="line">
                  <a:avLst/>
                </a:prstGeom>
                <a:noFill/>
                <a:ln w="0">
                  <a:solidFill>
                    <a:srgbClr val="00EAFF"/>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7973" name="Line 18">
                  <a:extLst>
                    <a:ext uri="{FF2B5EF4-FFF2-40B4-BE49-F238E27FC236}">
                      <a16:creationId xmlns:a16="http://schemas.microsoft.com/office/drawing/2014/main" id="{5802B5DA-1917-B747-8483-3AA84C02A50F}"/>
                    </a:ext>
                  </a:extLst>
                </p:cNvPr>
                <p:cNvSpPr>
                  <a:spLocks noChangeShapeType="1"/>
                </p:cNvSpPr>
                <p:nvPr/>
              </p:nvSpPr>
              <p:spPr bwMode="auto">
                <a:xfrm>
                  <a:off x="2006" y="2372"/>
                  <a:ext cx="1021" cy="1"/>
                </a:xfrm>
                <a:prstGeom prst="line">
                  <a:avLst/>
                </a:prstGeom>
                <a:noFill/>
                <a:ln w="0">
                  <a:solidFill>
                    <a:srgbClr val="00EAFF"/>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7974" name="Line 19">
                  <a:extLst>
                    <a:ext uri="{FF2B5EF4-FFF2-40B4-BE49-F238E27FC236}">
                      <a16:creationId xmlns:a16="http://schemas.microsoft.com/office/drawing/2014/main" id="{7A8819C2-AD37-C54D-B5C5-99867AC795C5}"/>
                    </a:ext>
                  </a:extLst>
                </p:cNvPr>
                <p:cNvSpPr>
                  <a:spLocks noChangeShapeType="1"/>
                </p:cNvSpPr>
                <p:nvPr/>
              </p:nvSpPr>
              <p:spPr bwMode="auto">
                <a:xfrm>
                  <a:off x="2006" y="2469"/>
                  <a:ext cx="1021" cy="1"/>
                </a:xfrm>
                <a:prstGeom prst="line">
                  <a:avLst/>
                </a:prstGeom>
                <a:noFill/>
                <a:ln w="0">
                  <a:solidFill>
                    <a:srgbClr val="00EAFF"/>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7975" name="Line 20">
                  <a:extLst>
                    <a:ext uri="{FF2B5EF4-FFF2-40B4-BE49-F238E27FC236}">
                      <a16:creationId xmlns:a16="http://schemas.microsoft.com/office/drawing/2014/main" id="{EBAFE505-2D4B-124E-B17B-14C644215B28}"/>
                    </a:ext>
                  </a:extLst>
                </p:cNvPr>
                <p:cNvSpPr>
                  <a:spLocks noChangeShapeType="1"/>
                </p:cNvSpPr>
                <p:nvPr/>
              </p:nvSpPr>
              <p:spPr bwMode="auto">
                <a:xfrm>
                  <a:off x="2006" y="2564"/>
                  <a:ext cx="1021" cy="1"/>
                </a:xfrm>
                <a:prstGeom prst="line">
                  <a:avLst/>
                </a:prstGeom>
                <a:noFill/>
                <a:ln w="0">
                  <a:solidFill>
                    <a:srgbClr val="00EAFF"/>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7976" name="Line 21">
                  <a:extLst>
                    <a:ext uri="{FF2B5EF4-FFF2-40B4-BE49-F238E27FC236}">
                      <a16:creationId xmlns:a16="http://schemas.microsoft.com/office/drawing/2014/main" id="{23EF94B5-3160-024A-B98F-46D9F59DAE9A}"/>
                    </a:ext>
                  </a:extLst>
                </p:cNvPr>
                <p:cNvSpPr>
                  <a:spLocks noChangeShapeType="1"/>
                </p:cNvSpPr>
                <p:nvPr/>
              </p:nvSpPr>
              <p:spPr bwMode="auto">
                <a:xfrm>
                  <a:off x="2006" y="2661"/>
                  <a:ext cx="1021" cy="1"/>
                </a:xfrm>
                <a:prstGeom prst="line">
                  <a:avLst/>
                </a:prstGeom>
                <a:noFill/>
                <a:ln w="0">
                  <a:solidFill>
                    <a:srgbClr val="00EAFF"/>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7977" name="Line 22">
                  <a:extLst>
                    <a:ext uri="{FF2B5EF4-FFF2-40B4-BE49-F238E27FC236}">
                      <a16:creationId xmlns:a16="http://schemas.microsoft.com/office/drawing/2014/main" id="{7F215787-6A74-AA41-BE3A-B00630E19F5C}"/>
                    </a:ext>
                  </a:extLst>
                </p:cNvPr>
                <p:cNvSpPr>
                  <a:spLocks noChangeShapeType="1"/>
                </p:cNvSpPr>
                <p:nvPr/>
              </p:nvSpPr>
              <p:spPr bwMode="auto">
                <a:xfrm>
                  <a:off x="2006" y="2758"/>
                  <a:ext cx="1021" cy="1"/>
                </a:xfrm>
                <a:prstGeom prst="line">
                  <a:avLst/>
                </a:prstGeom>
                <a:noFill/>
                <a:ln w="0">
                  <a:solidFill>
                    <a:srgbClr val="00EAFF"/>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7978" name="Line 23">
                  <a:extLst>
                    <a:ext uri="{FF2B5EF4-FFF2-40B4-BE49-F238E27FC236}">
                      <a16:creationId xmlns:a16="http://schemas.microsoft.com/office/drawing/2014/main" id="{04DCBA83-8437-8842-9B85-17B0241BD114}"/>
                    </a:ext>
                  </a:extLst>
                </p:cNvPr>
                <p:cNvSpPr>
                  <a:spLocks noChangeShapeType="1"/>
                </p:cNvSpPr>
                <p:nvPr/>
              </p:nvSpPr>
              <p:spPr bwMode="auto">
                <a:xfrm>
                  <a:off x="2132" y="1488"/>
                  <a:ext cx="1" cy="1351"/>
                </a:xfrm>
                <a:prstGeom prst="line">
                  <a:avLst/>
                </a:prstGeom>
                <a:noFill/>
                <a:ln w="0">
                  <a:solidFill>
                    <a:srgbClr val="FF0000"/>
                  </a:solidFill>
                  <a:round/>
                  <a:headEnd/>
                  <a:tailEnd/>
                </a:ln>
                <a:extLst>
                  <a:ext uri="{909E8E84-426E-40DD-AFC4-6F175D3DCCD1}">
                    <a14:hiddenFill xmlns:a14="http://schemas.microsoft.com/office/drawing/2010/main">
                      <a:noFill/>
                    </a14:hiddenFill>
                  </a:ext>
                </a:extLst>
              </p:spPr>
              <p:txBody>
                <a:bodyPr/>
                <a:lstStyle/>
                <a:p>
                  <a:endParaRPr lang="pt-BR"/>
                </a:p>
              </p:txBody>
            </p:sp>
          </p:grpSp>
          <p:sp>
            <p:nvSpPr>
              <p:cNvPr id="77960" name="Rectangle 24">
                <a:extLst>
                  <a:ext uri="{FF2B5EF4-FFF2-40B4-BE49-F238E27FC236}">
                    <a16:creationId xmlns:a16="http://schemas.microsoft.com/office/drawing/2014/main" id="{679FCFCA-D74D-EC4E-9F13-42D841FFB95C}"/>
                  </a:ext>
                </a:extLst>
              </p:cNvPr>
              <p:cNvSpPr>
                <a:spLocks noChangeArrowheads="1"/>
              </p:cNvSpPr>
              <p:nvPr/>
            </p:nvSpPr>
            <p:spPr bwMode="auto">
              <a:xfrm>
                <a:off x="3389" y="3325"/>
                <a:ext cx="343" cy="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grpSp>
        <p:sp>
          <p:nvSpPr>
            <p:cNvPr id="77958" name="Text Box 25">
              <a:extLst>
                <a:ext uri="{FF2B5EF4-FFF2-40B4-BE49-F238E27FC236}">
                  <a16:creationId xmlns:a16="http://schemas.microsoft.com/office/drawing/2014/main" id="{3B394F81-D205-D644-B44C-94737996B170}"/>
                </a:ext>
              </a:extLst>
            </p:cNvPr>
            <p:cNvSpPr txBox="1">
              <a:spLocks noChangeArrowheads="1"/>
            </p:cNvSpPr>
            <p:nvPr/>
          </p:nvSpPr>
          <p:spPr bwMode="auto">
            <a:xfrm>
              <a:off x="3745" y="2224"/>
              <a:ext cx="155"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pt-BR" altLang="pt-BR" sz="1000" b="1">
                  <a:solidFill>
                    <a:srgbClr val="000000"/>
                  </a:solidFill>
                </a:rPr>
                <a:t>PPF</a:t>
              </a:r>
            </a:p>
          </p:txBody>
        </p:sp>
      </p:grpSp>
      <p:sp>
        <p:nvSpPr>
          <p:cNvPr id="77827" name="Rectangle 26">
            <a:extLst>
              <a:ext uri="{FF2B5EF4-FFF2-40B4-BE49-F238E27FC236}">
                <a16:creationId xmlns:a16="http://schemas.microsoft.com/office/drawing/2014/main" id="{3555C54E-BEA7-8A46-9519-B1C349C4D378}"/>
              </a:ext>
            </a:extLst>
          </p:cNvPr>
          <p:cNvSpPr>
            <a:spLocks noChangeArrowheads="1"/>
          </p:cNvSpPr>
          <p:nvPr/>
        </p:nvSpPr>
        <p:spPr bwMode="auto">
          <a:xfrm>
            <a:off x="3384550" y="3527425"/>
            <a:ext cx="712788" cy="9620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72000" tIns="0" rIns="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77828" name="Rectangle 27">
            <a:extLst>
              <a:ext uri="{FF2B5EF4-FFF2-40B4-BE49-F238E27FC236}">
                <a16:creationId xmlns:a16="http://schemas.microsoft.com/office/drawing/2014/main" id="{888BC513-C344-0C43-BA4A-204A53A33E28}"/>
              </a:ext>
            </a:extLst>
          </p:cNvPr>
          <p:cNvSpPr>
            <a:spLocks noChangeArrowheads="1"/>
          </p:cNvSpPr>
          <p:nvPr/>
        </p:nvSpPr>
        <p:spPr bwMode="auto">
          <a:xfrm>
            <a:off x="904875" y="1219200"/>
            <a:ext cx="15097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defTabSz="76200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defTabSz="7620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defTabSz="7620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defTabSz="7620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pt-BR" altLang="pt-BR" sz="2000" b="1">
                <a:solidFill>
                  <a:srgbClr val="FF0000"/>
                </a:solidFill>
              </a:rPr>
              <a:t>Plano Macro</a:t>
            </a:r>
          </a:p>
        </p:txBody>
      </p:sp>
      <p:grpSp>
        <p:nvGrpSpPr>
          <p:cNvPr id="77829" name="Group 28">
            <a:extLst>
              <a:ext uri="{FF2B5EF4-FFF2-40B4-BE49-F238E27FC236}">
                <a16:creationId xmlns:a16="http://schemas.microsoft.com/office/drawing/2014/main" id="{C8987398-9703-AE43-B137-B24233B3E716}"/>
              </a:ext>
            </a:extLst>
          </p:cNvPr>
          <p:cNvGrpSpPr>
            <a:grpSpLocks/>
          </p:cNvGrpSpPr>
          <p:nvPr/>
        </p:nvGrpSpPr>
        <p:grpSpPr bwMode="auto">
          <a:xfrm>
            <a:off x="152400" y="1957388"/>
            <a:ext cx="3952875" cy="4672012"/>
            <a:chOff x="96" y="1233"/>
            <a:chExt cx="2490" cy="2943"/>
          </a:xfrm>
        </p:grpSpPr>
        <p:sp>
          <p:nvSpPr>
            <p:cNvPr id="77935" name="Rectangle 29">
              <a:extLst>
                <a:ext uri="{FF2B5EF4-FFF2-40B4-BE49-F238E27FC236}">
                  <a16:creationId xmlns:a16="http://schemas.microsoft.com/office/drawing/2014/main" id="{3C7CA931-5FE3-A447-8899-6FDCDC5B3365}"/>
                </a:ext>
              </a:extLst>
            </p:cNvPr>
            <p:cNvSpPr>
              <a:spLocks noChangeArrowheads="1"/>
            </p:cNvSpPr>
            <p:nvPr/>
          </p:nvSpPr>
          <p:spPr bwMode="auto">
            <a:xfrm>
              <a:off x="328" y="1233"/>
              <a:ext cx="2083" cy="2943"/>
            </a:xfrm>
            <a:prstGeom prst="rect">
              <a:avLst/>
            </a:prstGeom>
            <a:solidFill>
              <a:srgbClr val="FFFFFF"/>
            </a:solidFill>
            <a:ln w="12700">
              <a:solidFill>
                <a:srgbClr val="063DE8"/>
              </a:solidFill>
              <a:miter lim="800000"/>
              <a:headEnd/>
              <a:tailEnd/>
            </a:ln>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77936" name="Rectangle 30">
              <a:extLst>
                <a:ext uri="{FF2B5EF4-FFF2-40B4-BE49-F238E27FC236}">
                  <a16:creationId xmlns:a16="http://schemas.microsoft.com/office/drawing/2014/main" id="{3EA9CF77-B025-1A42-831B-7770C88722B7}"/>
                </a:ext>
              </a:extLst>
            </p:cNvPr>
            <p:cNvSpPr>
              <a:spLocks noChangeArrowheads="1"/>
            </p:cNvSpPr>
            <p:nvPr/>
          </p:nvSpPr>
          <p:spPr bwMode="auto">
            <a:xfrm>
              <a:off x="328" y="1233"/>
              <a:ext cx="2083" cy="562"/>
            </a:xfrm>
            <a:prstGeom prst="rect">
              <a:avLst/>
            </a:prstGeom>
            <a:solidFill>
              <a:srgbClr val="FFFFFF"/>
            </a:solidFill>
            <a:ln w="12700">
              <a:solidFill>
                <a:srgbClr val="063DE8"/>
              </a:solidFill>
              <a:miter lim="800000"/>
              <a:headEnd/>
              <a:tailEnd/>
            </a:ln>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77937" name="Rectangle 31">
              <a:extLst>
                <a:ext uri="{FF2B5EF4-FFF2-40B4-BE49-F238E27FC236}">
                  <a16:creationId xmlns:a16="http://schemas.microsoft.com/office/drawing/2014/main" id="{87A56467-FE31-5D44-8985-921507F962B2}"/>
                </a:ext>
              </a:extLst>
            </p:cNvPr>
            <p:cNvSpPr>
              <a:spLocks noChangeArrowheads="1"/>
            </p:cNvSpPr>
            <p:nvPr/>
          </p:nvSpPr>
          <p:spPr bwMode="auto">
            <a:xfrm>
              <a:off x="328" y="1802"/>
              <a:ext cx="273" cy="2374"/>
            </a:xfrm>
            <a:prstGeom prst="rect">
              <a:avLst/>
            </a:prstGeom>
            <a:solidFill>
              <a:srgbClr val="FFFFFF"/>
            </a:solidFill>
            <a:ln w="12700">
              <a:solidFill>
                <a:srgbClr val="063DE8"/>
              </a:solidFill>
              <a:miter lim="800000"/>
              <a:headEnd/>
              <a:tailEnd/>
            </a:ln>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77938" name="Rectangle 32">
              <a:extLst>
                <a:ext uri="{FF2B5EF4-FFF2-40B4-BE49-F238E27FC236}">
                  <a16:creationId xmlns:a16="http://schemas.microsoft.com/office/drawing/2014/main" id="{0EB487B4-8EAE-1241-BC47-FD041A404BE6}"/>
                </a:ext>
              </a:extLst>
            </p:cNvPr>
            <p:cNvSpPr>
              <a:spLocks noChangeArrowheads="1"/>
            </p:cNvSpPr>
            <p:nvPr/>
          </p:nvSpPr>
          <p:spPr bwMode="auto">
            <a:xfrm>
              <a:off x="609" y="1802"/>
              <a:ext cx="353" cy="2374"/>
            </a:xfrm>
            <a:prstGeom prst="rect">
              <a:avLst/>
            </a:prstGeom>
            <a:solidFill>
              <a:srgbClr val="FFFFFF"/>
            </a:solidFill>
            <a:ln w="12700">
              <a:solidFill>
                <a:srgbClr val="063DE8"/>
              </a:solidFill>
              <a:miter lim="800000"/>
              <a:headEnd/>
              <a:tailEnd/>
            </a:ln>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77939" name="Rectangle 33">
              <a:extLst>
                <a:ext uri="{FF2B5EF4-FFF2-40B4-BE49-F238E27FC236}">
                  <a16:creationId xmlns:a16="http://schemas.microsoft.com/office/drawing/2014/main" id="{0FA11983-7C4E-A048-B030-66506796CC7C}"/>
                </a:ext>
              </a:extLst>
            </p:cNvPr>
            <p:cNvSpPr>
              <a:spLocks noChangeArrowheads="1"/>
            </p:cNvSpPr>
            <p:nvPr/>
          </p:nvSpPr>
          <p:spPr bwMode="auto">
            <a:xfrm>
              <a:off x="970" y="1802"/>
              <a:ext cx="752" cy="2374"/>
            </a:xfrm>
            <a:prstGeom prst="rect">
              <a:avLst/>
            </a:prstGeom>
            <a:solidFill>
              <a:srgbClr val="FFFFFF"/>
            </a:solidFill>
            <a:ln w="12700">
              <a:solidFill>
                <a:srgbClr val="063DE8"/>
              </a:solidFill>
              <a:miter lim="800000"/>
              <a:headEnd/>
              <a:tailEnd/>
            </a:ln>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77940" name="Rectangle 34">
              <a:extLst>
                <a:ext uri="{FF2B5EF4-FFF2-40B4-BE49-F238E27FC236}">
                  <a16:creationId xmlns:a16="http://schemas.microsoft.com/office/drawing/2014/main" id="{B90D0CAF-E677-1045-82C4-A0DB17A2DF18}"/>
                </a:ext>
              </a:extLst>
            </p:cNvPr>
            <p:cNvSpPr>
              <a:spLocks noChangeArrowheads="1"/>
            </p:cNvSpPr>
            <p:nvPr/>
          </p:nvSpPr>
          <p:spPr bwMode="auto">
            <a:xfrm>
              <a:off x="1730" y="1802"/>
              <a:ext cx="263" cy="2374"/>
            </a:xfrm>
            <a:prstGeom prst="rect">
              <a:avLst/>
            </a:prstGeom>
            <a:solidFill>
              <a:srgbClr val="FFFFFF"/>
            </a:solidFill>
            <a:ln w="12700">
              <a:solidFill>
                <a:srgbClr val="063DE8"/>
              </a:solidFill>
              <a:miter lim="800000"/>
              <a:headEnd/>
              <a:tailEnd/>
            </a:ln>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77941" name="Rectangle 35">
              <a:extLst>
                <a:ext uri="{FF2B5EF4-FFF2-40B4-BE49-F238E27FC236}">
                  <a16:creationId xmlns:a16="http://schemas.microsoft.com/office/drawing/2014/main" id="{A93D30AD-53CE-8240-9E6A-13912A4BD709}"/>
                </a:ext>
              </a:extLst>
            </p:cNvPr>
            <p:cNvSpPr>
              <a:spLocks noChangeArrowheads="1"/>
            </p:cNvSpPr>
            <p:nvPr/>
          </p:nvSpPr>
          <p:spPr bwMode="auto">
            <a:xfrm>
              <a:off x="2000" y="1802"/>
              <a:ext cx="202" cy="2374"/>
            </a:xfrm>
            <a:prstGeom prst="rect">
              <a:avLst/>
            </a:prstGeom>
            <a:solidFill>
              <a:srgbClr val="FFFFFF"/>
            </a:solidFill>
            <a:ln w="12700">
              <a:solidFill>
                <a:srgbClr val="063DE8"/>
              </a:solidFill>
              <a:miter lim="800000"/>
              <a:headEnd/>
              <a:tailEnd/>
            </a:ln>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77942" name="Rectangle 36">
              <a:extLst>
                <a:ext uri="{FF2B5EF4-FFF2-40B4-BE49-F238E27FC236}">
                  <a16:creationId xmlns:a16="http://schemas.microsoft.com/office/drawing/2014/main" id="{D7BF3641-3BE2-B541-A750-802ADAAA648F}"/>
                </a:ext>
              </a:extLst>
            </p:cNvPr>
            <p:cNvSpPr>
              <a:spLocks noChangeArrowheads="1"/>
            </p:cNvSpPr>
            <p:nvPr/>
          </p:nvSpPr>
          <p:spPr bwMode="auto">
            <a:xfrm>
              <a:off x="2209" y="1802"/>
              <a:ext cx="202" cy="2374"/>
            </a:xfrm>
            <a:prstGeom prst="rect">
              <a:avLst/>
            </a:prstGeom>
            <a:solidFill>
              <a:srgbClr val="FFFFFF"/>
            </a:solidFill>
            <a:ln w="12700">
              <a:solidFill>
                <a:srgbClr val="063DE8"/>
              </a:solidFill>
              <a:miter lim="800000"/>
              <a:headEnd/>
              <a:tailEnd/>
            </a:ln>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77943" name="Rectangle 37">
              <a:extLst>
                <a:ext uri="{FF2B5EF4-FFF2-40B4-BE49-F238E27FC236}">
                  <a16:creationId xmlns:a16="http://schemas.microsoft.com/office/drawing/2014/main" id="{698B66A6-643A-764F-AF94-464DC559CB67}"/>
                </a:ext>
              </a:extLst>
            </p:cNvPr>
            <p:cNvSpPr>
              <a:spLocks noChangeArrowheads="1"/>
            </p:cNvSpPr>
            <p:nvPr/>
          </p:nvSpPr>
          <p:spPr bwMode="auto">
            <a:xfrm>
              <a:off x="248" y="1858"/>
              <a:ext cx="361"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77944" name="Rectangle 38">
              <a:extLst>
                <a:ext uri="{FF2B5EF4-FFF2-40B4-BE49-F238E27FC236}">
                  <a16:creationId xmlns:a16="http://schemas.microsoft.com/office/drawing/2014/main" id="{357CAB81-BEC6-FE43-BF59-C57FFC4E9A11}"/>
                </a:ext>
              </a:extLst>
            </p:cNvPr>
            <p:cNvSpPr>
              <a:spLocks noChangeArrowheads="1"/>
            </p:cNvSpPr>
            <p:nvPr/>
          </p:nvSpPr>
          <p:spPr bwMode="auto">
            <a:xfrm>
              <a:off x="310" y="1899"/>
              <a:ext cx="28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defTabSz="76200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defTabSz="7620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defTabSz="7620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defTabSz="7620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pt-BR" altLang="pt-BR" sz="2000">
                  <a:solidFill>
                    <a:srgbClr val="000000"/>
                  </a:solidFill>
                </a:rPr>
                <a:t>Seq</a:t>
              </a:r>
              <a:endParaRPr lang="pt-BR" altLang="pt-BR" sz="2000" b="1">
                <a:solidFill>
                  <a:srgbClr val="000000"/>
                </a:solidFill>
              </a:endParaRPr>
            </a:p>
          </p:txBody>
        </p:sp>
        <p:sp>
          <p:nvSpPr>
            <p:cNvPr id="77945" name="Rectangle 39">
              <a:extLst>
                <a:ext uri="{FF2B5EF4-FFF2-40B4-BE49-F238E27FC236}">
                  <a16:creationId xmlns:a16="http://schemas.microsoft.com/office/drawing/2014/main" id="{4E9B657B-140D-CD4D-9344-93AC2F205B1A}"/>
                </a:ext>
              </a:extLst>
            </p:cNvPr>
            <p:cNvSpPr>
              <a:spLocks noChangeArrowheads="1"/>
            </p:cNvSpPr>
            <p:nvPr/>
          </p:nvSpPr>
          <p:spPr bwMode="auto">
            <a:xfrm>
              <a:off x="518" y="1858"/>
              <a:ext cx="413"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77946" name="Rectangle 40">
              <a:extLst>
                <a:ext uri="{FF2B5EF4-FFF2-40B4-BE49-F238E27FC236}">
                  <a16:creationId xmlns:a16="http://schemas.microsoft.com/office/drawing/2014/main" id="{FD46D8B4-9F57-9C40-BFE5-DED9460D51C7}"/>
                </a:ext>
              </a:extLst>
            </p:cNvPr>
            <p:cNvSpPr>
              <a:spLocks noChangeArrowheads="1"/>
            </p:cNvSpPr>
            <p:nvPr/>
          </p:nvSpPr>
          <p:spPr bwMode="auto">
            <a:xfrm>
              <a:off x="642" y="1896"/>
              <a:ext cx="31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defTabSz="76200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defTabSz="7620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defTabSz="7620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defTabSz="7620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pt-BR" altLang="pt-BR" sz="2000">
                  <a:solidFill>
                    <a:srgbClr val="000000"/>
                  </a:solidFill>
                </a:rPr>
                <a:t>Máq</a:t>
              </a:r>
              <a:endParaRPr lang="pt-BR" altLang="pt-BR" sz="2000" b="1">
                <a:solidFill>
                  <a:srgbClr val="000000"/>
                </a:solidFill>
              </a:endParaRPr>
            </a:p>
          </p:txBody>
        </p:sp>
        <p:sp>
          <p:nvSpPr>
            <p:cNvPr id="77947" name="Rectangle 41">
              <a:extLst>
                <a:ext uri="{FF2B5EF4-FFF2-40B4-BE49-F238E27FC236}">
                  <a16:creationId xmlns:a16="http://schemas.microsoft.com/office/drawing/2014/main" id="{5001C84B-D4F7-1444-A8A9-F18C647039B7}"/>
                </a:ext>
              </a:extLst>
            </p:cNvPr>
            <p:cNvSpPr>
              <a:spLocks noChangeArrowheads="1"/>
            </p:cNvSpPr>
            <p:nvPr/>
          </p:nvSpPr>
          <p:spPr bwMode="auto">
            <a:xfrm>
              <a:off x="923" y="1858"/>
              <a:ext cx="753"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77948" name="Rectangle 42">
              <a:extLst>
                <a:ext uri="{FF2B5EF4-FFF2-40B4-BE49-F238E27FC236}">
                  <a16:creationId xmlns:a16="http://schemas.microsoft.com/office/drawing/2014/main" id="{83894B83-D922-084D-BBCF-E9652B7707CD}"/>
                </a:ext>
              </a:extLst>
            </p:cNvPr>
            <p:cNvSpPr>
              <a:spLocks noChangeArrowheads="1"/>
            </p:cNvSpPr>
            <p:nvPr/>
          </p:nvSpPr>
          <p:spPr bwMode="auto">
            <a:xfrm>
              <a:off x="986" y="1899"/>
              <a:ext cx="71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defTabSz="76200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defTabSz="7620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defTabSz="7620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defTabSz="7620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pt-BR" altLang="pt-BR" sz="2000">
                  <a:solidFill>
                    <a:srgbClr val="000000"/>
                  </a:solidFill>
                </a:rPr>
                <a:t>Descrição</a:t>
              </a:r>
              <a:endParaRPr lang="pt-BR" altLang="pt-BR" sz="2000" b="1">
                <a:solidFill>
                  <a:srgbClr val="000000"/>
                </a:solidFill>
              </a:endParaRPr>
            </a:p>
          </p:txBody>
        </p:sp>
        <p:grpSp>
          <p:nvGrpSpPr>
            <p:cNvPr id="77949" name="Group 43">
              <a:extLst>
                <a:ext uri="{FF2B5EF4-FFF2-40B4-BE49-F238E27FC236}">
                  <a16:creationId xmlns:a16="http://schemas.microsoft.com/office/drawing/2014/main" id="{872473B7-B574-B847-A309-1F781CE9ECEC}"/>
                </a:ext>
              </a:extLst>
            </p:cNvPr>
            <p:cNvGrpSpPr>
              <a:grpSpLocks/>
            </p:cNvGrpSpPr>
            <p:nvPr/>
          </p:nvGrpSpPr>
          <p:grpSpPr bwMode="auto">
            <a:xfrm>
              <a:off x="1738" y="1824"/>
              <a:ext cx="633" cy="256"/>
              <a:chOff x="1603" y="1851"/>
              <a:chExt cx="700" cy="238"/>
            </a:xfrm>
          </p:grpSpPr>
          <p:sp>
            <p:nvSpPr>
              <p:cNvPr id="77955" name="Rectangle 44">
                <a:extLst>
                  <a:ext uri="{FF2B5EF4-FFF2-40B4-BE49-F238E27FC236}">
                    <a16:creationId xmlns:a16="http://schemas.microsoft.com/office/drawing/2014/main" id="{3546569A-053F-2B48-B809-710E3884BBE1}"/>
                  </a:ext>
                </a:extLst>
              </p:cNvPr>
              <p:cNvSpPr>
                <a:spLocks noChangeArrowheads="1"/>
              </p:cNvSpPr>
              <p:nvPr/>
            </p:nvSpPr>
            <p:spPr bwMode="auto">
              <a:xfrm>
                <a:off x="1603" y="1851"/>
                <a:ext cx="587" cy="238"/>
              </a:xfrm>
              <a:prstGeom prst="rect">
                <a:avLst/>
              </a:prstGeom>
              <a:solidFill>
                <a:srgbClr val="FFFFFF"/>
              </a:solidFill>
              <a:ln w="12700">
                <a:solidFill>
                  <a:srgbClr val="FFFFFF"/>
                </a:solidFill>
                <a:miter lim="800000"/>
                <a:headEnd/>
                <a:tailEnd/>
              </a:ln>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77956" name="Rectangle 45">
                <a:extLst>
                  <a:ext uri="{FF2B5EF4-FFF2-40B4-BE49-F238E27FC236}">
                    <a16:creationId xmlns:a16="http://schemas.microsoft.com/office/drawing/2014/main" id="{5D1F4BAD-50C2-DD40-AA57-699DB706647C}"/>
                  </a:ext>
                </a:extLst>
              </p:cNvPr>
              <p:cNvSpPr>
                <a:spLocks noChangeArrowheads="1"/>
              </p:cNvSpPr>
              <p:nvPr/>
            </p:nvSpPr>
            <p:spPr bwMode="auto">
              <a:xfrm>
                <a:off x="1664" y="1893"/>
                <a:ext cx="639"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defTabSz="76200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defTabSz="7620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defTabSz="7620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defTabSz="7620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pt-BR" altLang="pt-BR" sz="2000">
                    <a:solidFill>
                      <a:srgbClr val="000000"/>
                    </a:solidFill>
                  </a:rPr>
                  <a:t>Tempos</a:t>
                </a:r>
                <a:endParaRPr lang="pt-BR" altLang="pt-BR" sz="2000" b="1">
                  <a:solidFill>
                    <a:srgbClr val="000000"/>
                  </a:solidFill>
                </a:endParaRPr>
              </a:p>
            </p:txBody>
          </p:sp>
        </p:grpSp>
        <p:sp>
          <p:nvSpPr>
            <p:cNvPr id="77950" name="Rectangle 46">
              <a:extLst>
                <a:ext uri="{FF2B5EF4-FFF2-40B4-BE49-F238E27FC236}">
                  <a16:creationId xmlns:a16="http://schemas.microsoft.com/office/drawing/2014/main" id="{AC570D3E-0A2E-104D-893B-57689EDF4819}"/>
                </a:ext>
              </a:extLst>
            </p:cNvPr>
            <p:cNvSpPr>
              <a:spLocks noChangeArrowheads="1"/>
            </p:cNvSpPr>
            <p:nvPr/>
          </p:nvSpPr>
          <p:spPr bwMode="auto">
            <a:xfrm>
              <a:off x="862" y="1423"/>
              <a:ext cx="796" cy="256"/>
            </a:xfrm>
            <a:prstGeom prst="rect">
              <a:avLst/>
            </a:prstGeom>
            <a:noFill/>
            <a:ln w="12700">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77951" name="Rectangle 47">
              <a:extLst>
                <a:ext uri="{FF2B5EF4-FFF2-40B4-BE49-F238E27FC236}">
                  <a16:creationId xmlns:a16="http://schemas.microsoft.com/office/drawing/2014/main" id="{197D5146-8080-6F43-93C8-CBF2CC9EFDCB}"/>
                </a:ext>
              </a:extLst>
            </p:cNvPr>
            <p:cNvSpPr>
              <a:spLocks noChangeArrowheads="1"/>
            </p:cNvSpPr>
            <p:nvPr/>
          </p:nvSpPr>
          <p:spPr bwMode="auto">
            <a:xfrm>
              <a:off x="929" y="1468"/>
              <a:ext cx="76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defTabSz="76200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defTabSz="7620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defTabSz="7620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defTabSz="7620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pt-BR" altLang="pt-BR" sz="2000">
                  <a:solidFill>
                    <a:srgbClr val="000000"/>
                  </a:solidFill>
                </a:rPr>
                <a:t>Cabeçalho</a:t>
              </a:r>
              <a:endParaRPr lang="pt-BR" altLang="pt-BR" sz="2000" b="1">
                <a:solidFill>
                  <a:srgbClr val="000000"/>
                </a:solidFill>
              </a:endParaRPr>
            </a:p>
          </p:txBody>
        </p:sp>
        <p:sp>
          <p:nvSpPr>
            <p:cNvPr id="77952" name="Oval 48">
              <a:extLst>
                <a:ext uri="{FF2B5EF4-FFF2-40B4-BE49-F238E27FC236}">
                  <a16:creationId xmlns:a16="http://schemas.microsoft.com/office/drawing/2014/main" id="{E4E884EE-B5E4-B04F-AFE9-A8CE22A3B811}"/>
                </a:ext>
              </a:extLst>
            </p:cNvPr>
            <p:cNvSpPr>
              <a:spLocks noChangeArrowheads="1"/>
            </p:cNvSpPr>
            <p:nvPr/>
          </p:nvSpPr>
          <p:spPr bwMode="auto">
            <a:xfrm>
              <a:off x="96" y="2256"/>
              <a:ext cx="2490" cy="528"/>
            </a:xfrm>
            <a:prstGeom prst="ellipse">
              <a:avLst/>
            </a:prstGeom>
            <a:solidFill>
              <a:srgbClr val="FFFFFF"/>
            </a:solidFill>
            <a:ln w="12700">
              <a:solidFill>
                <a:srgbClr val="FF6600"/>
              </a:solidFill>
              <a:round/>
              <a:headEnd/>
              <a:tailEnd/>
            </a:ln>
          </p:spPr>
          <p:txBody>
            <a:bodyPr/>
            <a:lstStyle>
              <a:lvl1pPr defTabSz="762000">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defTabSz="76200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defTabSz="7620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defTabSz="7620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defTabSz="7620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pt-BR" sz="3200" b="1">
                <a:solidFill>
                  <a:srgbClr val="000000"/>
                </a:solidFill>
              </a:endParaRPr>
            </a:p>
          </p:txBody>
        </p:sp>
        <p:sp>
          <p:nvSpPr>
            <p:cNvPr id="77953" name="Rectangle 49">
              <a:extLst>
                <a:ext uri="{FF2B5EF4-FFF2-40B4-BE49-F238E27FC236}">
                  <a16:creationId xmlns:a16="http://schemas.microsoft.com/office/drawing/2014/main" id="{55F206F8-8E4D-4546-92D1-7651C6AC584C}"/>
                </a:ext>
              </a:extLst>
            </p:cNvPr>
            <p:cNvSpPr>
              <a:spLocks noChangeArrowheads="1"/>
            </p:cNvSpPr>
            <p:nvPr/>
          </p:nvSpPr>
          <p:spPr bwMode="auto">
            <a:xfrm>
              <a:off x="484" y="2377"/>
              <a:ext cx="172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77954" name="Rectangle 50">
              <a:extLst>
                <a:ext uri="{FF2B5EF4-FFF2-40B4-BE49-F238E27FC236}">
                  <a16:creationId xmlns:a16="http://schemas.microsoft.com/office/drawing/2014/main" id="{162BB74D-5CB8-F54C-9CF4-4DE2B19E691E}"/>
                </a:ext>
              </a:extLst>
            </p:cNvPr>
            <p:cNvSpPr>
              <a:spLocks noChangeArrowheads="1"/>
            </p:cNvSpPr>
            <p:nvPr/>
          </p:nvSpPr>
          <p:spPr bwMode="auto">
            <a:xfrm>
              <a:off x="288" y="2352"/>
              <a:ext cx="2272"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defTabSz="76200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defTabSz="7620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defTabSz="7620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defTabSz="7620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pt-BR" altLang="pt-BR" sz="3200">
                  <a:solidFill>
                    <a:srgbClr val="000000"/>
                  </a:solidFill>
                </a:rPr>
                <a:t>para cada operação</a:t>
              </a:r>
              <a:endParaRPr lang="pt-BR" altLang="pt-BR" sz="2000" b="1">
                <a:solidFill>
                  <a:srgbClr val="000000"/>
                </a:solidFill>
              </a:endParaRPr>
            </a:p>
          </p:txBody>
        </p:sp>
      </p:grpSp>
      <p:grpSp>
        <p:nvGrpSpPr>
          <p:cNvPr id="77830" name="Group 51">
            <a:extLst>
              <a:ext uri="{FF2B5EF4-FFF2-40B4-BE49-F238E27FC236}">
                <a16:creationId xmlns:a16="http://schemas.microsoft.com/office/drawing/2014/main" id="{A9856F56-4D64-7849-8ACD-2C7F03C2BC5B}"/>
              </a:ext>
            </a:extLst>
          </p:cNvPr>
          <p:cNvGrpSpPr>
            <a:grpSpLocks/>
          </p:cNvGrpSpPr>
          <p:nvPr/>
        </p:nvGrpSpPr>
        <p:grpSpPr bwMode="auto">
          <a:xfrm>
            <a:off x="5022850" y="2943225"/>
            <a:ext cx="641350" cy="527050"/>
            <a:chOff x="3909" y="2646"/>
            <a:chExt cx="1122" cy="624"/>
          </a:xfrm>
        </p:grpSpPr>
        <p:grpSp>
          <p:nvGrpSpPr>
            <p:cNvPr id="77879" name="Group 52">
              <a:extLst>
                <a:ext uri="{FF2B5EF4-FFF2-40B4-BE49-F238E27FC236}">
                  <a16:creationId xmlns:a16="http://schemas.microsoft.com/office/drawing/2014/main" id="{1E4B0CE3-C324-3840-8005-B4B0AFE902A2}"/>
                </a:ext>
              </a:extLst>
            </p:cNvPr>
            <p:cNvGrpSpPr>
              <a:grpSpLocks/>
            </p:cNvGrpSpPr>
            <p:nvPr/>
          </p:nvGrpSpPr>
          <p:grpSpPr bwMode="auto">
            <a:xfrm>
              <a:off x="3909" y="2646"/>
              <a:ext cx="1112" cy="614"/>
              <a:chOff x="3909" y="2646"/>
              <a:chExt cx="1112" cy="614"/>
            </a:xfrm>
          </p:grpSpPr>
          <p:sp>
            <p:nvSpPr>
              <p:cNvPr id="77933" name="Rectangle 53">
                <a:extLst>
                  <a:ext uri="{FF2B5EF4-FFF2-40B4-BE49-F238E27FC236}">
                    <a16:creationId xmlns:a16="http://schemas.microsoft.com/office/drawing/2014/main" id="{B8E340D7-B684-2749-AF54-3DF0F43AB8FF}"/>
                  </a:ext>
                </a:extLst>
              </p:cNvPr>
              <p:cNvSpPr>
                <a:spLocks noChangeArrowheads="1"/>
              </p:cNvSpPr>
              <p:nvPr/>
            </p:nvSpPr>
            <p:spPr bwMode="auto">
              <a:xfrm>
                <a:off x="3909" y="2646"/>
                <a:ext cx="1112" cy="614"/>
              </a:xfrm>
              <a:prstGeom prst="rect">
                <a:avLst/>
              </a:prstGeom>
              <a:solidFill>
                <a:srgbClr val="FFFFFF"/>
              </a:solidFill>
              <a:ln w="9525">
                <a:solidFill>
                  <a:schemeClr val="tx1"/>
                </a:solidFill>
                <a:miter lim="800000"/>
                <a:headEnd/>
                <a:tailEnd/>
              </a:ln>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77934" name="Rectangle 54">
                <a:extLst>
                  <a:ext uri="{FF2B5EF4-FFF2-40B4-BE49-F238E27FC236}">
                    <a16:creationId xmlns:a16="http://schemas.microsoft.com/office/drawing/2014/main" id="{63EBE074-AEB0-D14D-BCA7-BB4C18C27F95}"/>
                  </a:ext>
                </a:extLst>
              </p:cNvPr>
              <p:cNvSpPr>
                <a:spLocks noChangeArrowheads="1"/>
              </p:cNvSpPr>
              <p:nvPr/>
            </p:nvSpPr>
            <p:spPr bwMode="auto">
              <a:xfrm>
                <a:off x="3909" y="2646"/>
                <a:ext cx="1112" cy="61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grpSp>
        <p:sp>
          <p:nvSpPr>
            <p:cNvPr id="77880" name="Rectangle 55">
              <a:extLst>
                <a:ext uri="{FF2B5EF4-FFF2-40B4-BE49-F238E27FC236}">
                  <a16:creationId xmlns:a16="http://schemas.microsoft.com/office/drawing/2014/main" id="{B546091D-F015-0640-83FF-95B6E1CB35FF}"/>
                </a:ext>
              </a:extLst>
            </p:cNvPr>
            <p:cNvSpPr>
              <a:spLocks noChangeArrowheads="1"/>
            </p:cNvSpPr>
            <p:nvPr/>
          </p:nvSpPr>
          <p:spPr bwMode="auto">
            <a:xfrm>
              <a:off x="3909" y="2646"/>
              <a:ext cx="1122" cy="62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77881" name="Line 56">
              <a:extLst>
                <a:ext uri="{FF2B5EF4-FFF2-40B4-BE49-F238E27FC236}">
                  <a16:creationId xmlns:a16="http://schemas.microsoft.com/office/drawing/2014/main" id="{BD725B01-9722-104D-B326-56FD1B811544}"/>
                </a:ext>
              </a:extLst>
            </p:cNvPr>
            <p:cNvSpPr>
              <a:spLocks noChangeShapeType="1"/>
            </p:cNvSpPr>
            <p:nvPr/>
          </p:nvSpPr>
          <p:spPr bwMode="auto">
            <a:xfrm>
              <a:off x="3913" y="3130"/>
              <a:ext cx="1114"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7882" name="Line 57">
              <a:extLst>
                <a:ext uri="{FF2B5EF4-FFF2-40B4-BE49-F238E27FC236}">
                  <a16:creationId xmlns:a16="http://schemas.microsoft.com/office/drawing/2014/main" id="{9D47242B-DE8A-574B-8731-DD336F87A5B8}"/>
                </a:ext>
              </a:extLst>
            </p:cNvPr>
            <p:cNvSpPr>
              <a:spLocks noChangeShapeType="1"/>
            </p:cNvSpPr>
            <p:nvPr/>
          </p:nvSpPr>
          <p:spPr bwMode="auto">
            <a:xfrm>
              <a:off x="3913" y="3200"/>
              <a:ext cx="1114"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grpSp>
          <p:nvGrpSpPr>
            <p:cNvPr id="77883" name="Group 58">
              <a:extLst>
                <a:ext uri="{FF2B5EF4-FFF2-40B4-BE49-F238E27FC236}">
                  <a16:creationId xmlns:a16="http://schemas.microsoft.com/office/drawing/2014/main" id="{0DD02734-A174-8E47-B6D9-CEFE0EA08CA4}"/>
                </a:ext>
              </a:extLst>
            </p:cNvPr>
            <p:cNvGrpSpPr>
              <a:grpSpLocks/>
            </p:cNvGrpSpPr>
            <p:nvPr/>
          </p:nvGrpSpPr>
          <p:grpSpPr bwMode="auto">
            <a:xfrm>
              <a:off x="4448" y="2763"/>
              <a:ext cx="197" cy="246"/>
              <a:chOff x="4448" y="2763"/>
              <a:chExt cx="197" cy="246"/>
            </a:xfrm>
          </p:grpSpPr>
          <p:sp>
            <p:nvSpPr>
              <p:cNvPr id="77931" name="Freeform 59">
                <a:extLst>
                  <a:ext uri="{FF2B5EF4-FFF2-40B4-BE49-F238E27FC236}">
                    <a16:creationId xmlns:a16="http://schemas.microsoft.com/office/drawing/2014/main" id="{0523B5DC-F5FA-8841-9B40-8E8FB20F2FC4}"/>
                  </a:ext>
                </a:extLst>
              </p:cNvPr>
              <p:cNvSpPr>
                <a:spLocks/>
              </p:cNvSpPr>
              <p:nvPr/>
            </p:nvSpPr>
            <p:spPr bwMode="auto">
              <a:xfrm>
                <a:off x="4448" y="2763"/>
                <a:ext cx="197" cy="246"/>
              </a:xfrm>
              <a:custGeom>
                <a:avLst/>
                <a:gdLst>
                  <a:gd name="T0" fmla="*/ 197 w 197"/>
                  <a:gd name="T1" fmla="*/ 0 h 246"/>
                  <a:gd name="T2" fmla="*/ 114 w 197"/>
                  <a:gd name="T3" fmla="*/ 0 h 246"/>
                  <a:gd name="T4" fmla="*/ 0 w 197"/>
                  <a:gd name="T5" fmla="*/ 74 h 246"/>
                  <a:gd name="T6" fmla="*/ 0 w 197"/>
                  <a:gd name="T7" fmla="*/ 172 h 246"/>
                  <a:gd name="T8" fmla="*/ 114 w 197"/>
                  <a:gd name="T9" fmla="*/ 246 h 246"/>
                  <a:gd name="T10" fmla="*/ 197 w 197"/>
                  <a:gd name="T11" fmla="*/ 246 h 246"/>
                  <a:gd name="T12" fmla="*/ 197 w 197"/>
                  <a:gd name="T13" fmla="*/ 0 h 246"/>
                  <a:gd name="T14" fmla="*/ 0 60000 65536"/>
                  <a:gd name="T15" fmla="*/ 0 60000 65536"/>
                  <a:gd name="T16" fmla="*/ 0 60000 65536"/>
                  <a:gd name="T17" fmla="*/ 0 60000 65536"/>
                  <a:gd name="T18" fmla="*/ 0 60000 65536"/>
                  <a:gd name="T19" fmla="*/ 0 60000 65536"/>
                  <a:gd name="T20" fmla="*/ 0 60000 65536"/>
                  <a:gd name="T21" fmla="*/ 0 w 197"/>
                  <a:gd name="T22" fmla="*/ 0 h 246"/>
                  <a:gd name="T23" fmla="*/ 197 w 197"/>
                  <a:gd name="T24" fmla="*/ 246 h 24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7" h="246">
                    <a:moveTo>
                      <a:pt x="197" y="0"/>
                    </a:moveTo>
                    <a:lnTo>
                      <a:pt x="114" y="0"/>
                    </a:lnTo>
                    <a:lnTo>
                      <a:pt x="0" y="74"/>
                    </a:lnTo>
                    <a:lnTo>
                      <a:pt x="0" y="172"/>
                    </a:lnTo>
                    <a:lnTo>
                      <a:pt x="114" y="246"/>
                    </a:lnTo>
                    <a:lnTo>
                      <a:pt x="197" y="246"/>
                    </a:lnTo>
                    <a:lnTo>
                      <a:pt x="197" y="0"/>
                    </a:lnTo>
                    <a:close/>
                  </a:path>
                </a:pathLst>
              </a:custGeom>
              <a:solidFill>
                <a:srgbClr val="FFFFFF"/>
              </a:solidFill>
              <a:ln w="9525">
                <a:solidFill>
                  <a:schemeClr val="tx1"/>
                </a:solidFill>
                <a:round/>
                <a:headEnd/>
                <a:tailEnd/>
              </a:ln>
            </p:spPr>
            <p:txBody>
              <a:bodyPr/>
              <a:lstStyle/>
              <a:p>
                <a:endParaRPr lang="pt-BR"/>
              </a:p>
            </p:txBody>
          </p:sp>
          <p:sp>
            <p:nvSpPr>
              <p:cNvPr id="77932" name="Freeform 60">
                <a:extLst>
                  <a:ext uri="{FF2B5EF4-FFF2-40B4-BE49-F238E27FC236}">
                    <a16:creationId xmlns:a16="http://schemas.microsoft.com/office/drawing/2014/main" id="{375D608B-80E5-2547-B786-900CEEB26EC3}"/>
                  </a:ext>
                </a:extLst>
              </p:cNvPr>
              <p:cNvSpPr>
                <a:spLocks/>
              </p:cNvSpPr>
              <p:nvPr/>
            </p:nvSpPr>
            <p:spPr bwMode="auto">
              <a:xfrm>
                <a:off x="4448" y="2763"/>
                <a:ext cx="197" cy="246"/>
              </a:xfrm>
              <a:custGeom>
                <a:avLst/>
                <a:gdLst>
                  <a:gd name="T0" fmla="*/ 197 w 197"/>
                  <a:gd name="T1" fmla="*/ 0 h 246"/>
                  <a:gd name="T2" fmla="*/ 114 w 197"/>
                  <a:gd name="T3" fmla="*/ 0 h 246"/>
                  <a:gd name="T4" fmla="*/ 0 w 197"/>
                  <a:gd name="T5" fmla="*/ 74 h 246"/>
                  <a:gd name="T6" fmla="*/ 0 w 197"/>
                  <a:gd name="T7" fmla="*/ 172 h 246"/>
                  <a:gd name="T8" fmla="*/ 114 w 197"/>
                  <a:gd name="T9" fmla="*/ 246 h 246"/>
                  <a:gd name="T10" fmla="*/ 197 w 197"/>
                  <a:gd name="T11" fmla="*/ 246 h 246"/>
                  <a:gd name="T12" fmla="*/ 197 w 197"/>
                  <a:gd name="T13" fmla="*/ 0 h 246"/>
                  <a:gd name="T14" fmla="*/ 0 60000 65536"/>
                  <a:gd name="T15" fmla="*/ 0 60000 65536"/>
                  <a:gd name="T16" fmla="*/ 0 60000 65536"/>
                  <a:gd name="T17" fmla="*/ 0 60000 65536"/>
                  <a:gd name="T18" fmla="*/ 0 60000 65536"/>
                  <a:gd name="T19" fmla="*/ 0 60000 65536"/>
                  <a:gd name="T20" fmla="*/ 0 60000 65536"/>
                  <a:gd name="T21" fmla="*/ 0 w 197"/>
                  <a:gd name="T22" fmla="*/ 0 h 246"/>
                  <a:gd name="T23" fmla="*/ 197 w 197"/>
                  <a:gd name="T24" fmla="*/ 246 h 24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7" h="246">
                    <a:moveTo>
                      <a:pt x="197" y="0"/>
                    </a:moveTo>
                    <a:lnTo>
                      <a:pt x="114" y="0"/>
                    </a:lnTo>
                    <a:lnTo>
                      <a:pt x="0" y="74"/>
                    </a:lnTo>
                    <a:lnTo>
                      <a:pt x="0" y="172"/>
                    </a:lnTo>
                    <a:lnTo>
                      <a:pt x="114" y="246"/>
                    </a:lnTo>
                    <a:lnTo>
                      <a:pt x="197" y="246"/>
                    </a:lnTo>
                    <a:lnTo>
                      <a:pt x="197" y="0"/>
                    </a:lnTo>
                  </a:path>
                </a:pathLst>
              </a:custGeom>
              <a:noFill/>
              <a:ln w="12700">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grpSp>
        <p:sp>
          <p:nvSpPr>
            <p:cNvPr id="77884" name="Freeform 61">
              <a:extLst>
                <a:ext uri="{FF2B5EF4-FFF2-40B4-BE49-F238E27FC236}">
                  <a16:creationId xmlns:a16="http://schemas.microsoft.com/office/drawing/2014/main" id="{D915ECAF-E055-4D4B-9366-6C0E647B2BC1}"/>
                </a:ext>
              </a:extLst>
            </p:cNvPr>
            <p:cNvSpPr>
              <a:spLocks/>
            </p:cNvSpPr>
            <p:nvPr/>
          </p:nvSpPr>
          <p:spPr bwMode="auto">
            <a:xfrm>
              <a:off x="4448" y="2763"/>
              <a:ext cx="207" cy="256"/>
            </a:xfrm>
            <a:custGeom>
              <a:avLst/>
              <a:gdLst>
                <a:gd name="T0" fmla="*/ 207 w 207"/>
                <a:gd name="T1" fmla="*/ 0 h 256"/>
                <a:gd name="T2" fmla="*/ 120 w 207"/>
                <a:gd name="T3" fmla="*/ 0 h 256"/>
                <a:gd name="T4" fmla="*/ 0 w 207"/>
                <a:gd name="T5" fmla="*/ 77 h 256"/>
                <a:gd name="T6" fmla="*/ 0 w 207"/>
                <a:gd name="T7" fmla="*/ 179 h 256"/>
                <a:gd name="T8" fmla="*/ 120 w 207"/>
                <a:gd name="T9" fmla="*/ 256 h 256"/>
                <a:gd name="T10" fmla="*/ 207 w 207"/>
                <a:gd name="T11" fmla="*/ 256 h 256"/>
                <a:gd name="T12" fmla="*/ 207 w 207"/>
                <a:gd name="T13" fmla="*/ 0 h 256"/>
                <a:gd name="T14" fmla="*/ 0 60000 65536"/>
                <a:gd name="T15" fmla="*/ 0 60000 65536"/>
                <a:gd name="T16" fmla="*/ 0 60000 65536"/>
                <a:gd name="T17" fmla="*/ 0 60000 65536"/>
                <a:gd name="T18" fmla="*/ 0 60000 65536"/>
                <a:gd name="T19" fmla="*/ 0 60000 65536"/>
                <a:gd name="T20" fmla="*/ 0 60000 65536"/>
                <a:gd name="T21" fmla="*/ 0 w 207"/>
                <a:gd name="T22" fmla="*/ 0 h 256"/>
                <a:gd name="T23" fmla="*/ 207 w 207"/>
                <a:gd name="T24" fmla="*/ 256 h 2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7" h="256">
                  <a:moveTo>
                    <a:pt x="207" y="0"/>
                  </a:moveTo>
                  <a:lnTo>
                    <a:pt x="120" y="0"/>
                  </a:lnTo>
                  <a:lnTo>
                    <a:pt x="0" y="77"/>
                  </a:lnTo>
                  <a:lnTo>
                    <a:pt x="0" y="179"/>
                  </a:lnTo>
                  <a:lnTo>
                    <a:pt x="120" y="256"/>
                  </a:lnTo>
                  <a:lnTo>
                    <a:pt x="207" y="256"/>
                  </a:lnTo>
                  <a:lnTo>
                    <a:pt x="207" y="0"/>
                  </a:lnTo>
                </a:path>
              </a:pathLst>
            </a:custGeom>
            <a:noFill/>
            <a:ln w="12700">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77885" name="Line 62">
              <a:extLst>
                <a:ext uri="{FF2B5EF4-FFF2-40B4-BE49-F238E27FC236}">
                  <a16:creationId xmlns:a16="http://schemas.microsoft.com/office/drawing/2014/main" id="{1E8421AB-D503-0A4F-861F-000DB38E98B6}"/>
                </a:ext>
              </a:extLst>
            </p:cNvPr>
            <p:cNvSpPr>
              <a:spLocks noChangeShapeType="1"/>
            </p:cNvSpPr>
            <p:nvPr/>
          </p:nvSpPr>
          <p:spPr bwMode="auto">
            <a:xfrm>
              <a:off x="4572" y="2769"/>
              <a:ext cx="1" cy="24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grpSp>
          <p:nvGrpSpPr>
            <p:cNvPr id="77886" name="Group 63">
              <a:extLst>
                <a:ext uri="{FF2B5EF4-FFF2-40B4-BE49-F238E27FC236}">
                  <a16:creationId xmlns:a16="http://schemas.microsoft.com/office/drawing/2014/main" id="{EF172BA2-5E5C-1B43-9EA0-046BE077596E}"/>
                </a:ext>
              </a:extLst>
            </p:cNvPr>
            <p:cNvGrpSpPr>
              <a:grpSpLocks/>
            </p:cNvGrpSpPr>
            <p:nvPr/>
          </p:nvGrpSpPr>
          <p:grpSpPr bwMode="auto">
            <a:xfrm>
              <a:off x="4572" y="2819"/>
              <a:ext cx="77" cy="135"/>
              <a:chOff x="4572" y="2819"/>
              <a:chExt cx="77" cy="135"/>
            </a:xfrm>
          </p:grpSpPr>
          <p:sp>
            <p:nvSpPr>
              <p:cNvPr id="77929" name="Rectangle 64">
                <a:extLst>
                  <a:ext uri="{FF2B5EF4-FFF2-40B4-BE49-F238E27FC236}">
                    <a16:creationId xmlns:a16="http://schemas.microsoft.com/office/drawing/2014/main" id="{A0D83B63-1D79-E94E-B841-9A4F590C3269}"/>
                  </a:ext>
                </a:extLst>
              </p:cNvPr>
              <p:cNvSpPr>
                <a:spLocks noChangeArrowheads="1"/>
              </p:cNvSpPr>
              <p:nvPr/>
            </p:nvSpPr>
            <p:spPr bwMode="auto">
              <a:xfrm>
                <a:off x="4572" y="2819"/>
                <a:ext cx="77" cy="135"/>
              </a:xfrm>
              <a:prstGeom prst="rect">
                <a:avLst/>
              </a:prstGeom>
              <a:solidFill>
                <a:srgbClr val="FFFFFF"/>
              </a:solidFill>
              <a:ln w="9525">
                <a:solidFill>
                  <a:schemeClr val="tx1"/>
                </a:solidFill>
                <a:miter lim="800000"/>
                <a:headEnd/>
                <a:tailEnd/>
              </a:ln>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77930" name="Rectangle 65">
                <a:extLst>
                  <a:ext uri="{FF2B5EF4-FFF2-40B4-BE49-F238E27FC236}">
                    <a16:creationId xmlns:a16="http://schemas.microsoft.com/office/drawing/2014/main" id="{CA1A1161-4434-3E4B-BD56-36DD19D01DFE}"/>
                  </a:ext>
                </a:extLst>
              </p:cNvPr>
              <p:cNvSpPr>
                <a:spLocks noChangeArrowheads="1"/>
              </p:cNvSpPr>
              <p:nvPr/>
            </p:nvSpPr>
            <p:spPr bwMode="auto">
              <a:xfrm>
                <a:off x="4572" y="2819"/>
                <a:ext cx="77" cy="13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grpSp>
        <p:sp>
          <p:nvSpPr>
            <p:cNvPr id="77887" name="Rectangle 66">
              <a:extLst>
                <a:ext uri="{FF2B5EF4-FFF2-40B4-BE49-F238E27FC236}">
                  <a16:creationId xmlns:a16="http://schemas.microsoft.com/office/drawing/2014/main" id="{265308C5-491F-8A4C-905D-679B5C50B98F}"/>
                </a:ext>
              </a:extLst>
            </p:cNvPr>
            <p:cNvSpPr>
              <a:spLocks noChangeArrowheads="1"/>
            </p:cNvSpPr>
            <p:nvPr/>
          </p:nvSpPr>
          <p:spPr bwMode="auto">
            <a:xfrm>
              <a:off x="4572" y="2819"/>
              <a:ext cx="87" cy="14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grpSp>
          <p:nvGrpSpPr>
            <p:cNvPr id="77888" name="Group 67">
              <a:extLst>
                <a:ext uri="{FF2B5EF4-FFF2-40B4-BE49-F238E27FC236}">
                  <a16:creationId xmlns:a16="http://schemas.microsoft.com/office/drawing/2014/main" id="{E38EB544-335D-DD43-AD8C-794BD2B18391}"/>
                </a:ext>
              </a:extLst>
            </p:cNvPr>
            <p:cNvGrpSpPr>
              <a:grpSpLocks/>
            </p:cNvGrpSpPr>
            <p:nvPr/>
          </p:nvGrpSpPr>
          <p:grpSpPr bwMode="auto">
            <a:xfrm>
              <a:off x="4659" y="2832"/>
              <a:ext cx="215" cy="109"/>
              <a:chOff x="4659" y="2832"/>
              <a:chExt cx="215" cy="109"/>
            </a:xfrm>
          </p:grpSpPr>
          <p:sp>
            <p:nvSpPr>
              <p:cNvPr id="77927" name="Rectangle 68">
                <a:extLst>
                  <a:ext uri="{FF2B5EF4-FFF2-40B4-BE49-F238E27FC236}">
                    <a16:creationId xmlns:a16="http://schemas.microsoft.com/office/drawing/2014/main" id="{C4D80932-3FCD-014A-B608-9A026A9F9239}"/>
                  </a:ext>
                </a:extLst>
              </p:cNvPr>
              <p:cNvSpPr>
                <a:spLocks noChangeArrowheads="1"/>
              </p:cNvSpPr>
              <p:nvPr/>
            </p:nvSpPr>
            <p:spPr bwMode="auto">
              <a:xfrm>
                <a:off x="4659" y="2832"/>
                <a:ext cx="215" cy="109"/>
              </a:xfrm>
              <a:prstGeom prst="rect">
                <a:avLst/>
              </a:prstGeom>
              <a:solidFill>
                <a:srgbClr val="FFFFFF"/>
              </a:solidFill>
              <a:ln w="9525">
                <a:solidFill>
                  <a:schemeClr val="tx1"/>
                </a:solidFill>
                <a:miter lim="800000"/>
                <a:headEnd/>
                <a:tailEnd/>
              </a:ln>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77928" name="Rectangle 69">
                <a:extLst>
                  <a:ext uri="{FF2B5EF4-FFF2-40B4-BE49-F238E27FC236}">
                    <a16:creationId xmlns:a16="http://schemas.microsoft.com/office/drawing/2014/main" id="{774E4D19-ECB7-894E-95D1-37C4CD5979FA}"/>
                  </a:ext>
                </a:extLst>
              </p:cNvPr>
              <p:cNvSpPr>
                <a:spLocks noChangeArrowheads="1"/>
              </p:cNvSpPr>
              <p:nvPr/>
            </p:nvSpPr>
            <p:spPr bwMode="auto">
              <a:xfrm>
                <a:off x="4659" y="2832"/>
                <a:ext cx="215" cy="109"/>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grpSp>
        <p:sp>
          <p:nvSpPr>
            <p:cNvPr id="77889" name="Rectangle 70">
              <a:extLst>
                <a:ext uri="{FF2B5EF4-FFF2-40B4-BE49-F238E27FC236}">
                  <a16:creationId xmlns:a16="http://schemas.microsoft.com/office/drawing/2014/main" id="{B56D7F3E-7FE7-DA4B-9599-AFC3B8178EBB}"/>
                </a:ext>
              </a:extLst>
            </p:cNvPr>
            <p:cNvSpPr>
              <a:spLocks noChangeArrowheads="1"/>
            </p:cNvSpPr>
            <p:nvPr/>
          </p:nvSpPr>
          <p:spPr bwMode="auto">
            <a:xfrm>
              <a:off x="4659" y="2832"/>
              <a:ext cx="225" cy="119"/>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grpSp>
          <p:nvGrpSpPr>
            <p:cNvPr id="77890" name="Group 71">
              <a:extLst>
                <a:ext uri="{FF2B5EF4-FFF2-40B4-BE49-F238E27FC236}">
                  <a16:creationId xmlns:a16="http://schemas.microsoft.com/office/drawing/2014/main" id="{643F650A-D757-DB4F-AD0F-5822661D7D6B}"/>
                </a:ext>
              </a:extLst>
            </p:cNvPr>
            <p:cNvGrpSpPr>
              <a:grpSpLocks/>
            </p:cNvGrpSpPr>
            <p:nvPr/>
          </p:nvGrpSpPr>
          <p:grpSpPr bwMode="auto">
            <a:xfrm>
              <a:off x="4694" y="2855"/>
              <a:ext cx="197" cy="65"/>
              <a:chOff x="4694" y="2855"/>
              <a:chExt cx="197" cy="65"/>
            </a:xfrm>
          </p:grpSpPr>
          <p:sp>
            <p:nvSpPr>
              <p:cNvPr id="77925" name="Rectangle 72">
                <a:extLst>
                  <a:ext uri="{FF2B5EF4-FFF2-40B4-BE49-F238E27FC236}">
                    <a16:creationId xmlns:a16="http://schemas.microsoft.com/office/drawing/2014/main" id="{87E92CDC-E043-4B49-B818-090BCE2B626B}"/>
                  </a:ext>
                </a:extLst>
              </p:cNvPr>
              <p:cNvSpPr>
                <a:spLocks noChangeArrowheads="1"/>
              </p:cNvSpPr>
              <p:nvPr/>
            </p:nvSpPr>
            <p:spPr bwMode="auto">
              <a:xfrm>
                <a:off x="4694" y="2855"/>
                <a:ext cx="197" cy="65"/>
              </a:xfrm>
              <a:prstGeom prst="rect">
                <a:avLst/>
              </a:prstGeom>
              <a:solidFill>
                <a:srgbClr val="FFFFFF"/>
              </a:solidFill>
              <a:ln w="9525">
                <a:solidFill>
                  <a:schemeClr val="tx1"/>
                </a:solidFill>
                <a:miter lim="800000"/>
                <a:headEnd/>
                <a:tailEnd/>
              </a:ln>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77926" name="Rectangle 73">
                <a:extLst>
                  <a:ext uri="{FF2B5EF4-FFF2-40B4-BE49-F238E27FC236}">
                    <a16:creationId xmlns:a16="http://schemas.microsoft.com/office/drawing/2014/main" id="{55D50F5E-C1CE-8E49-83AC-BFFF27F2C870}"/>
                  </a:ext>
                </a:extLst>
              </p:cNvPr>
              <p:cNvSpPr>
                <a:spLocks noChangeArrowheads="1"/>
              </p:cNvSpPr>
              <p:nvPr/>
            </p:nvSpPr>
            <p:spPr bwMode="auto">
              <a:xfrm>
                <a:off x="4694" y="2855"/>
                <a:ext cx="197" cy="6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grpSp>
        <p:sp>
          <p:nvSpPr>
            <p:cNvPr id="77891" name="Rectangle 74">
              <a:extLst>
                <a:ext uri="{FF2B5EF4-FFF2-40B4-BE49-F238E27FC236}">
                  <a16:creationId xmlns:a16="http://schemas.microsoft.com/office/drawing/2014/main" id="{82D1AD97-4F5A-DE47-AA53-0E0E2E792365}"/>
                </a:ext>
              </a:extLst>
            </p:cNvPr>
            <p:cNvSpPr>
              <a:spLocks noChangeArrowheads="1"/>
            </p:cNvSpPr>
            <p:nvPr/>
          </p:nvSpPr>
          <p:spPr bwMode="auto">
            <a:xfrm>
              <a:off x="4694" y="2855"/>
              <a:ext cx="207" cy="7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77892" name="Line 75">
              <a:extLst>
                <a:ext uri="{FF2B5EF4-FFF2-40B4-BE49-F238E27FC236}">
                  <a16:creationId xmlns:a16="http://schemas.microsoft.com/office/drawing/2014/main" id="{04F49A2A-98F5-E449-ADF5-56C1EB330FCA}"/>
                </a:ext>
              </a:extLst>
            </p:cNvPr>
            <p:cNvSpPr>
              <a:spLocks noChangeShapeType="1"/>
            </p:cNvSpPr>
            <p:nvPr/>
          </p:nvSpPr>
          <p:spPr bwMode="auto">
            <a:xfrm>
              <a:off x="4710" y="2859"/>
              <a:ext cx="1" cy="6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7893" name="Line 76">
              <a:extLst>
                <a:ext uri="{FF2B5EF4-FFF2-40B4-BE49-F238E27FC236}">
                  <a16:creationId xmlns:a16="http://schemas.microsoft.com/office/drawing/2014/main" id="{E8049171-7656-E844-AE01-CFE310296684}"/>
                </a:ext>
              </a:extLst>
            </p:cNvPr>
            <p:cNvSpPr>
              <a:spLocks noChangeShapeType="1"/>
            </p:cNvSpPr>
            <p:nvPr/>
          </p:nvSpPr>
          <p:spPr bwMode="auto">
            <a:xfrm>
              <a:off x="4729" y="2859"/>
              <a:ext cx="1" cy="6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7894" name="Line 77">
              <a:extLst>
                <a:ext uri="{FF2B5EF4-FFF2-40B4-BE49-F238E27FC236}">
                  <a16:creationId xmlns:a16="http://schemas.microsoft.com/office/drawing/2014/main" id="{F6730AFC-E0F4-4F41-8EBB-0CCDF0A78974}"/>
                </a:ext>
              </a:extLst>
            </p:cNvPr>
            <p:cNvSpPr>
              <a:spLocks noChangeShapeType="1"/>
            </p:cNvSpPr>
            <p:nvPr/>
          </p:nvSpPr>
          <p:spPr bwMode="auto">
            <a:xfrm>
              <a:off x="4744" y="2859"/>
              <a:ext cx="1" cy="6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7895" name="Line 78">
              <a:extLst>
                <a:ext uri="{FF2B5EF4-FFF2-40B4-BE49-F238E27FC236}">
                  <a16:creationId xmlns:a16="http://schemas.microsoft.com/office/drawing/2014/main" id="{B4FB5592-F84F-714A-9597-47E440AD8861}"/>
                </a:ext>
              </a:extLst>
            </p:cNvPr>
            <p:cNvSpPr>
              <a:spLocks noChangeShapeType="1"/>
            </p:cNvSpPr>
            <p:nvPr/>
          </p:nvSpPr>
          <p:spPr bwMode="auto">
            <a:xfrm>
              <a:off x="4762" y="2859"/>
              <a:ext cx="1" cy="6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7896" name="Line 79">
              <a:extLst>
                <a:ext uri="{FF2B5EF4-FFF2-40B4-BE49-F238E27FC236}">
                  <a16:creationId xmlns:a16="http://schemas.microsoft.com/office/drawing/2014/main" id="{1535434A-A374-F44B-A34B-B8DD5EC40724}"/>
                </a:ext>
              </a:extLst>
            </p:cNvPr>
            <p:cNvSpPr>
              <a:spLocks noChangeShapeType="1"/>
            </p:cNvSpPr>
            <p:nvPr/>
          </p:nvSpPr>
          <p:spPr bwMode="auto">
            <a:xfrm>
              <a:off x="4781" y="2859"/>
              <a:ext cx="1" cy="6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7897" name="Line 80">
              <a:extLst>
                <a:ext uri="{FF2B5EF4-FFF2-40B4-BE49-F238E27FC236}">
                  <a16:creationId xmlns:a16="http://schemas.microsoft.com/office/drawing/2014/main" id="{E0B7EFAC-6BFE-C842-A279-260402B7787D}"/>
                </a:ext>
              </a:extLst>
            </p:cNvPr>
            <p:cNvSpPr>
              <a:spLocks noChangeShapeType="1"/>
            </p:cNvSpPr>
            <p:nvPr/>
          </p:nvSpPr>
          <p:spPr bwMode="auto">
            <a:xfrm>
              <a:off x="4797" y="2859"/>
              <a:ext cx="1" cy="6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7898" name="Line 81">
              <a:extLst>
                <a:ext uri="{FF2B5EF4-FFF2-40B4-BE49-F238E27FC236}">
                  <a16:creationId xmlns:a16="http://schemas.microsoft.com/office/drawing/2014/main" id="{63CF8D03-647E-6145-9044-EFADAD81DE18}"/>
                </a:ext>
              </a:extLst>
            </p:cNvPr>
            <p:cNvSpPr>
              <a:spLocks noChangeShapeType="1"/>
            </p:cNvSpPr>
            <p:nvPr/>
          </p:nvSpPr>
          <p:spPr bwMode="auto">
            <a:xfrm>
              <a:off x="4814" y="2859"/>
              <a:ext cx="1" cy="6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7899" name="Line 82">
              <a:extLst>
                <a:ext uri="{FF2B5EF4-FFF2-40B4-BE49-F238E27FC236}">
                  <a16:creationId xmlns:a16="http://schemas.microsoft.com/office/drawing/2014/main" id="{4814E0BD-C18C-A745-B689-16C1797B6CA8}"/>
                </a:ext>
              </a:extLst>
            </p:cNvPr>
            <p:cNvSpPr>
              <a:spLocks noChangeShapeType="1"/>
            </p:cNvSpPr>
            <p:nvPr/>
          </p:nvSpPr>
          <p:spPr bwMode="auto">
            <a:xfrm>
              <a:off x="4832" y="2859"/>
              <a:ext cx="1" cy="6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7900" name="Line 83">
              <a:extLst>
                <a:ext uri="{FF2B5EF4-FFF2-40B4-BE49-F238E27FC236}">
                  <a16:creationId xmlns:a16="http://schemas.microsoft.com/office/drawing/2014/main" id="{ADFB15EC-5D4A-EB4F-BF11-BF1FE787B894}"/>
                </a:ext>
              </a:extLst>
            </p:cNvPr>
            <p:cNvSpPr>
              <a:spLocks noChangeShapeType="1"/>
            </p:cNvSpPr>
            <p:nvPr/>
          </p:nvSpPr>
          <p:spPr bwMode="auto">
            <a:xfrm>
              <a:off x="4851" y="2859"/>
              <a:ext cx="1" cy="6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7901" name="Line 84">
              <a:extLst>
                <a:ext uri="{FF2B5EF4-FFF2-40B4-BE49-F238E27FC236}">
                  <a16:creationId xmlns:a16="http://schemas.microsoft.com/office/drawing/2014/main" id="{0221590D-71CF-EE43-AE87-96C76EA25F22}"/>
                </a:ext>
              </a:extLst>
            </p:cNvPr>
            <p:cNvSpPr>
              <a:spLocks noChangeShapeType="1"/>
            </p:cNvSpPr>
            <p:nvPr/>
          </p:nvSpPr>
          <p:spPr bwMode="auto">
            <a:xfrm>
              <a:off x="4867" y="2859"/>
              <a:ext cx="1" cy="6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7902" name="Line 85">
              <a:extLst>
                <a:ext uri="{FF2B5EF4-FFF2-40B4-BE49-F238E27FC236}">
                  <a16:creationId xmlns:a16="http://schemas.microsoft.com/office/drawing/2014/main" id="{44F7498F-4314-BC4F-ACF2-7EA8BE7E0C3C}"/>
                </a:ext>
              </a:extLst>
            </p:cNvPr>
            <p:cNvSpPr>
              <a:spLocks noChangeShapeType="1"/>
            </p:cNvSpPr>
            <p:nvPr/>
          </p:nvSpPr>
          <p:spPr bwMode="auto">
            <a:xfrm>
              <a:off x="4884" y="2859"/>
              <a:ext cx="1" cy="6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grpSp>
          <p:nvGrpSpPr>
            <p:cNvPr id="77903" name="Group 86">
              <a:extLst>
                <a:ext uri="{FF2B5EF4-FFF2-40B4-BE49-F238E27FC236}">
                  <a16:creationId xmlns:a16="http://schemas.microsoft.com/office/drawing/2014/main" id="{6D53971E-D0DA-E042-9934-DAF1FCE28149}"/>
                </a:ext>
              </a:extLst>
            </p:cNvPr>
            <p:cNvGrpSpPr>
              <a:grpSpLocks/>
            </p:cNvGrpSpPr>
            <p:nvPr/>
          </p:nvGrpSpPr>
          <p:grpSpPr bwMode="auto">
            <a:xfrm>
              <a:off x="4884" y="2832"/>
              <a:ext cx="7" cy="109"/>
              <a:chOff x="4884" y="2832"/>
              <a:chExt cx="7" cy="109"/>
            </a:xfrm>
          </p:grpSpPr>
          <p:sp>
            <p:nvSpPr>
              <p:cNvPr id="77923" name="Freeform 87">
                <a:extLst>
                  <a:ext uri="{FF2B5EF4-FFF2-40B4-BE49-F238E27FC236}">
                    <a16:creationId xmlns:a16="http://schemas.microsoft.com/office/drawing/2014/main" id="{FEBA03EC-BD2C-0B47-96BB-9E78250C4527}"/>
                  </a:ext>
                </a:extLst>
              </p:cNvPr>
              <p:cNvSpPr>
                <a:spLocks/>
              </p:cNvSpPr>
              <p:nvPr/>
            </p:nvSpPr>
            <p:spPr bwMode="auto">
              <a:xfrm>
                <a:off x="4884" y="2832"/>
                <a:ext cx="7" cy="109"/>
              </a:xfrm>
              <a:custGeom>
                <a:avLst/>
                <a:gdLst>
                  <a:gd name="T0" fmla="*/ 0 w 7"/>
                  <a:gd name="T1" fmla="*/ 0 h 109"/>
                  <a:gd name="T2" fmla="*/ 7 w 7"/>
                  <a:gd name="T3" fmla="*/ 12 h 109"/>
                  <a:gd name="T4" fmla="*/ 7 w 7"/>
                  <a:gd name="T5" fmla="*/ 97 h 109"/>
                  <a:gd name="T6" fmla="*/ 0 w 7"/>
                  <a:gd name="T7" fmla="*/ 109 h 109"/>
                  <a:gd name="T8" fmla="*/ 0 w 7"/>
                  <a:gd name="T9" fmla="*/ 0 h 109"/>
                  <a:gd name="T10" fmla="*/ 0 60000 65536"/>
                  <a:gd name="T11" fmla="*/ 0 60000 65536"/>
                  <a:gd name="T12" fmla="*/ 0 60000 65536"/>
                  <a:gd name="T13" fmla="*/ 0 60000 65536"/>
                  <a:gd name="T14" fmla="*/ 0 60000 65536"/>
                  <a:gd name="T15" fmla="*/ 0 w 7"/>
                  <a:gd name="T16" fmla="*/ 0 h 109"/>
                  <a:gd name="T17" fmla="*/ 7 w 7"/>
                  <a:gd name="T18" fmla="*/ 109 h 109"/>
                </a:gdLst>
                <a:ahLst/>
                <a:cxnLst>
                  <a:cxn ang="T10">
                    <a:pos x="T0" y="T1"/>
                  </a:cxn>
                  <a:cxn ang="T11">
                    <a:pos x="T2" y="T3"/>
                  </a:cxn>
                  <a:cxn ang="T12">
                    <a:pos x="T4" y="T5"/>
                  </a:cxn>
                  <a:cxn ang="T13">
                    <a:pos x="T6" y="T7"/>
                  </a:cxn>
                  <a:cxn ang="T14">
                    <a:pos x="T8" y="T9"/>
                  </a:cxn>
                </a:cxnLst>
                <a:rect l="T15" t="T16" r="T17" b="T18"/>
                <a:pathLst>
                  <a:path w="7" h="109">
                    <a:moveTo>
                      <a:pt x="0" y="0"/>
                    </a:moveTo>
                    <a:lnTo>
                      <a:pt x="7" y="12"/>
                    </a:lnTo>
                    <a:lnTo>
                      <a:pt x="7" y="97"/>
                    </a:lnTo>
                    <a:lnTo>
                      <a:pt x="0" y="109"/>
                    </a:lnTo>
                    <a:lnTo>
                      <a:pt x="0" y="0"/>
                    </a:lnTo>
                    <a:close/>
                  </a:path>
                </a:pathLst>
              </a:custGeom>
              <a:solidFill>
                <a:srgbClr val="FFFFFF"/>
              </a:solidFill>
              <a:ln w="9525">
                <a:solidFill>
                  <a:schemeClr val="tx1"/>
                </a:solidFill>
                <a:round/>
                <a:headEnd/>
                <a:tailEnd/>
              </a:ln>
            </p:spPr>
            <p:txBody>
              <a:bodyPr/>
              <a:lstStyle/>
              <a:p>
                <a:endParaRPr lang="pt-BR"/>
              </a:p>
            </p:txBody>
          </p:sp>
          <p:sp>
            <p:nvSpPr>
              <p:cNvPr id="77924" name="Freeform 88">
                <a:extLst>
                  <a:ext uri="{FF2B5EF4-FFF2-40B4-BE49-F238E27FC236}">
                    <a16:creationId xmlns:a16="http://schemas.microsoft.com/office/drawing/2014/main" id="{F2E9DFE3-B9F6-7349-BBE2-C4B1F31A4576}"/>
                  </a:ext>
                </a:extLst>
              </p:cNvPr>
              <p:cNvSpPr>
                <a:spLocks/>
              </p:cNvSpPr>
              <p:nvPr/>
            </p:nvSpPr>
            <p:spPr bwMode="auto">
              <a:xfrm>
                <a:off x="4884" y="2832"/>
                <a:ext cx="7" cy="109"/>
              </a:xfrm>
              <a:custGeom>
                <a:avLst/>
                <a:gdLst>
                  <a:gd name="T0" fmla="*/ 0 w 7"/>
                  <a:gd name="T1" fmla="*/ 0 h 109"/>
                  <a:gd name="T2" fmla="*/ 7 w 7"/>
                  <a:gd name="T3" fmla="*/ 12 h 109"/>
                  <a:gd name="T4" fmla="*/ 7 w 7"/>
                  <a:gd name="T5" fmla="*/ 97 h 109"/>
                  <a:gd name="T6" fmla="*/ 0 w 7"/>
                  <a:gd name="T7" fmla="*/ 109 h 109"/>
                  <a:gd name="T8" fmla="*/ 0 w 7"/>
                  <a:gd name="T9" fmla="*/ 0 h 109"/>
                  <a:gd name="T10" fmla="*/ 0 60000 65536"/>
                  <a:gd name="T11" fmla="*/ 0 60000 65536"/>
                  <a:gd name="T12" fmla="*/ 0 60000 65536"/>
                  <a:gd name="T13" fmla="*/ 0 60000 65536"/>
                  <a:gd name="T14" fmla="*/ 0 60000 65536"/>
                  <a:gd name="T15" fmla="*/ 0 w 7"/>
                  <a:gd name="T16" fmla="*/ 0 h 109"/>
                  <a:gd name="T17" fmla="*/ 7 w 7"/>
                  <a:gd name="T18" fmla="*/ 109 h 109"/>
                </a:gdLst>
                <a:ahLst/>
                <a:cxnLst>
                  <a:cxn ang="T10">
                    <a:pos x="T0" y="T1"/>
                  </a:cxn>
                  <a:cxn ang="T11">
                    <a:pos x="T2" y="T3"/>
                  </a:cxn>
                  <a:cxn ang="T12">
                    <a:pos x="T4" y="T5"/>
                  </a:cxn>
                  <a:cxn ang="T13">
                    <a:pos x="T6" y="T7"/>
                  </a:cxn>
                  <a:cxn ang="T14">
                    <a:pos x="T8" y="T9"/>
                  </a:cxn>
                </a:cxnLst>
                <a:rect l="T15" t="T16" r="T17" b="T18"/>
                <a:pathLst>
                  <a:path w="7" h="109">
                    <a:moveTo>
                      <a:pt x="0" y="0"/>
                    </a:moveTo>
                    <a:lnTo>
                      <a:pt x="7" y="12"/>
                    </a:lnTo>
                    <a:lnTo>
                      <a:pt x="7" y="97"/>
                    </a:lnTo>
                    <a:lnTo>
                      <a:pt x="0" y="109"/>
                    </a:lnTo>
                    <a:lnTo>
                      <a:pt x="0" y="0"/>
                    </a:lnTo>
                  </a:path>
                </a:pathLst>
              </a:custGeom>
              <a:noFill/>
              <a:ln w="12700">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grpSp>
        <p:sp>
          <p:nvSpPr>
            <p:cNvPr id="77904" name="Freeform 89">
              <a:extLst>
                <a:ext uri="{FF2B5EF4-FFF2-40B4-BE49-F238E27FC236}">
                  <a16:creationId xmlns:a16="http://schemas.microsoft.com/office/drawing/2014/main" id="{3E4849F0-AEE9-FC42-9A46-313DCC8A01E5}"/>
                </a:ext>
              </a:extLst>
            </p:cNvPr>
            <p:cNvSpPr>
              <a:spLocks/>
            </p:cNvSpPr>
            <p:nvPr/>
          </p:nvSpPr>
          <p:spPr bwMode="auto">
            <a:xfrm>
              <a:off x="4884" y="2832"/>
              <a:ext cx="17" cy="119"/>
            </a:xfrm>
            <a:custGeom>
              <a:avLst/>
              <a:gdLst>
                <a:gd name="T0" fmla="*/ 0 w 17"/>
                <a:gd name="T1" fmla="*/ 0 h 119"/>
                <a:gd name="T2" fmla="*/ 17 w 17"/>
                <a:gd name="T3" fmla="*/ 13 h 119"/>
                <a:gd name="T4" fmla="*/ 17 w 17"/>
                <a:gd name="T5" fmla="*/ 106 h 119"/>
                <a:gd name="T6" fmla="*/ 0 w 17"/>
                <a:gd name="T7" fmla="*/ 119 h 119"/>
                <a:gd name="T8" fmla="*/ 0 w 17"/>
                <a:gd name="T9" fmla="*/ 0 h 119"/>
                <a:gd name="T10" fmla="*/ 0 60000 65536"/>
                <a:gd name="T11" fmla="*/ 0 60000 65536"/>
                <a:gd name="T12" fmla="*/ 0 60000 65536"/>
                <a:gd name="T13" fmla="*/ 0 60000 65536"/>
                <a:gd name="T14" fmla="*/ 0 60000 65536"/>
                <a:gd name="T15" fmla="*/ 0 w 17"/>
                <a:gd name="T16" fmla="*/ 0 h 119"/>
                <a:gd name="T17" fmla="*/ 17 w 17"/>
                <a:gd name="T18" fmla="*/ 119 h 119"/>
              </a:gdLst>
              <a:ahLst/>
              <a:cxnLst>
                <a:cxn ang="T10">
                  <a:pos x="T0" y="T1"/>
                </a:cxn>
                <a:cxn ang="T11">
                  <a:pos x="T2" y="T3"/>
                </a:cxn>
                <a:cxn ang="T12">
                  <a:pos x="T4" y="T5"/>
                </a:cxn>
                <a:cxn ang="T13">
                  <a:pos x="T6" y="T7"/>
                </a:cxn>
                <a:cxn ang="T14">
                  <a:pos x="T8" y="T9"/>
                </a:cxn>
              </a:cxnLst>
              <a:rect l="T15" t="T16" r="T17" b="T18"/>
              <a:pathLst>
                <a:path w="17" h="119">
                  <a:moveTo>
                    <a:pt x="0" y="0"/>
                  </a:moveTo>
                  <a:lnTo>
                    <a:pt x="17" y="13"/>
                  </a:lnTo>
                  <a:lnTo>
                    <a:pt x="17" y="106"/>
                  </a:lnTo>
                  <a:lnTo>
                    <a:pt x="0" y="119"/>
                  </a:lnTo>
                  <a:lnTo>
                    <a:pt x="0" y="0"/>
                  </a:lnTo>
                </a:path>
              </a:pathLst>
            </a:custGeom>
            <a:noFill/>
            <a:ln w="12700">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77905" name="Line 90">
              <a:extLst>
                <a:ext uri="{FF2B5EF4-FFF2-40B4-BE49-F238E27FC236}">
                  <a16:creationId xmlns:a16="http://schemas.microsoft.com/office/drawing/2014/main" id="{B87C6A2E-4E40-B243-832C-DA4840A0B1F2}"/>
                </a:ext>
              </a:extLst>
            </p:cNvPr>
            <p:cNvSpPr>
              <a:spLocks noChangeShapeType="1"/>
            </p:cNvSpPr>
            <p:nvPr/>
          </p:nvSpPr>
          <p:spPr bwMode="auto">
            <a:xfrm>
              <a:off x="4576" y="2823"/>
              <a:ext cx="79" cy="1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77906" name="Line 91">
              <a:extLst>
                <a:ext uri="{FF2B5EF4-FFF2-40B4-BE49-F238E27FC236}">
                  <a16:creationId xmlns:a16="http://schemas.microsoft.com/office/drawing/2014/main" id="{CCC6FEB1-A50A-2448-9420-6311CBDDE01C}"/>
                </a:ext>
              </a:extLst>
            </p:cNvPr>
            <p:cNvSpPr>
              <a:spLocks noChangeShapeType="1"/>
            </p:cNvSpPr>
            <p:nvPr/>
          </p:nvSpPr>
          <p:spPr bwMode="auto">
            <a:xfrm flipH="1">
              <a:off x="4568" y="2823"/>
              <a:ext cx="95" cy="1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grpSp>
          <p:nvGrpSpPr>
            <p:cNvPr id="77907" name="Group 92">
              <a:extLst>
                <a:ext uri="{FF2B5EF4-FFF2-40B4-BE49-F238E27FC236}">
                  <a16:creationId xmlns:a16="http://schemas.microsoft.com/office/drawing/2014/main" id="{24551545-D18B-EB47-962A-FF503AA1306B}"/>
                </a:ext>
              </a:extLst>
            </p:cNvPr>
            <p:cNvGrpSpPr>
              <a:grpSpLocks/>
            </p:cNvGrpSpPr>
            <p:nvPr/>
          </p:nvGrpSpPr>
          <p:grpSpPr bwMode="auto">
            <a:xfrm>
              <a:off x="4333" y="2837"/>
              <a:ext cx="77" cy="89"/>
              <a:chOff x="4333" y="2837"/>
              <a:chExt cx="77" cy="89"/>
            </a:xfrm>
          </p:grpSpPr>
          <p:sp>
            <p:nvSpPr>
              <p:cNvPr id="77921" name="Rectangle 93">
                <a:extLst>
                  <a:ext uri="{FF2B5EF4-FFF2-40B4-BE49-F238E27FC236}">
                    <a16:creationId xmlns:a16="http://schemas.microsoft.com/office/drawing/2014/main" id="{719E141D-9989-D34C-9E2F-575C8EDA9417}"/>
                  </a:ext>
                </a:extLst>
              </p:cNvPr>
              <p:cNvSpPr>
                <a:spLocks noChangeArrowheads="1"/>
              </p:cNvSpPr>
              <p:nvPr/>
            </p:nvSpPr>
            <p:spPr bwMode="auto">
              <a:xfrm>
                <a:off x="4333" y="2837"/>
                <a:ext cx="77" cy="89"/>
              </a:xfrm>
              <a:prstGeom prst="rect">
                <a:avLst/>
              </a:prstGeom>
              <a:solidFill>
                <a:srgbClr val="FFFFFF"/>
              </a:solidFill>
              <a:ln w="9525">
                <a:solidFill>
                  <a:schemeClr val="tx1"/>
                </a:solidFill>
                <a:miter lim="800000"/>
                <a:headEnd/>
                <a:tailEnd/>
              </a:ln>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77922" name="Rectangle 94">
                <a:extLst>
                  <a:ext uri="{FF2B5EF4-FFF2-40B4-BE49-F238E27FC236}">
                    <a16:creationId xmlns:a16="http://schemas.microsoft.com/office/drawing/2014/main" id="{1E87FA39-F0ED-BF48-BF47-FE941C94CB77}"/>
                  </a:ext>
                </a:extLst>
              </p:cNvPr>
              <p:cNvSpPr>
                <a:spLocks noChangeArrowheads="1"/>
              </p:cNvSpPr>
              <p:nvPr/>
            </p:nvSpPr>
            <p:spPr bwMode="auto">
              <a:xfrm>
                <a:off x="4333" y="2837"/>
                <a:ext cx="77" cy="89"/>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grpSp>
        <p:sp>
          <p:nvSpPr>
            <p:cNvPr id="77908" name="Rectangle 95">
              <a:extLst>
                <a:ext uri="{FF2B5EF4-FFF2-40B4-BE49-F238E27FC236}">
                  <a16:creationId xmlns:a16="http://schemas.microsoft.com/office/drawing/2014/main" id="{C4A4D6E7-217E-064D-8A13-2EF72A7B21C1}"/>
                </a:ext>
              </a:extLst>
            </p:cNvPr>
            <p:cNvSpPr>
              <a:spLocks noChangeArrowheads="1"/>
            </p:cNvSpPr>
            <p:nvPr/>
          </p:nvSpPr>
          <p:spPr bwMode="auto">
            <a:xfrm>
              <a:off x="4333" y="2837"/>
              <a:ext cx="87" cy="99"/>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grpSp>
          <p:nvGrpSpPr>
            <p:cNvPr id="77909" name="Group 96">
              <a:extLst>
                <a:ext uri="{FF2B5EF4-FFF2-40B4-BE49-F238E27FC236}">
                  <a16:creationId xmlns:a16="http://schemas.microsoft.com/office/drawing/2014/main" id="{D62F9F56-ACDA-B24E-94F0-55D8A472BF9D}"/>
                </a:ext>
              </a:extLst>
            </p:cNvPr>
            <p:cNvGrpSpPr>
              <a:grpSpLocks/>
            </p:cNvGrpSpPr>
            <p:nvPr/>
          </p:nvGrpSpPr>
          <p:grpSpPr bwMode="auto">
            <a:xfrm>
              <a:off x="4298" y="2874"/>
              <a:ext cx="25" cy="16"/>
              <a:chOff x="4298" y="2874"/>
              <a:chExt cx="25" cy="16"/>
            </a:xfrm>
          </p:grpSpPr>
          <p:sp>
            <p:nvSpPr>
              <p:cNvPr id="77919" name="Rectangle 97">
                <a:extLst>
                  <a:ext uri="{FF2B5EF4-FFF2-40B4-BE49-F238E27FC236}">
                    <a16:creationId xmlns:a16="http://schemas.microsoft.com/office/drawing/2014/main" id="{A1B99B1E-DA78-A34E-8F8C-28E21B0C9D61}"/>
                  </a:ext>
                </a:extLst>
              </p:cNvPr>
              <p:cNvSpPr>
                <a:spLocks noChangeArrowheads="1"/>
              </p:cNvSpPr>
              <p:nvPr/>
            </p:nvSpPr>
            <p:spPr bwMode="auto">
              <a:xfrm>
                <a:off x="4298" y="2874"/>
                <a:ext cx="25" cy="16"/>
              </a:xfrm>
              <a:prstGeom prst="rect">
                <a:avLst/>
              </a:prstGeom>
              <a:solidFill>
                <a:srgbClr val="FFFFFF"/>
              </a:solidFill>
              <a:ln w="9525">
                <a:solidFill>
                  <a:schemeClr val="tx1"/>
                </a:solidFill>
                <a:miter lim="800000"/>
                <a:headEnd/>
                <a:tailEnd/>
              </a:ln>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77920" name="Rectangle 98">
                <a:extLst>
                  <a:ext uri="{FF2B5EF4-FFF2-40B4-BE49-F238E27FC236}">
                    <a16:creationId xmlns:a16="http://schemas.microsoft.com/office/drawing/2014/main" id="{781F17F8-B9EC-B942-89D5-ABBC4779C380}"/>
                  </a:ext>
                </a:extLst>
              </p:cNvPr>
              <p:cNvSpPr>
                <a:spLocks noChangeArrowheads="1"/>
              </p:cNvSpPr>
              <p:nvPr/>
            </p:nvSpPr>
            <p:spPr bwMode="auto">
              <a:xfrm>
                <a:off x="4298" y="2874"/>
                <a:ext cx="25" cy="1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grpSp>
        <p:sp>
          <p:nvSpPr>
            <p:cNvPr id="77910" name="Rectangle 99">
              <a:extLst>
                <a:ext uri="{FF2B5EF4-FFF2-40B4-BE49-F238E27FC236}">
                  <a16:creationId xmlns:a16="http://schemas.microsoft.com/office/drawing/2014/main" id="{47E561C5-ED42-614E-B2C9-F616347F3EE5}"/>
                </a:ext>
              </a:extLst>
            </p:cNvPr>
            <p:cNvSpPr>
              <a:spLocks noChangeArrowheads="1"/>
            </p:cNvSpPr>
            <p:nvPr/>
          </p:nvSpPr>
          <p:spPr bwMode="auto">
            <a:xfrm>
              <a:off x="4298" y="2874"/>
              <a:ext cx="35" cy="2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grpSp>
          <p:nvGrpSpPr>
            <p:cNvPr id="77911" name="Group 100">
              <a:extLst>
                <a:ext uri="{FF2B5EF4-FFF2-40B4-BE49-F238E27FC236}">
                  <a16:creationId xmlns:a16="http://schemas.microsoft.com/office/drawing/2014/main" id="{5D6A64DD-B80A-7242-888F-DB679ECC83FE}"/>
                </a:ext>
              </a:extLst>
            </p:cNvPr>
            <p:cNvGrpSpPr>
              <a:grpSpLocks/>
            </p:cNvGrpSpPr>
            <p:nvPr/>
          </p:nvGrpSpPr>
          <p:grpSpPr bwMode="auto">
            <a:xfrm>
              <a:off x="4076" y="2822"/>
              <a:ext cx="164" cy="90"/>
              <a:chOff x="4076" y="2822"/>
              <a:chExt cx="164" cy="90"/>
            </a:xfrm>
          </p:grpSpPr>
          <p:sp>
            <p:nvSpPr>
              <p:cNvPr id="77917" name="Freeform 101">
                <a:extLst>
                  <a:ext uri="{FF2B5EF4-FFF2-40B4-BE49-F238E27FC236}">
                    <a16:creationId xmlns:a16="http://schemas.microsoft.com/office/drawing/2014/main" id="{C9425D2A-5EB2-0547-905F-CD4424826A80}"/>
                  </a:ext>
                </a:extLst>
              </p:cNvPr>
              <p:cNvSpPr>
                <a:spLocks/>
              </p:cNvSpPr>
              <p:nvPr/>
            </p:nvSpPr>
            <p:spPr bwMode="auto">
              <a:xfrm>
                <a:off x="4076" y="2822"/>
                <a:ext cx="164" cy="90"/>
              </a:xfrm>
              <a:custGeom>
                <a:avLst/>
                <a:gdLst>
                  <a:gd name="T0" fmla="*/ 0 w 164"/>
                  <a:gd name="T1" fmla="*/ 90 h 90"/>
                  <a:gd name="T2" fmla="*/ 0 w 164"/>
                  <a:gd name="T3" fmla="*/ 35 h 90"/>
                  <a:gd name="T4" fmla="*/ 22 w 164"/>
                  <a:gd name="T5" fmla="*/ 0 h 90"/>
                  <a:gd name="T6" fmla="*/ 164 w 164"/>
                  <a:gd name="T7" fmla="*/ 0 h 90"/>
                  <a:gd name="T8" fmla="*/ 164 w 164"/>
                  <a:gd name="T9" fmla="*/ 90 h 90"/>
                  <a:gd name="T10" fmla="*/ 0 w 164"/>
                  <a:gd name="T11" fmla="*/ 90 h 90"/>
                  <a:gd name="T12" fmla="*/ 0 60000 65536"/>
                  <a:gd name="T13" fmla="*/ 0 60000 65536"/>
                  <a:gd name="T14" fmla="*/ 0 60000 65536"/>
                  <a:gd name="T15" fmla="*/ 0 60000 65536"/>
                  <a:gd name="T16" fmla="*/ 0 60000 65536"/>
                  <a:gd name="T17" fmla="*/ 0 60000 65536"/>
                  <a:gd name="T18" fmla="*/ 0 w 164"/>
                  <a:gd name="T19" fmla="*/ 0 h 90"/>
                  <a:gd name="T20" fmla="*/ 164 w 164"/>
                  <a:gd name="T21" fmla="*/ 90 h 90"/>
                </a:gdLst>
                <a:ahLst/>
                <a:cxnLst>
                  <a:cxn ang="T12">
                    <a:pos x="T0" y="T1"/>
                  </a:cxn>
                  <a:cxn ang="T13">
                    <a:pos x="T2" y="T3"/>
                  </a:cxn>
                  <a:cxn ang="T14">
                    <a:pos x="T4" y="T5"/>
                  </a:cxn>
                  <a:cxn ang="T15">
                    <a:pos x="T6" y="T7"/>
                  </a:cxn>
                  <a:cxn ang="T16">
                    <a:pos x="T8" y="T9"/>
                  </a:cxn>
                  <a:cxn ang="T17">
                    <a:pos x="T10" y="T11"/>
                  </a:cxn>
                </a:cxnLst>
                <a:rect l="T18" t="T19" r="T20" b="T21"/>
                <a:pathLst>
                  <a:path w="164" h="90">
                    <a:moveTo>
                      <a:pt x="0" y="90"/>
                    </a:moveTo>
                    <a:lnTo>
                      <a:pt x="0" y="35"/>
                    </a:lnTo>
                    <a:lnTo>
                      <a:pt x="22" y="0"/>
                    </a:lnTo>
                    <a:lnTo>
                      <a:pt x="164" y="0"/>
                    </a:lnTo>
                    <a:lnTo>
                      <a:pt x="164" y="90"/>
                    </a:lnTo>
                    <a:lnTo>
                      <a:pt x="0" y="90"/>
                    </a:lnTo>
                    <a:close/>
                  </a:path>
                </a:pathLst>
              </a:custGeom>
              <a:solidFill>
                <a:srgbClr val="FFFFFF"/>
              </a:solidFill>
              <a:ln w="9525">
                <a:solidFill>
                  <a:schemeClr val="tx1"/>
                </a:solidFill>
                <a:round/>
                <a:headEnd/>
                <a:tailEnd/>
              </a:ln>
            </p:spPr>
            <p:txBody>
              <a:bodyPr/>
              <a:lstStyle/>
              <a:p>
                <a:endParaRPr lang="pt-BR"/>
              </a:p>
            </p:txBody>
          </p:sp>
          <p:sp>
            <p:nvSpPr>
              <p:cNvPr id="77918" name="Freeform 102">
                <a:extLst>
                  <a:ext uri="{FF2B5EF4-FFF2-40B4-BE49-F238E27FC236}">
                    <a16:creationId xmlns:a16="http://schemas.microsoft.com/office/drawing/2014/main" id="{FE200945-DD5C-6A4A-BDE6-B143DD749959}"/>
                  </a:ext>
                </a:extLst>
              </p:cNvPr>
              <p:cNvSpPr>
                <a:spLocks/>
              </p:cNvSpPr>
              <p:nvPr/>
            </p:nvSpPr>
            <p:spPr bwMode="auto">
              <a:xfrm>
                <a:off x="4076" y="2822"/>
                <a:ext cx="164" cy="90"/>
              </a:xfrm>
              <a:custGeom>
                <a:avLst/>
                <a:gdLst>
                  <a:gd name="T0" fmla="*/ 0 w 164"/>
                  <a:gd name="T1" fmla="*/ 90 h 90"/>
                  <a:gd name="T2" fmla="*/ 0 w 164"/>
                  <a:gd name="T3" fmla="*/ 35 h 90"/>
                  <a:gd name="T4" fmla="*/ 22 w 164"/>
                  <a:gd name="T5" fmla="*/ 0 h 90"/>
                  <a:gd name="T6" fmla="*/ 164 w 164"/>
                  <a:gd name="T7" fmla="*/ 0 h 90"/>
                  <a:gd name="T8" fmla="*/ 164 w 164"/>
                  <a:gd name="T9" fmla="*/ 90 h 90"/>
                  <a:gd name="T10" fmla="*/ 0 w 164"/>
                  <a:gd name="T11" fmla="*/ 90 h 90"/>
                  <a:gd name="T12" fmla="*/ 0 60000 65536"/>
                  <a:gd name="T13" fmla="*/ 0 60000 65536"/>
                  <a:gd name="T14" fmla="*/ 0 60000 65536"/>
                  <a:gd name="T15" fmla="*/ 0 60000 65536"/>
                  <a:gd name="T16" fmla="*/ 0 60000 65536"/>
                  <a:gd name="T17" fmla="*/ 0 60000 65536"/>
                  <a:gd name="T18" fmla="*/ 0 w 164"/>
                  <a:gd name="T19" fmla="*/ 0 h 90"/>
                  <a:gd name="T20" fmla="*/ 164 w 164"/>
                  <a:gd name="T21" fmla="*/ 90 h 90"/>
                </a:gdLst>
                <a:ahLst/>
                <a:cxnLst>
                  <a:cxn ang="T12">
                    <a:pos x="T0" y="T1"/>
                  </a:cxn>
                  <a:cxn ang="T13">
                    <a:pos x="T2" y="T3"/>
                  </a:cxn>
                  <a:cxn ang="T14">
                    <a:pos x="T4" y="T5"/>
                  </a:cxn>
                  <a:cxn ang="T15">
                    <a:pos x="T6" y="T7"/>
                  </a:cxn>
                  <a:cxn ang="T16">
                    <a:pos x="T8" y="T9"/>
                  </a:cxn>
                  <a:cxn ang="T17">
                    <a:pos x="T10" y="T11"/>
                  </a:cxn>
                </a:cxnLst>
                <a:rect l="T18" t="T19" r="T20" b="T21"/>
                <a:pathLst>
                  <a:path w="164" h="90">
                    <a:moveTo>
                      <a:pt x="0" y="90"/>
                    </a:moveTo>
                    <a:lnTo>
                      <a:pt x="0" y="35"/>
                    </a:lnTo>
                    <a:lnTo>
                      <a:pt x="22" y="0"/>
                    </a:lnTo>
                    <a:lnTo>
                      <a:pt x="164" y="0"/>
                    </a:lnTo>
                    <a:lnTo>
                      <a:pt x="164" y="90"/>
                    </a:lnTo>
                    <a:lnTo>
                      <a:pt x="0" y="90"/>
                    </a:lnTo>
                  </a:path>
                </a:pathLst>
              </a:custGeom>
              <a:noFill/>
              <a:ln w="12700">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grpSp>
        <p:sp>
          <p:nvSpPr>
            <p:cNvPr id="77912" name="Freeform 103">
              <a:extLst>
                <a:ext uri="{FF2B5EF4-FFF2-40B4-BE49-F238E27FC236}">
                  <a16:creationId xmlns:a16="http://schemas.microsoft.com/office/drawing/2014/main" id="{6A5EF787-59A6-0843-873A-531B4FFC5BD8}"/>
                </a:ext>
              </a:extLst>
            </p:cNvPr>
            <p:cNvSpPr>
              <a:spLocks/>
            </p:cNvSpPr>
            <p:nvPr/>
          </p:nvSpPr>
          <p:spPr bwMode="auto">
            <a:xfrm>
              <a:off x="4076" y="2822"/>
              <a:ext cx="174" cy="99"/>
            </a:xfrm>
            <a:custGeom>
              <a:avLst/>
              <a:gdLst>
                <a:gd name="T0" fmla="*/ 0 w 174"/>
                <a:gd name="T1" fmla="*/ 99 h 99"/>
                <a:gd name="T2" fmla="*/ 0 w 174"/>
                <a:gd name="T3" fmla="*/ 39 h 99"/>
                <a:gd name="T4" fmla="*/ 23 w 174"/>
                <a:gd name="T5" fmla="*/ 0 h 99"/>
                <a:gd name="T6" fmla="*/ 174 w 174"/>
                <a:gd name="T7" fmla="*/ 0 h 99"/>
                <a:gd name="T8" fmla="*/ 174 w 174"/>
                <a:gd name="T9" fmla="*/ 99 h 99"/>
                <a:gd name="T10" fmla="*/ 0 w 174"/>
                <a:gd name="T11" fmla="*/ 99 h 99"/>
                <a:gd name="T12" fmla="*/ 0 60000 65536"/>
                <a:gd name="T13" fmla="*/ 0 60000 65536"/>
                <a:gd name="T14" fmla="*/ 0 60000 65536"/>
                <a:gd name="T15" fmla="*/ 0 60000 65536"/>
                <a:gd name="T16" fmla="*/ 0 60000 65536"/>
                <a:gd name="T17" fmla="*/ 0 60000 65536"/>
                <a:gd name="T18" fmla="*/ 0 w 174"/>
                <a:gd name="T19" fmla="*/ 0 h 99"/>
                <a:gd name="T20" fmla="*/ 174 w 174"/>
                <a:gd name="T21" fmla="*/ 99 h 99"/>
              </a:gdLst>
              <a:ahLst/>
              <a:cxnLst>
                <a:cxn ang="T12">
                  <a:pos x="T0" y="T1"/>
                </a:cxn>
                <a:cxn ang="T13">
                  <a:pos x="T2" y="T3"/>
                </a:cxn>
                <a:cxn ang="T14">
                  <a:pos x="T4" y="T5"/>
                </a:cxn>
                <a:cxn ang="T15">
                  <a:pos x="T6" y="T7"/>
                </a:cxn>
                <a:cxn ang="T16">
                  <a:pos x="T8" y="T9"/>
                </a:cxn>
                <a:cxn ang="T17">
                  <a:pos x="T10" y="T11"/>
                </a:cxn>
              </a:cxnLst>
              <a:rect l="T18" t="T19" r="T20" b="T21"/>
              <a:pathLst>
                <a:path w="174" h="99">
                  <a:moveTo>
                    <a:pt x="0" y="99"/>
                  </a:moveTo>
                  <a:lnTo>
                    <a:pt x="0" y="39"/>
                  </a:lnTo>
                  <a:lnTo>
                    <a:pt x="23" y="0"/>
                  </a:lnTo>
                  <a:lnTo>
                    <a:pt x="174" y="0"/>
                  </a:lnTo>
                  <a:lnTo>
                    <a:pt x="174" y="99"/>
                  </a:lnTo>
                  <a:lnTo>
                    <a:pt x="0" y="99"/>
                  </a:lnTo>
                </a:path>
              </a:pathLst>
            </a:custGeom>
            <a:noFill/>
            <a:ln w="12700">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grpSp>
          <p:nvGrpSpPr>
            <p:cNvPr id="77913" name="Group 104">
              <a:extLst>
                <a:ext uri="{FF2B5EF4-FFF2-40B4-BE49-F238E27FC236}">
                  <a16:creationId xmlns:a16="http://schemas.microsoft.com/office/drawing/2014/main" id="{24F36BB6-4E47-E446-B074-3C60BA7E0ADF}"/>
                </a:ext>
              </a:extLst>
            </p:cNvPr>
            <p:cNvGrpSpPr>
              <a:grpSpLocks/>
            </p:cNvGrpSpPr>
            <p:nvPr/>
          </p:nvGrpSpPr>
          <p:grpSpPr bwMode="auto">
            <a:xfrm>
              <a:off x="4059" y="2885"/>
              <a:ext cx="60" cy="41"/>
              <a:chOff x="4059" y="2885"/>
              <a:chExt cx="60" cy="41"/>
            </a:xfrm>
          </p:grpSpPr>
          <p:sp>
            <p:nvSpPr>
              <p:cNvPr id="77915" name="Freeform 105">
                <a:extLst>
                  <a:ext uri="{FF2B5EF4-FFF2-40B4-BE49-F238E27FC236}">
                    <a16:creationId xmlns:a16="http://schemas.microsoft.com/office/drawing/2014/main" id="{52AA4A1F-E1F5-4246-9754-69489A04B3E5}"/>
                  </a:ext>
                </a:extLst>
              </p:cNvPr>
              <p:cNvSpPr>
                <a:spLocks/>
              </p:cNvSpPr>
              <p:nvPr/>
            </p:nvSpPr>
            <p:spPr bwMode="auto">
              <a:xfrm>
                <a:off x="4059" y="2885"/>
                <a:ext cx="60" cy="41"/>
              </a:xfrm>
              <a:custGeom>
                <a:avLst/>
                <a:gdLst>
                  <a:gd name="T0" fmla="*/ 60 w 60"/>
                  <a:gd name="T1" fmla="*/ 0 h 41"/>
                  <a:gd name="T2" fmla="*/ 14 w 60"/>
                  <a:gd name="T3" fmla="*/ 11 h 41"/>
                  <a:gd name="T4" fmla="*/ 0 w 60"/>
                  <a:gd name="T5" fmla="*/ 41 h 41"/>
                  <a:gd name="T6" fmla="*/ 44 w 60"/>
                  <a:gd name="T7" fmla="*/ 32 h 41"/>
                  <a:gd name="T8" fmla="*/ 60 w 60"/>
                  <a:gd name="T9" fmla="*/ 0 h 41"/>
                  <a:gd name="T10" fmla="*/ 0 60000 65536"/>
                  <a:gd name="T11" fmla="*/ 0 60000 65536"/>
                  <a:gd name="T12" fmla="*/ 0 60000 65536"/>
                  <a:gd name="T13" fmla="*/ 0 60000 65536"/>
                  <a:gd name="T14" fmla="*/ 0 60000 65536"/>
                  <a:gd name="T15" fmla="*/ 0 w 60"/>
                  <a:gd name="T16" fmla="*/ 0 h 41"/>
                  <a:gd name="T17" fmla="*/ 60 w 60"/>
                  <a:gd name="T18" fmla="*/ 41 h 41"/>
                </a:gdLst>
                <a:ahLst/>
                <a:cxnLst>
                  <a:cxn ang="T10">
                    <a:pos x="T0" y="T1"/>
                  </a:cxn>
                  <a:cxn ang="T11">
                    <a:pos x="T2" y="T3"/>
                  </a:cxn>
                  <a:cxn ang="T12">
                    <a:pos x="T4" y="T5"/>
                  </a:cxn>
                  <a:cxn ang="T13">
                    <a:pos x="T6" y="T7"/>
                  </a:cxn>
                  <a:cxn ang="T14">
                    <a:pos x="T8" y="T9"/>
                  </a:cxn>
                </a:cxnLst>
                <a:rect l="T15" t="T16" r="T17" b="T18"/>
                <a:pathLst>
                  <a:path w="60" h="41">
                    <a:moveTo>
                      <a:pt x="60" y="0"/>
                    </a:moveTo>
                    <a:lnTo>
                      <a:pt x="14" y="11"/>
                    </a:lnTo>
                    <a:lnTo>
                      <a:pt x="0" y="41"/>
                    </a:lnTo>
                    <a:lnTo>
                      <a:pt x="44" y="32"/>
                    </a:lnTo>
                    <a:lnTo>
                      <a:pt x="60" y="0"/>
                    </a:lnTo>
                    <a:close/>
                  </a:path>
                </a:pathLst>
              </a:custGeom>
              <a:solidFill>
                <a:srgbClr val="000000"/>
              </a:solidFill>
              <a:ln w="9525">
                <a:solidFill>
                  <a:schemeClr val="tx1"/>
                </a:solidFill>
                <a:round/>
                <a:headEnd/>
                <a:tailEnd/>
              </a:ln>
            </p:spPr>
            <p:txBody>
              <a:bodyPr/>
              <a:lstStyle/>
              <a:p>
                <a:endParaRPr lang="pt-BR"/>
              </a:p>
            </p:txBody>
          </p:sp>
          <p:sp>
            <p:nvSpPr>
              <p:cNvPr id="77916" name="Freeform 106">
                <a:extLst>
                  <a:ext uri="{FF2B5EF4-FFF2-40B4-BE49-F238E27FC236}">
                    <a16:creationId xmlns:a16="http://schemas.microsoft.com/office/drawing/2014/main" id="{00C3AB3A-FE33-6849-9976-3EC73AF54BE1}"/>
                  </a:ext>
                </a:extLst>
              </p:cNvPr>
              <p:cNvSpPr>
                <a:spLocks/>
              </p:cNvSpPr>
              <p:nvPr/>
            </p:nvSpPr>
            <p:spPr bwMode="auto">
              <a:xfrm>
                <a:off x="4059" y="2885"/>
                <a:ext cx="60" cy="41"/>
              </a:xfrm>
              <a:custGeom>
                <a:avLst/>
                <a:gdLst>
                  <a:gd name="T0" fmla="*/ 60 w 60"/>
                  <a:gd name="T1" fmla="*/ 0 h 41"/>
                  <a:gd name="T2" fmla="*/ 14 w 60"/>
                  <a:gd name="T3" fmla="*/ 11 h 41"/>
                  <a:gd name="T4" fmla="*/ 0 w 60"/>
                  <a:gd name="T5" fmla="*/ 41 h 41"/>
                  <a:gd name="T6" fmla="*/ 44 w 60"/>
                  <a:gd name="T7" fmla="*/ 32 h 41"/>
                  <a:gd name="T8" fmla="*/ 60 w 60"/>
                  <a:gd name="T9" fmla="*/ 0 h 41"/>
                  <a:gd name="T10" fmla="*/ 0 60000 65536"/>
                  <a:gd name="T11" fmla="*/ 0 60000 65536"/>
                  <a:gd name="T12" fmla="*/ 0 60000 65536"/>
                  <a:gd name="T13" fmla="*/ 0 60000 65536"/>
                  <a:gd name="T14" fmla="*/ 0 60000 65536"/>
                  <a:gd name="T15" fmla="*/ 0 w 60"/>
                  <a:gd name="T16" fmla="*/ 0 h 41"/>
                  <a:gd name="T17" fmla="*/ 60 w 60"/>
                  <a:gd name="T18" fmla="*/ 41 h 41"/>
                </a:gdLst>
                <a:ahLst/>
                <a:cxnLst>
                  <a:cxn ang="T10">
                    <a:pos x="T0" y="T1"/>
                  </a:cxn>
                  <a:cxn ang="T11">
                    <a:pos x="T2" y="T3"/>
                  </a:cxn>
                  <a:cxn ang="T12">
                    <a:pos x="T4" y="T5"/>
                  </a:cxn>
                  <a:cxn ang="T13">
                    <a:pos x="T6" y="T7"/>
                  </a:cxn>
                  <a:cxn ang="T14">
                    <a:pos x="T8" y="T9"/>
                  </a:cxn>
                </a:cxnLst>
                <a:rect l="T15" t="T16" r="T17" b="T18"/>
                <a:pathLst>
                  <a:path w="60" h="41">
                    <a:moveTo>
                      <a:pt x="60" y="0"/>
                    </a:moveTo>
                    <a:lnTo>
                      <a:pt x="14" y="11"/>
                    </a:lnTo>
                    <a:lnTo>
                      <a:pt x="0" y="41"/>
                    </a:lnTo>
                    <a:lnTo>
                      <a:pt x="44" y="32"/>
                    </a:lnTo>
                    <a:lnTo>
                      <a:pt x="60" y="0"/>
                    </a:lnTo>
                  </a:path>
                </a:pathLst>
              </a:custGeom>
              <a:noFill/>
              <a:ln w="12700">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grpSp>
        <p:sp>
          <p:nvSpPr>
            <p:cNvPr id="77914" name="Freeform 107">
              <a:extLst>
                <a:ext uri="{FF2B5EF4-FFF2-40B4-BE49-F238E27FC236}">
                  <a16:creationId xmlns:a16="http://schemas.microsoft.com/office/drawing/2014/main" id="{662C5461-B585-B047-8D77-BA5E997594B5}"/>
                </a:ext>
              </a:extLst>
            </p:cNvPr>
            <p:cNvSpPr>
              <a:spLocks/>
            </p:cNvSpPr>
            <p:nvPr/>
          </p:nvSpPr>
          <p:spPr bwMode="auto">
            <a:xfrm>
              <a:off x="4059" y="2885"/>
              <a:ext cx="70" cy="51"/>
            </a:xfrm>
            <a:custGeom>
              <a:avLst/>
              <a:gdLst>
                <a:gd name="T0" fmla="*/ 70 w 70"/>
                <a:gd name="T1" fmla="*/ 0 h 51"/>
                <a:gd name="T2" fmla="*/ 17 w 70"/>
                <a:gd name="T3" fmla="*/ 13 h 51"/>
                <a:gd name="T4" fmla="*/ 0 w 70"/>
                <a:gd name="T5" fmla="*/ 51 h 51"/>
                <a:gd name="T6" fmla="*/ 52 w 70"/>
                <a:gd name="T7" fmla="*/ 39 h 51"/>
                <a:gd name="T8" fmla="*/ 70 w 70"/>
                <a:gd name="T9" fmla="*/ 0 h 51"/>
                <a:gd name="T10" fmla="*/ 0 60000 65536"/>
                <a:gd name="T11" fmla="*/ 0 60000 65536"/>
                <a:gd name="T12" fmla="*/ 0 60000 65536"/>
                <a:gd name="T13" fmla="*/ 0 60000 65536"/>
                <a:gd name="T14" fmla="*/ 0 60000 65536"/>
                <a:gd name="T15" fmla="*/ 0 w 70"/>
                <a:gd name="T16" fmla="*/ 0 h 51"/>
                <a:gd name="T17" fmla="*/ 70 w 70"/>
                <a:gd name="T18" fmla="*/ 51 h 51"/>
              </a:gdLst>
              <a:ahLst/>
              <a:cxnLst>
                <a:cxn ang="T10">
                  <a:pos x="T0" y="T1"/>
                </a:cxn>
                <a:cxn ang="T11">
                  <a:pos x="T2" y="T3"/>
                </a:cxn>
                <a:cxn ang="T12">
                  <a:pos x="T4" y="T5"/>
                </a:cxn>
                <a:cxn ang="T13">
                  <a:pos x="T6" y="T7"/>
                </a:cxn>
                <a:cxn ang="T14">
                  <a:pos x="T8" y="T9"/>
                </a:cxn>
              </a:cxnLst>
              <a:rect l="T15" t="T16" r="T17" b="T18"/>
              <a:pathLst>
                <a:path w="70" h="51">
                  <a:moveTo>
                    <a:pt x="70" y="0"/>
                  </a:moveTo>
                  <a:lnTo>
                    <a:pt x="17" y="13"/>
                  </a:lnTo>
                  <a:lnTo>
                    <a:pt x="0" y="51"/>
                  </a:lnTo>
                  <a:lnTo>
                    <a:pt x="52" y="39"/>
                  </a:lnTo>
                  <a:lnTo>
                    <a:pt x="70" y="0"/>
                  </a:lnTo>
                </a:path>
              </a:pathLst>
            </a:custGeom>
            <a:noFill/>
            <a:ln w="12700">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grpSp>
      <p:grpSp>
        <p:nvGrpSpPr>
          <p:cNvPr id="77831" name="Group 108">
            <a:extLst>
              <a:ext uri="{FF2B5EF4-FFF2-40B4-BE49-F238E27FC236}">
                <a16:creationId xmlns:a16="http://schemas.microsoft.com/office/drawing/2014/main" id="{2872D0F5-A17D-4D47-8B2D-11484CBEC575}"/>
              </a:ext>
            </a:extLst>
          </p:cNvPr>
          <p:cNvGrpSpPr>
            <a:grpSpLocks/>
          </p:cNvGrpSpPr>
          <p:nvPr/>
        </p:nvGrpSpPr>
        <p:grpSpPr bwMode="auto">
          <a:xfrm>
            <a:off x="5022850" y="2201863"/>
            <a:ext cx="833438" cy="582612"/>
            <a:chOff x="2743" y="3378"/>
            <a:chExt cx="765" cy="629"/>
          </a:xfrm>
        </p:grpSpPr>
        <p:grpSp>
          <p:nvGrpSpPr>
            <p:cNvPr id="77857" name="Group 109">
              <a:extLst>
                <a:ext uri="{FF2B5EF4-FFF2-40B4-BE49-F238E27FC236}">
                  <a16:creationId xmlns:a16="http://schemas.microsoft.com/office/drawing/2014/main" id="{7B706E44-8670-464A-9A76-D1C8C98E28D3}"/>
                </a:ext>
              </a:extLst>
            </p:cNvPr>
            <p:cNvGrpSpPr>
              <a:grpSpLocks/>
            </p:cNvGrpSpPr>
            <p:nvPr/>
          </p:nvGrpSpPr>
          <p:grpSpPr bwMode="auto">
            <a:xfrm>
              <a:off x="2743" y="3378"/>
              <a:ext cx="758" cy="619"/>
              <a:chOff x="2743" y="3378"/>
              <a:chExt cx="758" cy="619"/>
            </a:xfrm>
          </p:grpSpPr>
          <p:sp>
            <p:nvSpPr>
              <p:cNvPr id="77877" name="Rectangle 110">
                <a:extLst>
                  <a:ext uri="{FF2B5EF4-FFF2-40B4-BE49-F238E27FC236}">
                    <a16:creationId xmlns:a16="http://schemas.microsoft.com/office/drawing/2014/main" id="{675C1F78-8E27-B448-9340-448F839A4EAC}"/>
                  </a:ext>
                </a:extLst>
              </p:cNvPr>
              <p:cNvSpPr>
                <a:spLocks noChangeArrowheads="1"/>
              </p:cNvSpPr>
              <p:nvPr/>
            </p:nvSpPr>
            <p:spPr bwMode="auto">
              <a:xfrm>
                <a:off x="2743" y="3378"/>
                <a:ext cx="758" cy="619"/>
              </a:xfrm>
              <a:prstGeom prst="rect">
                <a:avLst/>
              </a:prstGeom>
              <a:solidFill>
                <a:srgbClr val="FFFFFF"/>
              </a:solidFill>
              <a:ln w="9525">
                <a:solidFill>
                  <a:schemeClr val="tx1"/>
                </a:solidFill>
                <a:miter lim="800000"/>
                <a:headEnd/>
                <a:tailEnd/>
              </a:ln>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77878" name="Rectangle 111">
                <a:extLst>
                  <a:ext uri="{FF2B5EF4-FFF2-40B4-BE49-F238E27FC236}">
                    <a16:creationId xmlns:a16="http://schemas.microsoft.com/office/drawing/2014/main" id="{80949A40-B9CD-2D49-86E8-2270DA7AEF62}"/>
                  </a:ext>
                </a:extLst>
              </p:cNvPr>
              <p:cNvSpPr>
                <a:spLocks noChangeArrowheads="1"/>
              </p:cNvSpPr>
              <p:nvPr/>
            </p:nvSpPr>
            <p:spPr bwMode="auto">
              <a:xfrm>
                <a:off x="2743" y="3378"/>
                <a:ext cx="758" cy="619"/>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grpSp>
        <p:sp>
          <p:nvSpPr>
            <p:cNvPr id="77858" name="Rectangle 112">
              <a:extLst>
                <a:ext uri="{FF2B5EF4-FFF2-40B4-BE49-F238E27FC236}">
                  <a16:creationId xmlns:a16="http://schemas.microsoft.com/office/drawing/2014/main" id="{9BF9361D-6685-5242-AA70-DD61988C04BC}"/>
                </a:ext>
              </a:extLst>
            </p:cNvPr>
            <p:cNvSpPr>
              <a:spLocks noChangeArrowheads="1"/>
            </p:cNvSpPr>
            <p:nvPr/>
          </p:nvSpPr>
          <p:spPr bwMode="auto">
            <a:xfrm>
              <a:off x="2743" y="3378"/>
              <a:ext cx="765" cy="629"/>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grpSp>
          <p:nvGrpSpPr>
            <p:cNvPr id="77859" name="Group 113">
              <a:extLst>
                <a:ext uri="{FF2B5EF4-FFF2-40B4-BE49-F238E27FC236}">
                  <a16:creationId xmlns:a16="http://schemas.microsoft.com/office/drawing/2014/main" id="{C94B3AB3-FA35-4444-9F0F-85A0D38BFD94}"/>
                </a:ext>
              </a:extLst>
            </p:cNvPr>
            <p:cNvGrpSpPr>
              <a:grpSpLocks/>
            </p:cNvGrpSpPr>
            <p:nvPr/>
          </p:nvGrpSpPr>
          <p:grpSpPr bwMode="auto">
            <a:xfrm>
              <a:off x="2866" y="3475"/>
              <a:ext cx="71" cy="378"/>
              <a:chOff x="2866" y="3475"/>
              <a:chExt cx="71" cy="378"/>
            </a:xfrm>
          </p:grpSpPr>
          <p:sp>
            <p:nvSpPr>
              <p:cNvPr id="77875" name="Rectangle 114">
                <a:extLst>
                  <a:ext uri="{FF2B5EF4-FFF2-40B4-BE49-F238E27FC236}">
                    <a16:creationId xmlns:a16="http://schemas.microsoft.com/office/drawing/2014/main" id="{948FE3D9-3405-B147-8ADC-886501F7A56E}"/>
                  </a:ext>
                </a:extLst>
              </p:cNvPr>
              <p:cNvSpPr>
                <a:spLocks noChangeArrowheads="1"/>
              </p:cNvSpPr>
              <p:nvPr/>
            </p:nvSpPr>
            <p:spPr bwMode="auto">
              <a:xfrm>
                <a:off x="2866" y="3475"/>
                <a:ext cx="71" cy="378"/>
              </a:xfrm>
              <a:prstGeom prst="rect">
                <a:avLst/>
              </a:prstGeom>
              <a:solidFill>
                <a:srgbClr val="FFFFFF"/>
              </a:solidFill>
              <a:ln w="9525">
                <a:solidFill>
                  <a:schemeClr val="tx1"/>
                </a:solidFill>
                <a:miter lim="800000"/>
                <a:headEnd/>
                <a:tailEnd/>
              </a:ln>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77876" name="Rectangle 115">
                <a:extLst>
                  <a:ext uri="{FF2B5EF4-FFF2-40B4-BE49-F238E27FC236}">
                    <a16:creationId xmlns:a16="http://schemas.microsoft.com/office/drawing/2014/main" id="{91AA3AFE-37CC-9F4E-A184-C8F0EEF78407}"/>
                  </a:ext>
                </a:extLst>
              </p:cNvPr>
              <p:cNvSpPr>
                <a:spLocks noChangeArrowheads="1"/>
              </p:cNvSpPr>
              <p:nvPr/>
            </p:nvSpPr>
            <p:spPr bwMode="auto">
              <a:xfrm>
                <a:off x="2866" y="3475"/>
                <a:ext cx="71" cy="37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grpSp>
        <p:sp>
          <p:nvSpPr>
            <p:cNvPr id="77860" name="Rectangle 116">
              <a:extLst>
                <a:ext uri="{FF2B5EF4-FFF2-40B4-BE49-F238E27FC236}">
                  <a16:creationId xmlns:a16="http://schemas.microsoft.com/office/drawing/2014/main" id="{52AC7B9C-2693-D943-9164-E6951C7FF589}"/>
                </a:ext>
              </a:extLst>
            </p:cNvPr>
            <p:cNvSpPr>
              <a:spLocks noChangeArrowheads="1"/>
            </p:cNvSpPr>
            <p:nvPr/>
          </p:nvSpPr>
          <p:spPr bwMode="auto">
            <a:xfrm>
              <a:off x="2866" y="3475"/>
              <a:ext cx="77" cy="38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grpSp>
          <p:nvGrpSpPr>
            <p:cNvPr id="77861" name="Group 117">
              <a:extLst>
                <a:ext uri="{FF2B5EF4-FFF2-40B4-BE49-F238E27FC236}">
                  <a16:creationId xmlns:a16="http://schemas.microsoft.com/office/drawing/2014/main" id="{630A8982-7656-DB4B-B72B-E3E6ED98136A}"/>
                </a:ext>
              </a:extLst>
            </p:cNvPr>
            <p:cNvGrpSpPr>
              <a:grpSpLocks/>
            </p:cNvGrpSpPr>
            <p:nvPr/>
          </p:nvGrpSpPr>
          <p:grpSpPr bwMode="auto">
            <a:xfrm>
              <a:off x="2944" y="3551"/>
              <a:ext cx="146" cy="224"/>
              <a:chOff x="2944" y="3551"/>
              <a:chExt cx="146" cy="224"/>
            </a:xfrm>
          </p:grpSpPr>
          <p:sp>
            <p:nvSpPr>
              <p:cNvPr id="77873" name="Rectangle 118">
                <a:extLst>
                  <a:ext uri="{FF2B5EF4-FFF2-40B4-BE49-F238E27FC236}">
                    <a16:creationId xmlns:a16="http://schemas.microsoft.com/office/drawing/2014/main" id="{EF0B2451-0960-BF49-818E-BE9D4F0B68AA}"/>
                  </a:ext>
                </a:extLst>
              </p:cNvPr>
              <p:cNvSpPr>
                <a:spLocks noChangeArrowheads="1"/>
              </p:cNvSpPr>
              <p:nvPr/>
            </p:nvSpPr>
            <p:spPr bwMode="auto">
              <a:xfrm>
                <a:off x="2944" y="3551"/>
                <a:ext cx="146" cy="224"/>
              </a:xfrm>
              <a:prstGeom prst="rect">
                <a:avLst/>
              </a:prstGeom>
              <a:solidFill>
                <a:srgbClr val="FFFFFF"/>
              </a:solidFill>
              <a:ln w="9525">
                <a:solidFill>
                  <a:schemeClr val="tx1"/>
                </a:solidFill>
                <a:miter lim="800000"/>
                <a:headEnd/>
                <a:tailEnd/>
              </a:ln>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77874" name="Rectangle 119">
                <a:extLst>
                  <a:ext uri="{FF2B5EF4-FFF2-40B4-BE49-F238E27FC236}">
                    <a16:creationId xmlns:a16="http://schemas.microsoft.com/office/drawing/2014/main" id="{76872D15-0E70-D74B-83CA-81AB0D18FCD1}"/>
                  </a:ext>
                </a:extLst>
              </p:cNvPr>
              <p:cNvSpPr>
                <a:spLocks noChangeArrowheads="1"/>
              </p:cNvSpPr>
              <p:nvPr/>
            </p:nvSpPr>
            <p:spPr bwMode="auto">
              <a:xfrm>
                <a:off x="2944" y="3551"/>
                <a:ext cx="146" cy="22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grpSp>
        <p:sp>
          <p:nvSpPr>
            <p:cNvPr id="77862" name="Rectangle 120">
              <a:extLst>
                <a:ext uri="{FF2B5EF4-FFF2-40B4-BE49-F238E27FC236}">
                  <a16:creationId xmlns:a16="http://schemas.microsoft.com/office/drawing/2014/main" id="{85AFF7BD-E2CB-6044-A5D2-B23282E7F1F7}"/>
                </a:ext>
              </a:extLst>
            </p:cNvPr>
            <p:cNvSpPr>
              <a:spLocks noChangeArrowheads="1"/>
            </p:cNvSpPr>
            <p:nvPr/>
          </p:nvSpPr>
          <p:spPr bwMode="auto">
            <a:xfrm>
              <a:off x="2944" y="3551"/>
              <a:ext cx="153" cy="23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grpSp>
          <p:nvGrpSpPr>
            <p:cNvPr id="77863" name="Group 121">
              <a:extLst>
                <a:ext uri="{FF2B5EF4-FFF2-40B4-BE49-F238E27FC236}">
                  <a16:creationId xmlns:a16="http://schemas.microsoft.com/office/drawing/2014/main" id="{96B93FA3-F597-F140-AE01-C76519C119B4}"/>
                </a:ext>
              </a:extLst>
            </p:cNvPr>
            <p:cNvGrpSpPr>
              <a:grpSpLocks/>
            </p:cNvGrpSpPr>
            <p:nvPr/>
          </p:nvGrpSpPr>
          <p:grpSpPr bwMode="auto">
            <a:xfrm>
              <a:off x="3097" y="3631"/>
              <a:ext cx="146" cy="66"/>
              <a:chOff x="3097" y="3631"/>
              <a:chExt cx="146" cy="66"/>
            </a:xfrm>
          </p:grpSpPr>
          <p:sp>
            <p:nvSpPr>
              <p:cNvPr id="77871" name="Rectangle 122">
                <a:extLst>
                  <a:ext uri="{FF2B5EF4-FFF2-40B4-BE49-F238E27FC236}">
                    <a16:creationId xmlns:a16="http://schemas.microsoft.com/office/drawing/2014/main" id="{8036F98C-9C86-8E4B-B635-378DBBFAEB76}"/>
                  </a:ext>
                </a:extLst>
              </p:cNvPr>
              <p:cNvSpPr>
                <a:spLocks noChangeArrowheads="1"/>
              </p:cNvSpPr>
              <p:nvPr/>
            </p:nvSpPr>
            <p:spPr bwMode="auto">
              <a:xfrm>
                <a:off x="3097" y="3631"/>
                <a:ext cx="146" cy="66"/>
              </a:xfrm>
              <a:prstGeom prst="rect">
                <a:avLst/>
              </a:prstGeom>
              <a:solidFill>
                <a:srgbClr val="FFFFFF"/>
              </a:solidFill>
              <a:ln w="9525">
                <a:solidFill>
                  <a:schemeClr val="tx1"/>
                </a:solidFill>
                <a:miter lim="800000"/>
                <a:headEnd/>
                <a:tailEnd/>
              </a:ln>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77872" name="Rectangle 123">
                <a:extLst>
                  <a:ext uri="{FF2B5EF4-FFF2-40B4-BE49-F238E27FC236}">
                    <a16:creationId xmlns:a16="http://schemas.microsoft.com/office/drawing/2014/main" id="{5B70B355-D226-204D-BADC-2657327268BB}"/>
                  </a:ext>
                </a:extLst>
              </p:cNvPr>
              <p:cNvSpPr>
                <a:spLocks noChangeArrowheads="1"/>
              </p:cNvSpPr>
              <p:nvPr/>
            </p:nvSpPr>
            <p:spPr bwMode="auto">
              <a:xfrm>
                <a:off x="3097" y="3631"/>
                <a:ext cx="146" cy="6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grpSp>
        <p:sp>
          <p:nvSpPr>
            <p:cNvPr id="77864" name="Rectangle 124">
              <a:extLst>
                <a:ext uri="{FF2B5EF4-FFF2-40B4-BE49-F238E27FC236}">
                  <a16:creationId xmlns:a16="http://schemas.microsoft.com/office/drawing/2014/main" id="{5774121D-CC13-6E43-9DAD-F0E99C4F87FF}"/>
                </a:ext>
              </a:extLst>
            </p:cNvPr>
            <p:cNvSpPr>
              <a:spLocks noChangeArrowheads="1"/>
            </p:cNvSpPr>
            <p:nvPr/>
          </p:nvSpPr>
          <p:spPr bwMode="auto">
            <a:xfrm>
              <a:off x="3097" y="3631"/>
              <a:ext cx="153" cy="7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grpSp>
          <p:nvGrpSpPr>
            <p:cNvPr id="77865" name="Group 125">
              <a:extLst>
                <a:ext uri="{FF2B5EF4-FFF2-40B4-BE49-F238E27FC236}">
                  <a16:creationId xmlns:a16="http://schemas.microsoft.com/office/drawing/2014/main" id="{E6FFFFBF-5459-9249-9B3A-26958F8A549C}"/>
                </a:ext>
              </a:extLst>
            </p:cNvPr>
            <p:cNvGrpSpPr>
              <a:grpSpLocks/>
            </p:cNvGrpSpPr>
            <p:nvPr/>
          </p:nvGrpSpPr>
          <p:grpSpPr bwMode="auto">
            <a:xfrm>
              <a:off x="3192" y="3465"/>
              <a:ext cx="12" cy="156"/>
              <a:chOff x="3192" y="3465"/>
              <a:chExt cx="12" cy="156"/>
            </a:xfrm>
          </p:grpSpPr>
          <p:sp>
            <p:nvSpPr>
              <p:cNvPr id="77869" name="Freeform 126">
                <a:extLst>
                  <a:ext uri="{FF2B5EF4-FFF2-40B4-BE49-F238E27FC236}">
                    <a16:creationId xmlns:a16="http://schemas.microsoft.com/office/drawing/2014/main" id="{3438D095-711E-BA44-AC17-E9EEFD72B2F6}"/>
                  </a:ext>
                </a:extLst>
              </p:cNvPr>
              <p:cNvSpPr>
                <a:spLocks/>
              </p:cNvSpPr>
              <p:nvPr/>
            </p:nvSpPr>
            <p:spPr bwMode="auto">
              <a:xfrm>
                <a:off x="3192" y="3465"/>
                <a:ext cx="12" cy="156"/>
              </a:xfrm>
              <a:custGeom>
                <a:avLst/>
                <a:gdLst>
                  <a:gd name="T0" fmla="*/ 6 w 12"/>
                  <a:gd name="T1" fmla="*/ 156 h 156"/>
                  <a:gd name="T2" fmla="*/ 12 w 12"/>
                  <a:gd name="T3" fmla="*/ 156 h 156"/>
                  <a:gd name="T4" fmla="*/ 12 w 12"/>
                  <a:gd name="T5" fmla="*/ 0 h 156"/>
                  <a:gd name="T6" fmla="*/ 0 w 12"/>
                  <a:gd name="T7" fmla="*/ 0 h 156"/>
                  <a:gd name="T8" fmla="*/ 0 w 12"/>
                  <a:gd name="T9" fmla="*/ 156 h 156"/>
                  <a:gd name="T10" fmla="*/ 6 w 12"/>
                  <a:gd name="T11" fmla="*/ 156 h 156"/>
                  <a:gd name="T12" fmla="*/ 0 60000 65536"/>
                  <a:gd name="T13" fmla="*/ 0 60000 65536"/>
                  <a:gd name="T14" fmla="*/ 0 60000 65536"/>
                  <a:gd name="T15" fmla="*/ 0 60000 65536"/>
                  <a:gd name="T16" fmla="*/ 0 60000 65536"/>
                  <a:gd name="T17" fmla="*/ 0 60000 65536"/>
                  <a:gd name="T18" fmla="*/ 0 w 12"/>
                  <a:gd name="T19" fmla="*/ 0 h 156"/>
                  <a:gd name="T20" fmla="*/ 12 w 12"/>
                  <a:gd name="T21" fmla="*/ 156 h 156"/>
                </a:gdLst>
                <a:ahLst/>
                <a:cxnLst>
                  <a:cxn ang="T12">
                    <a:pos x="T0" y="T1"/>
                  </a:cxn>
                  <a:cxn ang="T13">
                    <a:pos x="T2" y="T3"/>
                  </a:cxn>
                  <a:cxn ang="T14">
                    <a:pos x="T4" y="T5"/>
                  </a:cxn>
                  <a:cxn ang="T15">
                    <a:pos x="T6" y="T7"/>
                  </a:cxn>
                  <a:cxn ang="T16">
                    <a:pos x="T8" y="T9"/>
                  </a:cxn>
                  <a:cxn ang="T17">
                    <a:pos x="T10" y="T11"/>
                  </a:cxn>
                </a:cxnLst>
                <a:rect l="T18" t="T19" r="T20" b="T21"/>
                <a:pathLst>
                  <a:path w="12" h="156">
                    <a:moveTo>
                      <a:pt x="6" y="156"/>
                    </a:moveTo>
                    <a:lnTo>
                      <a:pt x="12" y="156"/>
                    </a:lnTo>
                    <a:lnTo>
                      <a:pt x="12" y="0"/>
                    </a:lnTo>
                    <a:lnTo>
                      <a:pt x="0" y="0"/>
                    </a:lnTo>
                    <a:lnTo>
                      <a:pt x="0" y="156"/>
                    </a:lnTo>
                    <a:lnTo>
                      <a:pt x="6" y="156"/>
                    </a:lnTo>
                    <a:close/>
                  </a:path>
                </a:pathLst>
              </a:custGeom>
              <a:solidFill>
                <a:srgbClr val="000000"/>
              </a:solidFill>
              <a:ln w="9525">
                <a:solidFill>
                  <a:schemeClr val="tx1"/>
                </a:solidFill>
                <a:round/>
                <a:headEnd/>
                <a:tailEnd/>
              </a:ln>
            </p:spPr>
            <p:txBody>
              <a:bodyPr/>
              <a:lstStyle/>
              <a:p>
                <a:endParaRPr lang="pt-BR"/>
              </a:p>
            </p:txBody>
          </p:sp>
          <p:sp>
            <p:nvSpPr>
              <p:cNvPr id="77870" name="Freeform 127">
                <a:extLst>
                  <a:ext uri="{FF2B5EF4-FFF2-40B4-BE49-F238E27FC236}">
                    <a16:creationId xmlns:a16="http://schemas.microsoft.com/office/drawing/2014/main" id="{82C1225C-BBB8-1A42-8CCD-BE22307737CA}"/>
                  </a:ext>
                </a:extLst>
              </p:cNvPr>
              <p:cNvSpPr>
                <a:spLocks/>
              </p:cNvSpPr>
              <p:nvPr/>
            </p:nvSpPr>
            <p:spPr bwMode="auto">
              <a:xfrm>
                <a:off x="3192" y="3465"/>
                <a:ext cx="12" cy="156"/>
              </a:xfrm>
              <a:custGeom>
                <a:avLst/>
                <a:gdLst>
                  <a:gd name="T0" fmla="*/ 6 w 12"/>
                  <a:gd name="T1" fmla="*/ 156 h 156"/>
                  <a:gd name="T2" fmla="*/ 12 w 12"/>
                  <a:gd name="T3" fmla="*/ 156 h 156"/>
                  <a:gd name="T4" fmla="*/ 12 w 12"/>
                  <a:gd name="T5" fmla="*/ 0 h 156"/>
                  <a:gd name="T6" fmla="*/ 0 w 12"/>
                  <a:gd name="T7" fmla="*/ 0 h 156"/>
                  <a:gd name="T8" fmla="*/ 0 w 12"/>
                  <a:gd name="T9" fmla="*/ 156 h 156"/>
                  <a:gd name="T10" fmla="*/ 6 w 12"/>
                  <a:gd name="T11" fmla="*/ 156 h 156"/>
                  <a:gd name="T12" fmla="*/ 0 60000 65536"/>
                  <a:gd name="T13" fmla="*/ 0 60000 65536"/>
                  <a:gd name="T14" fmla="*/ 0 60000 65536"/>
                  <a:gd name="T15" fmla="*/ 0 60000 65536"/>
                  <a:gd name="T16" fmla="*/ 0 60000 65536"/>
                  <a:gd name="T17" fmla="*/ 0 60000 65536"/>
                  <a:gd name="T18" fmla="*/ 0 w 12"/>
                  <a:gd name="T19" fmla="*/ 0 h 156"/>
                  <a:gd name="T20" fmla="*/ 12 w 12"/>
                  <a:gd name="T21" fmla="*/ 156 h 156"/>
                </a:gdLst>
                <a:ahLst/>
                <a:cxnLst>
                  <a:cxn ang="T12">
                    <a:pos x="T0" y="T1"/>
                  </a:cxn>
                  <a:cxn ang="T13">
                    <a:pos x="T2" y="T3"/>
                  </a:cxn>
                  <a:cxn ang="T14">
                    <a:pos x="T4" y="T5"/>
                  </a:cxn>
                  <a:cxn ang="T15">
                    <a:pos x="T6" y="T7"/>
                  </a:cxn>
                  <a:cxn ang="T16">
                    <a:pos x="T8" y="T9"/>
                  </a:cxn>
                  <a:cxn ang="T17">
                    <a:pos x="T10" y="T11"/>
                  </a:cxn>
                </a:cxnLst>
                <a:rect l="T18" t="T19" r="T20" b="T21"/>
                <a:pathLst>
                  <a:path w="12" h="156">
                    <a:moveTo>
                      <a:pt x="6" y="156"/>
                    </a:moveTo>
                    <a:lnTo>
                      <a:pt x="12" y="156"/>
                    </a:lnTo>
                    <a:lnTo>
                      <a:pt x="12" y="0"/>
                    </a:lnTo>
                    <a:lnTo>
                      <a:pt x="0" y="0"/>
                    </a:lnTo>
                    <a:lnTo>
                      <a:pt x="0" y="156"/>
                    </a:lnTo>
                    <a:lnTo>
                      <a:pt x="6" y="156"/>
                    </a:lnTo>
                  </a:path>
                </a:pathLst>
              </a:custGeom>
              <a:noFill/>
              <a:ln w="12700">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grpSp>
        <p:grpSp>
          <p:nvGrpSpPr>
            <p:cNvPr id="77866" name="Group 128">
              <a:extLst>
                <a:ext uri="{FF2B5EF4-FFF2-40B4-BE49-F238E27FC236}">
                  <a16:creationId xmlns:a16="http://schemas.microsoft.com/office/drawing/2014/main" id="{E16ADFCD-485A-5E40-95BC-CA959EE0CD2D}"/>
                </a:ext>
              </a:extLst>
            </p:cNvPr>
            <p:cNvGrpSpPr>
              <a:grpSpLocks/>
            </p:cNvGrpSpPr>
            <p:nvPr/>
          </p:nvGrpSpPr>
          <p:grpSpPr bwMode="auto">
            <a:xfrm>
              <a:off x="3195" y="3718"/>
              <a:ext cx="14" cy="218"/>
              <a:chOff x="3195" y="3718"/>
              <a:chExt cx="14" cy="218"/>
            </a:xfrm>
          </p:grpSpPr>
          <p:sp>
            <p:nvSpPr>
              <p:cNvPr id="77867" name="Freeform 129">
                <a:extLst>
                  <a:ext uri="{FF2B5EF4-FFF2-40B4-BE49-F238E27FC236}">
                    <a16:creationId xmlns:a16="http://schemas.microsoft.com/office/drawing/2014/main" id="{825C4E5F-A78D-9648-A2EB-7D816F447C7F}"/>
                  </a:ext>
                </a:extLst>
              </p:cNvPr>
              <p:cNvSpPr>
                <a:spLocks/>
              </p:cNvSpPr>
              <p:nvPr/>
            </p:nvSpPr>
            <p:spPr bwMode="auto">
              <a:xfrm>
                <a:off x="3195" y="3718"/>
                <a:ext cx="14" cy="218"/>
              </a:xfrm>
              <a:custGeom>
                <a:avLst/>
                <a:gdLst>
                  <a:gd name="T0" fmla="*/ 7 w 14"/>
                  <a:gd name="T1" fmla="*/ 0 h 218"/>
                  <a:gd name="T2" fmla="*/ 0 w 14"/>
                  <a:gd name="T3" fmla="*/ 0 h 218"/>
                  <a:gd name="T4" fmla="*/ 0 w 14"/>
                  <a:gd name="T5" fmla="*/ 218 h 218"/>
                  <a:gd name="T6" fmla="*/ 14 w 14"/>
                  <a:gd name="T7" fmla="*/ 218 h 218"/>
                  <a:gd name="T8" fmla="*/ 14 w 14"/>
                  <a:gd name="T9" fmla="*/ 0 h 218"/>
                  <a:gd name="T10" fmla="*/ 7 w 14"/>
                  <a:gd name="T11" fmla="*/ 0 h 218"/>
                  <a:gd name="T12" fmla="*/ 0 60000 65536"/>
                  <a:gd name="T13" fmla="*/ 0 60000 65536"/>
                  <a:gd name="T14" fmla="*/ 0 60000 65536"/>
                  <a:gd name="T15" fmla="*/ 0 60000 65536"/>
                  <a:gd name="T16" fmla="*/ 0 60000 65536"/>
                  <a:gd name="T17" fmla="*/ 0 60000 65536"/>
                  <a:gd name="T18" fmla="*/ 0 w 14"/>
                  <a:gd name="T19" fmla="*/ 0 h 218"/>
                  <a:gd name="T20" fmla="*/ 14 w 14"/>
                  <a:gd name="T21" fmla="*/ 218 h 218"/>
                </a:gdLst>
                <a:ahLst/>
                <a:cxnLst>
                  <a:cxn ang="T12">
                    <a:pos x="T0" y="T1"/>
                  </a:cxn>
                  <a:cxn ang="T13">
                    <a:pos x="T2" y="T3"/>
                  </a:cxn>
                  <a:cxn ang="T14">
                    <a:pos x="T4" y="T5"/>
                  </a:cxn>
                  <a:cxn ang="T15">
                    <a:pos x="T6" y="T7"/>
                  </a:cxn>
                  <a:cxn ang="T16">
                    <a:pos x="T8" y="T9"/>
                  </a:cxn>
                  <a:cxn ang="T17">
                    <a:pos x="T10" y="T11"/>
                  </a:cxn>
                </a:cxnLst>
                <a:rect l="T18" t="T19" r="T20" b="T21"/>
                <a:pathLst>
                  <a:path w="14" h="218">
                    <a:moveTo>
                      <a:pt x="7" y="0"/>
                    </a:moveTo>
                    <a:lnTo>
                      <a:pt x="0" y="0"/>
                    </a:lnTo>
                    <a:lnTo>
                      <a:pt x="0" y="218"/>
                    </a:lnTo>
                    <a:lnTo>
                      <a:pt x="14" y="218"/>
                    </a:lnTo>
                    <a:lnTo>
                      <a:pt x="14" y="0"/>
                    </a:lnTo>
                    <a:lnTo>
                      <a:pt x="7" y="0"/>
                    </a:lnTo>
                    <a:close/>
                  </a:path>
                </a:pathLst>
              </a:custGeom>
              <a:solidFill>
                <a:srgbClr val="000000"/>
              </a:solidFill>
              <a:ln w="9525">
                <a:solidFill>
                  <a:schemeClr val="tx1"/>
                </a:solidFill>
                <a:round/>
                <a:headEnd/>
                <a:tailEnd/>
              </a:ln>
            </p:spPr>
            <p:txBody>
              <a:bodyPr/>
              <a:lstStyle/>
              <a:p>
                <a:endParaRPr lang="pt-BR"/>
              </a:p>
            </p:txBody>
          </p:sp>
          <p:sp>
            <p:nvSpPr>
              <p:cNvPr id="77868" name="Freeform 130">
                <a:extLst>
                  <a:ext uri="{FF2B5EF4-FFF2-40B4-BE49-F238E27FC236}">
                    <a16:creationId xmlns:a16="http://schemas.microsoft.com/office/drawing/2014/main" id="{4A24B8AF-0288-1E4A-9F24-F82EAB7E4AB2}"/>
                  </a:ext>
                </a:extLst>
              </p:cNvPr>
              <p:cNvSpPr>
                <a:spLocks/>
              </p:cNvSpPr>
              <p:nvPr/>
            </p:nvSpPr>
            <p:spPr bwMode="auto">
              <a:xfrm>
                <a:off x="3195" y="3718"/>
                <a:ext cx="14" cy="218"/>
              </a:xfrm>
              <a:custGeom>
                <a:avLst/>
                <a:gdLst>
                  <a:gd name="T0" fmla="*/ 7 w 14"/>
                  <a:gd name="T1" fmla="*/ 0 h 218"/>
                  <a:gd name="T2" fmla="*/ 0 w 14"/>
                  <a:gd name="T3" fmla="*/ 0 h 218"/>
                  <a:gd name="T4" fmla="*/ 0 w 14"/>
                  <a:gd name="T5" fmla="*/ 218 h 218"/>
                  <a:gd name="T6" fmla="*/ 14 w 14"/>
                  <a:gd name="T7" fmla="*/ 218 h 218"/>
                  <a:gd name="T8" fmla="*/ 14 w 14"/>
                  <a:gd name="T9" fmla="*/ 0 h 218"/>
                  <a:gd name="T10" fmla="*/ 7 w 14"/>
                  <a:gd name="T11" fmla="*/ 0 h 218"/>
                  <a:gd name="T12" fmla="*/ 0 60000 65536"/>
                  <a:gd name="T13" fmla="*/ 0 60000 65536"/>
                  <a:gd name="T14" fmla="*/ 0 60000 65536"/>
                  <a:gd name="T15" fmla="*/ 0 60000 65536"/>
                  <a:gd name="T16" fmla="*/ 0 60000 65536"/>
                  <a:gd name="T17" fmla="*/ 0 60000 65536"/>
                  <a:gd name="T18" fmla="*/ 0 w 14"/>
                  <a:gd name="T19" fmla="*/ 0 h 218"/>
                  <a:gd name="T20" fmla="*/ 14 w 14"/>
                  <a:gd name="T21" fmla="*/ 218 h 218"/>
                </a:gdLst>
                <a:ahLst/>
                <a:cxnLst>
                  <a:cxn ang="T12">
                    <a:pos x="T0" y="T1"/>
                  </a:cxn>
                  <a:cxn ang="T13">
                    <a:pos x="T2" y="T3"/>
                  </a:cxn>
                  <a:cxn ang="T14">
                    <a:pos x="T4" y="T5"/>
                  </a:cxn>
                  <a:cxn ang="T15">
                    <a:pos x="T6" y="T7"/>
                  </a:cxn>
                  <a:cxn ang="T16">
                    <a:pos x="T8" y="T9"/>
                  </a:cxn>
                  <a:cxn ang="T17">
                    <a:pos x="T10" y="T11"/>
                  </a:cxn>
                </a:cxnLst>
                <a:rect l="T18" t="T19" r="T20" b="T21"/>
                <a:pathLst>
                  <a:path w="14" h="218">
                    <a:moveTo>
                      <a:pt x="7" y="0"/>
                    </a:moveTo>
                    <a:lnTo>
                      <a:pt x="0" y="0"/>
                    </a:lnTo>
                    <a:lnTo>
                      <a:pt x="0" y="218"/>
                    </a:lnTo>
                    <a:lnTo>
                      <a:pt x="14" y="218"/>
                    </a:lnTo>
                    <a:lnTo>
                      <a:pt x="14" y="0"/>
                    </a:lnTo>
                    <a:lnTo>
                      <a:pt x="7" y="0"/>
                    </a:lnTo>
                  </a:path>
                </a:pathLst>
              </a:custGeom>
              <a:noFill/>
              <a:ln w="12700">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grpSp>
      </p:grpSp>
      <p:grpSp>
        <p:nvGrpSpPr>
          <p:cNvPr id="77832" name="Group 131">
            <a:extLst>
              <a:ext uri="{FF2B5EF4-FFF2-40B4-BE49-F238E27FC236}">
                <a16:creationId xmlns:a16="http://schemas.microsoft.com/office/drawing/2014/main" id="{A6A3CAF5-2473-CB45-B7AD-035290561AAB}"/>
              </a:ext>
            </a:extLst>
          </p:cNvPr>
          <p:cNvGrpSpPr>
            <a:grpSpLocks/>
          </p:cNvGrpSpPr>
          <p:nvPr/>
        </p:nvGrpSpPr>
        <p:grpSpPr bwMode="auto">
          <a:xfrm>
            <a:off x="5022850" y="1471613"/>
            <a:ext cx="1066800" cy="573087"/>
            <a:chOff x="1824" y="2448"/>
            <a:chExt cx="664" cy="952"/>
          </a:xfrm>
        </p:grpSpPr>
        <p:sp>
          <p:nvSpPr>
            <p:cNvPr id="77851" name="Rectangle 132">
              <a:extLst>
                <a:ext uri="{FF2B5EF4-FFF2-40B4-BE49-F238E27FC236}">
                  <a16:creationId xmlns:a16="http://schemas.microsoft.com/office/drawing/2014/main" id="{6E2FACE9-DE7C-774E-B794-2F90DA68813A}"/>
                </a:ext>
              </a:extLst>
            </p:cNvPr>
            <p:cNvSpPr>
              <a:spLocks noChangeArrowheads="1"/>
            </p:cNvSpPr>
            <p:nvPr/>
          </p:nvSpPr>
          <p:spPr bwMode="auto">
            <a:xfrm>
              <a:off x="1824" y="2448"/>
              <a:ext cx="664" cy="952"/>
            </a:xfrm>
            <a:prstGeom prst="rect">
              <a:avLst/>
            </a:prstGeom>
            <a:solidFill>
              <a:schemeClr val="hlink"/>
            </a:solidFill>
            <a:ln w="12700">
              <a:solidFill>
                <a:schemeClr val="tx1"/>
              </a:solidFill>
              <a:miter lim="800000"/>
              <a:headEnd/>
              <a:tailEnd/>
            </a:ln>
          </p:spPr>
          <p:txBody>
            <a:bodyPr wrap="none" anchorCtr="1"/>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2400">
                <a:solidFill>
                  <a:srgbClr val="000000"/>
                </a:solidFill>
              </a:endParaRPr>
            </a:p>
          </p:txBody>
        </p:sp>
        <p:sp>
          <p:nvSpPr>
            <p:cNvPr id="77852" name="Line 133">
              <a:extLst>
                <a:ext uri="{FF2B5EF4-FFF2-40B4-BE49-F238E27FC236}">
                  <a16:creationId xmlns:a16="http://schemas.microsoft.com/office/drawing/2014/main" id="{9CDC934A-C990-4348-98D2-37A16B40804C}"/>
                </a:ext>
              </a:extLst>
            </p:cNvPr>
            <p:cNvSpPr>
              <a:spLocks noChangeShapeType="1"/>
            </p:cNvSpPr>
            <p:nvPr/>
          </p:nvSpPr>
          <p:spPr bwMode="auto">
            <a:xfrm>
              <a:off x="1916" y="2496"/>
              <a:ext cx="0" cy="85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1"/>
            <a:lstStyle/>
            <a:p>
              <a:endParaRPr lang="pt-BR"/>
            </a:p>
          </p:txBody>
        </p:sp>
        <p:sp>
          <p:nvSpPr>
            <p:cNvPr id="77853" name="Line 134">
              <a:extLst>
                <a:ext uri="{FF2B5EF4-FFF2-40B4-BE49-F238E27FC236}">
                  <a16:creationId xmlns:a16="http://schemas.microsoft.com/office/drawing/2014/main" id="{8BB4237C-5EF8-2C40-9FD5-17D4373777A5}"/>
                </a:ext>
              </a:extLst>
            </p:cNvPr>
            <p:cNvSpPr>
              <a:spLocks noChangeShapeType="1"/>
            </p:cNvSpPr>
            <p:nvPr/>
          </p:nvSpPr>
          <p:spPr bwMode="auto">
            <a:xfrm>
              <a:off x="2012" y="2496"/>
              <a:ext cx="0" cy="85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1"/>
            <a:lstStyle/>
            <a:p>
              <a:endParaRPr lang="pt-BR"/>
            </a:p>
          </p:txBody>
        </p:sp>
        <p:sp>
          <p:nvSpPr>
            <p:cNvPr id="77854" name="Line 135">
              <a:extLst>
                <a:ext uri="{FF2B5EF4-FFF2-40B4-BE49-F238E27FC236}">
                  <a16:creationId xmlns:a16="http://schemas.microsoft.com/office/drawing/2014/main" id="{B09F724D-930C-5A4D-8653-EBD8738128E5}"/>
                </a:ext>
              </a:extLst>
            </p:cNvPr>
            <p:cNvSpPr>
              <a:spLocks noChangeShapeType="1"/>
            </p:cNvSpPr>
            <p:nvPr/>
          </p:nvSpPr>
          <p:spPr bwMode="auto">
            <a:xfrm>
              <a:off x="2252" y="2496"/>
              <a:ext cx="0" cy="85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1"/>
            <a:lstStyle/>
            <a:p>
              <a:endParaRPr lang="pt-BR"/>
            </a:p>
          </p:txBody>
        </p:sp>
        <p:sp>
          <p:nvSpPr>
            <p:cNvPr id="77855" name="Line 136">
              <a:extLst>
                <a:ext uri="{FF2B5EF4-FFF2-40B4-BE49-F238E27FC236}">
                  <a16:creationId xmlns:a16="http://schemas.microsoft.com/office/drawing/2014/main" id="{CFFEB476-CDBC-404B-9A4B-9B3946B5C407}"/>
                </a:ext>
              </a:extLst>
            </p:cNvPr>
            <p:cNvSpPr>
              <a:spLocks noChangeShapeType="1"/>
            </p:cNvSpPr>
            <p:nvPr/>
          </p:nvSpPr>
          <p:spPr bwMode="auto">
            <a:xfrm>
              <a:off x="2396" y="2496"/>
              <a:ext cx="0" cy="85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1"/>
            <a:lstStyle/>
            <a:p>
              <a:endParaRPr lang="pt-BR"/>
            </a:p>
          </p:txBody>
        </p:sp>
        <p:sp>
          <p:nvSpPr>
            <p:cNvPr id="77856" name="Line 137">
              <a:extLst>
                <a:ext uri="{FF2B5EF4-FFF2-40B4-BE49-F238E27FC236}">
                  <a16:creationId xmlns:a16="http://schemas.microsoft.com/office/drawing/2014/main" id="{20F1EAA1-C4F6-D74C-9ECE-A4A612FD6112}"/>
                </a:ext>
              </a:extLst>
            </p:cNvPr>
            <p:cNvSpPr>
              <a:spLocks noChangeShapeType="1"/>
            </p:cNvSpPr>
            <p:nvPr/>
          </p:nvSpPr>
          <p:spPr bwMode="auto">
            <a:xfrm>
              <a:off x="1824" y="2636"/>
              <a:ext cx="66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1"/>
            <a:lstStyle/>
            <a:p>
              <a:endParaRPr lang="pt-BR"/>
            </a:p>
          </p:txBody>
        </p:sp>
      </p:grpSp>
      <p:pic>
        <p:nvPicPr>
          <p:cNvPr id="77833" name="Picture 138">
            <a:extLst>
              <a:ext uri="{FF2B5EF4-FFF2-40B4-BE49-F238E27FC236}">
                <a16:creationId xmlns:a16="http://schemas.microsoft.com/office/drawing/2014/main" id="{13AFF59A-4138-9045-9787-BD226B16F3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2850" y="4241800"/>
            <a:ext cx="641350" cy="5715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77834" name="Picture 139" descr="hlathe">
            <a:extLst>
              <a:ext uri="{FF2B5EF4-FFF2-40B4-BE49-F238E27FC236}">
                <a16:creationId xmlns:a16="http://schemas.microsoft.com/office/drawing/2014/main" id="{57BCEC83-44D8-8047-8AC5-908A16EAB8C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r="2315" b="3317"/>
          <a:stretch>
            <a:fillRect/>
          </a:stretch>
        </p:blipFill>
        <p:spPr bwMode="auto">
          <a:xfrm>
            <a:off x="5024438" y="5919788"/>
            <a:ext cx="1062037" cy="8191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graphicFrame>
        <p:nvGraphicFramePr>
          <p:cNvPr id="77835" name="Object 140">
            <a:extLst>
              <a:ext uri="{FF2B5EF4-FFF2-40B4-BE49-F238E27FC236}">
                <a16:creationId xmlns:a16="http://schemas.microsoft.com/office/drawing/2014/main" id="{6F28E3F1-8BDE-6B42-BED2-CA36991A04D2}"/>
              </a:ext>
            </a:extLst>
          </p:cNvPr>
          <p:cNvGraphicFramePr>
            <a:graphicFrameLocks noChangeAspect="1"/>
          </p:cNvGraphicFramePr>
          <p:nvPr/>
        </p:nvGraphicFramePr>
        <p:xfrm>
          <a:off x="5022850" y="4970463"/>
          <a:ext cx="966788" cy="838200"/>
        </p:xfrm>
        <a:graphic>
          <a:graphicData uri="http://schemas.openxmlformats.org/presentationml/2006/ole">
            <mc:AlternateContent xmlns:mc="http://schemas.openxmlformats.org/markup-compatibility/2006">
              <mc:Choice xmlns:v="urn:schemas-microsoft-com:vml" Requires="v">
                <p:oleObj spid="_x0000_s7169" name="Bitmap Image" r:id="rId6" imgW="1143000" imgH="1371600" progId="Paint.Picture">
                  <p:embed/>
                </p:oleObj>
              </mc:Choice>
              <mc:Fallback>
                <p:oleObj name="Bitmap Image" r:id="rId6" imgW="1143000" imgH="1371600" progId="Paint.Picture">
                  <p:embed/>
                  <p:pic>
                    <p:nvPicPr>
                      <p:cNvPr id="77835" name="Object 140">
                        <a:extLst>
                          <a:ext uri="{FF2B5EF4-FFF2-40B4-BE49-F238E27FC236}">
                            <a16:creationId xmlns:a16="http://schemas.microsoft.com/office/drawing/2014/main" id="{6F28E3F1-8BDE-6B42-BED2-CA36991A04D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22850" y="4970463"/>
                        <a:ext cx="966788" cy="838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cxnSp>
        <p:nvCxnSpPr>
          <p:cNvPr id="77836" name="AutoShape 141">
            <a:extLst>
              <a:ext uri="{FF2B5EF4-FFF2-40B4-BE49-F238E27FC236}">
                <a16:creationId xmlns:a16="http://schemas.microsoft.com/office/drawing/2014/main" id="{D89DA724-07E1-8B47-84AB-A01C26D57806}"/>
              </a:ext>
            </a:extLst>
          </p:cNvPr>
          <p:cNvCxnSpPr>
            <a:cxnSpLocks noChangeShapeType="1"/>
            <a:stCxn id="77960" idx="3"/>
            <a:endCxn id="77851" idx="1"/>
          </p:cNvCxnSpPr>
          <p:nvPr/>
        </p:nvCxnSpPr>
        <p:spPr bwMode="auto">
          <a:xfrm flipV="1">
            <a:off x="4060825" y="1758950"/>
            <a:ext cx="962025" cy="2249488"/>
          </a:xfrm>
          <a:prstGeom prst="bentConnector3">
            <a:avLst>
              <a:gd name="adj1" fmla="val 49833"/>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77837" name="AutoShape 142">
            <a:extLst>
              <a:ext uri="{FF2B5EF4-FFF2-40B4-BE49-F238E27FC236}">
                <a16:creationId xmlns:a16="http://schemas.microsoft.com/office/drawing/2014/main" id="{77A7F701-7D28-3943-9437-B3EBA7C863E1}"/>
              </a:ext>
            </a:extLst>
          </p:cNvPr>
          <p:cNvCxnSpPr>
            <a:cxnSpLocks noChangeShapeType="1"/>
            <a:stCxn id="77960" idx="3"/>
            <a:endCxn id="77877" idx="1"/>
          </p:cNvCxnSpPr>
          <p:nvPr/>
        </p:nvCxnSpPr>
        <p:spPr bwMode="auto">
          <a:xfrm flipV="1">
            <a:off x="4060825" y="2489200"/>
            <a:ext cx="962025" cy="1519238"/>
          </a:xfrm>
          <a:prstGeom prst="bentConnector3">
            <a:avLst>
              <a:gd name="adj1" fmla="val 49833"/>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77838" name="AutoShape 143">
            <a:extLst>
              <a:ext uri="{FF2B5EF4-FFF2-40B4-BE49-F238E27FC236}">
                <a16:creationId xmlns:a16="http://schemas.microsoft.com/office/drawing/2014/main" id="{A12B0AE8-AE43-EF4A-A3AC-D705E91A8575}"/>
              </a:ext>
            </a:extLst>
          </p:cNvPr>
          <p:cNvCxnSpPr>
            <a:cxnSpLocks noChangeShapeType="1"/>
            <a:stCxn id="77960" idx="3"/>
            <a:endCxn id="77933" idx="1"/>
          </p:cNvCxnSpPr>
          <p:nvPr/>
        </p:nvCxnSpPr>
        <p:spPr bwMode="auto">
          <a:xfrm flipV="1">
            <a:off x="4060825" y="3203575"/>
            <a:ext cx="962025" cy="804863"/>
          </a:xfrm>
          <a:prstGeom prst="bentConnector3">
            <a:avLst>
              <a:gd name="adj1" fmla="val 49833"/>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77839" name="AutoShape 144">
            <a:extLst>
              <a:ext uri="{FF2B5EF4-FFF2-40B4-BE49-F238E27FC236}">
                <a16:creationId xmlns:a16="http://schemas.microsoft.com/office/drawing/2014/main" id="{42D7CA9B-DE54-444C-A11D-C9796F38836E}"/>
              </a:ext>
            </a:extLst>
          </p:cNvPr>
          <p:cNvCxnSpPr>
            <a:cxnSpLocks noChangeShapeType="1"/>
            <a:stCxn id="77960" idx="3"/>
          </p:cNvCxnSpPr>
          <p:nvPr/>
        </p:nvCxnSpPr>
        <p:spPr bwMode="auto">
          <a:xfrm>
            <a:off x="4060825" y="4008438"/>
            <a:ext cx="952500" cy="519112"/>
          </a:xfrm>
          <a:prstGeom prst="bentConnector3">
            <a:avLst>
              <a:gd name="adj1" fmla="val 50333"/>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77840" name="AutoShape 145">
            <a:extLst>
              <a:ext uri="{FF2B5EF4-FFF2-40B4-BE49-F238E27FC236}">
                <a16:creationId xmlns:a16="http://schemas.microsoft.com/office/drawing/2014/main" id="{28A9BA48-8CCE-BE47-84EE-39CDD1793616}"/>
              </a:ext>
            </a:extLst>
          </p:cNvPr>
          <p:cNvCxnSpPr>
            <a:cxnSpLocks noChangeShapeType="1"/>
            <a:stCxn id="77960" idx="3"/>
          </p:cNvCxnSpPr>
          <p:nvPr/>
        </p:nvCxnSpPr>
        <p:spPr bwMode="auto">
          <a:xfrm>
            <a:off x="4060825" y="4008438"/>
            <a:ext cx="962025" cy="1381125"/>
          </a:xfrm>
          <a:prstGeom prst="bentConnector3">
            <a:avLst>
              <a:gd name="adj1" fmla="val 49833"/>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77841" name="AutoShape 146">
            <a:extLst>
              <a:ext uri="{FF2B5EF4-FFF2-40B4-BE49-F238E27FC236}">
                <a16:creationId xmlns:a16="http://schemas.microsoft.com/office/drawing/2014/main" id="{31F03B05-8530-2349-9DA2-3C8E5CBF1161}"/>
              </a:ext>
            </a:extLst>
          </p:cNvPr>
          <p:cNvCxnSpPr>
            <a:cxnSpLocks noChangeShapeType="1"/>
            <a:stCxn id="77960" idx="3"/>
          </p:cNvCxnSpPr>
          <p:nvPr/>
        </p:nvCxnSpPr>
        <p:spPr bwMode="auto">
          <a:xfrm>
            <a:off x="4060825" y="4008438"/>
            <a:ext cx="963613" cy="2320925"/>
          </a:xfrm>
          <a:prstGeom prst="bentConnector3">
            <a:avLst>
              <a:gd name="adj1" fmla="val 49917"/>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sp>
        <p:nvSpPr>
          <p:cNvPr id="77842" name="Text Box 147">
            <a:extLst>
              <a:ext uri="{FF2B5EF4-FFF2-40B4-BE49-F238E27FC236}">
                <a16:creationId xmlns:a16="http://schemas.microsoft.com/office/drawing/2014/main" id="{B6D665E9-2D8B-2F40-99C8-7CCE1106C7E1}"/>
              </a:ext>
            </a:extLst>
          </p:cNvPr>
          <p:cNvSpPr txBox="1">
            <a:spLocks noChangeArrowheads="1"/>
          </p:cNvSpPr>
          <p:nvPr/>
        </p:nvSpPr>
        <p:spPr bwMode="auto">
          <a:xfrm>
            <a:off x="6091238" y="1570038"/>
            <a:ext cx="22875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0" rIns="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pt-BR" altLang="pt-BR" sz="2000">
                <a:solidFill>
                  <a:srgbClr val="000000"/>
                </a:solidFill>
              </a:rPr>
              <a:t>Folha de instruções</a:t>
            </a:r>
          </a:p>
        </p:txBody>
      </p:sp>
      <p:sp>
        <p:nvSpPr>
          <p:cNvPr id="77843" name="Text Box 148">
            <a:extLst>
              <a:ext uri="{FF2B5EF4-FFF2-40B4-BE49-F238E27FC236}">
                <a16:creationId xmlns:a16="http://schemas.microsoft.com/office/drawing/2014/main" id="{64E8E1D2-8CE7-904A-872F-77019976481B}"/>
              </a:ext>
            </a:extLst>
          </p:cNvPr>
          <p:cNvSpPr txBox="1">
            <a:spLocks noChangeArrowheads="1"/>
          </p:cNvSpPr>
          <p:nvPr/>
        </p:nvSpPr>
        <p:spPr bwMode="auto">
          <a:xfrm>
            <a:off x="5853113" y="2305050"/>
            <a:ext cx="21621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0" rIns="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pt-BR" altLang="pt-BR" sz="2000">
                <a:solidFill>
                  <a:srgbClr val="000000"/>
                </a:solidFill>
              </a:rPr>
              <a:t>Plano de inspeção</a:t>
            </a:r>
          </a:p>
        </p:txBody>
      </p:sp>
      <p:sp>
        <p:nvSpPr>
          <p:cNvPr id="77844" name="Text Box 149">
            <a:extLst>
              <a:ext uri="{FF2B5EF4-FFF2-40B4-BE49-F238E27FC236}">
                <a16:creationId xmlns:a16="http://schemas.microsoft.com/office/drawing/2014/main" id="{5B9810BE-ADE8-0545-93CA-53D2D9F69A00}"/>
              </a:ext>
            </a:extLst>
          </p:cNvPr>
          <p:cNvSpPr txBox="1">
            <a:spLocks noChangeArrowheads="1"/>
          </p:cNvSpPr>
          <p:nvPr/>
        </p:nvSpPr>
        <p:spPr bwMode="auto">
          <a:xfrm>
            <a:off x="5697538" y="3040063"/>
            <a:ext cx="29749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0" rIns="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pt-BR" altLang="pt-BR" sz="2000">
                <a:solidFill>
                  <a:srgbClr val="000000"/>
                </a:solidFill>
              </a:rPr>
              <a:t>Montagem de ferramental</a:t>
            </a:r>
          </a:p>
        </p:txBody>
      </p:sp>
      <p:sp>
        <p:nvSpPr>
          <p:cNvPr id="261270" name="Text Box 150">
            <a:extLst>
              <a:ext uri="{FF2B5EF4-FFF2-40B4-BE49-F238E27FC236}">
                <a16:creationId xmlns:a16="http://schemas.microsoft.com/office/drawing/2014/main" id="{26A33D21-567F-7849-9498-5DC60C08C8F3}"/>
              </a:ext>
            </a:extLst>
          </p:cNvPr>
          <p:cNvSpPr txBox="1">
            <a:spLocks noChangeArrowheads="1"/>
          </p:cNvSpPr>
          <p:nvPr/>
        </p:nvSpPr>
        <p:spPr bwMode="auto">
          <a:xfrm>
            <a:off x="4859338" y="3700463"/>
            <a:ext cx="38084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0" rIns="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pt-BR" altLang="pt-BR" sz="2000" b="1">
                <a:solidFill>
                  <a:srgbClr val="FF3300"/>
                </a:solidFill>
              </a:rPr>
              <a:t>Necessidade de dispositivo !!!!</a:t>
            </a:r>
          </a:p>
        </p:txBody>
      </p:sp>
      <p:sp>
        <p:nvSpPr>
          <p:cNvPr id="77846" name="Text Box 151">
            <a:extLst>
              <a:ext uri="{FF2B5EF4-FFF2-40B4-BE49-F238E27FC236}">
                <a16:creationId xmlns:a16="http://schemas.microsoft.com/office/drawing/2014/main" id="{42ACC0D4-42C6-424F-AB56-B077410CB3AD}"/>
              </a:ext>
            </a:extLst>
          </p:cNvPr>
          <p:cNvSpPr txBox="1">
            <a:spLocks noChangeArrowheads="1"/>
          </p:cNvSpPr>
          <p:nvPr/>
        </p:nvSpPr>
        <p:spPr bwMode="auto">
          <a:xfrm>
            <a:off x="5681663" y="4341813"/>
            <a:ext cx="26527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0" rIns="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pt-BR" altLang="pt-BR" sz="2000">
                <a:solidFill>
                  <a:srgbClr val="000000"/>
                </a:solidFill>
              </a:rPr>
              <a:t>Ilustração de operação</a:t>
            </a:r>
          </a:p>
        </p:txBody>
      </p:sp>
      <p:sp>
        <p:nvSpPr>
          <p:cNvPr id="77847" name="Text Box 152">
            <a:extLst>
              <a:ext uri="{FF2B5EF4-FFF2-40B4-BE49-F238E27FC236}">
                <a16:creationId xmlns:a16="http://schemas.microsoft.com/office/drawing/2014/main" id="{52FDC7EE-1620-9C45-9FA9-B295B336117B}"/>
              </a:ext>
            </a:extLst>
          </p:cNvPr>
          <p:cNvSpPr txBox="1">
            <a:spLocks noChangeArrowheads="1"/>
          </p:cNvSpPr>
          <p:nvPr/>
        </p:nvSpPr>
        <p:spPr bwMode="auto">
          <a:xfrm>
            <a:off x="6070600" y="5051425"/>
            <a:ext cx="16240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0" rIns="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pt-BR" altLang="pt-BR" sz="2000">
                <a:solidFill>
                  <a:srgbClr val="000000"/>
                </a:solidFill>
              </a:rPr>
              <a:t>Programa CN</a:t>
            </a:r>
          </a:p>
        </p:txBody>
      </p:sp>
      <p:sp>
        <p:nvSpPr>
          <p:cNvPr id="77848" name="Text Box 153">
            <a:extLst>
              <a:ext uri="{FF2B5EF4-FFF2-40B4-BE49-F238E27FC236}">
                <a16:creationId xmlns:a16="http://schemas.microsoft.com/office/drawing/2014/main" id="{B00C7D52-5AC5-1E42-9A4C-1342CBA928BC}"/>
              </a:ext>
            </a:extLst>
          </p:cNvPr>
          <p:cNvSpPr txBox="1">
            <a:spLocks noChangeArrowheads="1"/>
          </p:cNvSpPr>
          <p:nvPr/>
        </p:nvSpPr>
        <p:spPr bwMode="auto">
          <a:xfrm>
            <a:off x="6070600" y="5927725"/>
            <a:ext cx="17145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0" rIns="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pt-BR" altLang="pt-BR" sz="2000">
                <a:solidFill>
                  <a:srgbClr val="000000"/>
                </a:solidFill>
              </a:rPr>
              <a:t>Fotos e filmes de processo</a:t>
            </a:r>
          </a:p>
        </p:txBody>
      </p:sp>
      <p:sp>
        <p:nvSpPr>
          <p:cNvPr id="77849" name="Rectangle 154">
            <a:extLst>
              <a:ext uri="{FF2B5EF4-FFF2-40B4-BE49-F238E27FC236}">
                <a16:creationId xmlns:a16="http://schemas.microsoft.com/office/drawing/2014/main" id="{0A9A38BC-4AAD-4B46-8089-FB2FC386BE1C}"/>
              </a:ext>
            </a:extLst>
          </p:cNvPr>
          <p:cNvSpPr>
            <a:spLocks noChangeArrowheads="1"/>
          </p:cNvSpPr>
          <p:nvPr/>
        </p:nvSpPr>
        <p:spPr bwMode="auto">
          <a:xfrm>
            <a:off x="4767263" y="1057275"/>
            <a:ext cx="32464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defTabSz="76200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defTabSz="7620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defTabSz="7620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defTabSz="7620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pt-BR" altLang="pt-BR" sz="2000" b="1">
                <a:solidFill>
                  <a:srgbClr val="FF0000"/>
                </a:solidFill>
              </a:rPr>
              <a:t>Detalhamento de operação</a:t>
            </a:r>
          </a:p>
        </p:txBody>
      </p:sp>
      <p:sp>
        <p:nvSpPr>
          <p:cNvPr id="77850" name="Text Box 155">
            <a:extLst>
              <a:ext uri="{FF2B5EF4-FFF2-40B4-BE49-F238E27FC236}">
                <a16:creationId xmlns:a16="http://schemas.microsoft.com/office/drawing/2014/main" id="{4EDD62FC-73FA-CD4A-B1DC-A12DDD19A3FE}"/>
              </a:ext>
            </a:extLst>
          </p:cNvPr>
          <p:cNvSpPr txBox="1">
            <a:spLocks noChangeArrowheads="1"/>
          </p:cNvSpPr>
          <p:nvPr/>
        </p:nvSpPr>
        <p:spPr bwMode="auto">
          <a:xfrm>
            <a:off x="7358063" y="6388100"/>
            <a:ext cx="16160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0" rIns="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pt-BR" altLang="pt-BR" sz="2000">
                <a:solidFill>
                  <a:srgbClr val="000000"/>
                </a:solidFill>
              </a:rPr>
              <a:t>... e outros ....</a:t>
            </a: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grpId="0" nodeType="clickEffect">
                                  <p:stCondLst>
                                    <p:cond delay="0"/>
                                  </p:stCondLst>
                                  <p:iterate type="lt">
                                    <p:tmPct val="10000"/>
                                  </p:iterate>
                                  <p:childTnLst>
                                    <p:set>
                                      <p:cBhvr>
                                        <p:cTn id="6" dur="1" fill="hold">
                                          <p:stCondLst>
                                            <p:cond delay="0"/>
                                          </p:stCondLst>
                                        </p:cTn>
                                        <p:tgtEl>
                                          <p:spTgt spid="261270"/>
                                        </p:tgtEl>
                                        <p:attrNameLst>
                                          <p:attrName>style.visibility</p:attrName>
                                        </p:attrNameLst>
                                      </p:cBhvr>
                                      <p:to>
                                        <p:strVal val="visible"/>
                                      </p:to>
                                    </p:set>
                                    <p:anim calcmode="lin" valueType="num">
                                      <p:cBhvr>
                                        <p:cTn id="7" dur="500" fill="hold"/>
                                        <p:tgtEl>
                                          <p:spTgt spid="261270"/>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61270"/>
                                        </p:tgtEl>
                                        <p:attrNameLst>
                                          <p:attrName>ppt_y</p:attrName>
                                        </p:attrNameLst>
                                      </p:cBhvr>
                                      <p:tavLst>
                                        <p:tav tm="0">
                                          <p:val>
                                            <p:strVal val="#ppt_y"/>
                                          </p:val>
                                        </p:tav>
                                        <p:tav tm="100000">
                                          <p:val>
                                            <p:strVal val="#ppt_y"/>
                                          </p:val>
                                        </p:tav>
                                      </p:tavLst>
                                    </p:anim>
                                    <p:anim calcmode="lin" valueType="num">
                                      <p:cBhvr>
                                        <p:cTn id="9" dur="500" fill="hold"/>
                                        <p:tgtEl>
                                          <p:spTgt spid="261270"/>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61270"/>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612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270"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3" name="Picture 193">
            <a:extLst>
              <a:ext uri="{FF2B5EF4-FFF2-40B4-BE49-F238E27FC236}">
                <a16:creationId xmlns:a16="http://schemas.microsoft.com/office/drawing/2014/main" id="{C420B6C2-3E0C-854D-A428-D30EB196B6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5963" y="1017588"/>
            <a:ext cx="8058150" cy="560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4" name="Rectangle 194">
            <a:extLst>
              <a:ext uri="{FF2B5EF4-FFF2-40B4-BE49-F238E27FC236}">
                <a16:creationId xmlns:a16="http://schemas.microsoft.com/office/drawing/2014/main" id="{874831C7-BE93-A34D-A66E-99F3DBF77787}"/>
              </a:ext>
            </a:extLst>
          </p:cNvPr>
          <p:cNvSpPr>
            <a:spLocks noGrp="1" noChangeArrowheads="1"/>
          </p:cNvSpPr>
          <p:nvPr>
            <p:ph type="title"/>
          </p:nvPr>
        </p:nvSpPr>
        <p:spPr>
          <a:xfrm>
            <a:off x="0" y="0"/>
            <a:ext cx="7986713" cy="706438"/>
          </a:xfrm>
        </p:spPr>
        <p:txBody>
          <a:bodyPr/>
          <a:lstStyle/>
          <a:p>
            <a:pPr eaLnBrk="1" hangingPunct="1"/>
            <a:r>
              <a:rPr lang="pt-BR" altLang="pt-BR">
                <a:ea typeface="ＭＳ Ｐゴシック" panose="020B0600070205080204" pitchFamily="34" charset="-128"/>
              </a:rPr>
              <a:t>Tipos de sistemas CAPP (computer aided process planning) integrado em uma solução híbrida única </a:t>
            </a:r>
          </a:p>
        </p:txBody>
      </p:sp>
      <p:sp>
        <p:nvSpPr>
          <p:cNvPr id="79875" name="Text Box 195">
            <a:extLst>
              <a:ext uri="{FF2B5EF4-FFF2-40B4-BE49-F238E27FC236}">
                <a16:creationId xmlns:a16="http://schemas.microsoft.com/office/drawing/2014/main" id="{0EDF282F-B170-A24A-9203-61551EA3B3E9}"/>
              </a:ext>
            </a:extLst>
          </p:cNvPr>
          <p:cNvSpPr txBox="1">
            <a:spLocks noChangeArrowheads="1"/>
          </p:cNvSpPr>
          <p:nvPr/>
        </p:nvSpPr>
        <p:spPr bwMode="auto">
          <a:xfrm>
            <a:off x="7413625" y="6521450"/>
            <a:ext cx="17303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600">
                <a:solidFill>
                  <a:srgbClr val="000000"/>
                </a:solidFill>
              </a:rPr>
              <a:t>Vide quadro 8.21</a:t>
            </a:r>
          </a:p>
        </p:txBody>
      </p:sp>
    </p:spTree>
  </p:cSld>
  <p:clrMapOvr>
    <a:masterClrMapping/>
  </p:clrMapOvr>
  <p:transition>
    <p:cover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Text Box 3">
            <a:extLst>
              <a:ext uri="{FF2B5EF4-FFF2-40B4-BE49-F238E27FC236}">
                <a16:creationId xmlns:a16="http://schemas.microsoft.com/office/drawing/2014/main" id="{C5406795-746C-0345-9129-7A665725EE5D}"/>
              </a:ext>
            </a:extLst>
          </p:cNvPr>
          <p:cNvSpPr txBox="1">
            <a:spLocks noChangeArrowheads="1"/>
          </p:cNvSpPr>
          <p:nvPr/>
        </p:nvSpPr>
        <p:spPr bwMode="auto">
          <a:xfrm>
            <a:off x="179388" y="2609850"/>
            <a:ext cx="20891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333399"/>
                </a:solidFill>
              </a:rPr>
              <a:t>Instalar a planta industrial</a:t>
            </a:r>
          </a:p>
        </p:txBody>
      </p:sp>
      <p:pic>
        <p:nvPicPr>
          <p:cNvPr id="81922" name="Picture 4">
            <a:extLst>
              <a:ext uri="{FF2B5EF4-FFF2-40B4-BE49-F238E27FC236}">
                <a16:creationId xmlns:a16="http://schemas.microsoft.com/office/drawing/2014/main" id="{FF3204A9-5313-A842-99D3-E43241CD57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700" y="955675"/>
            <a:ext cx="1193800" cy="172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81923" name="Picture 5" descr="producao">
            <a:hlinkClick r:id="rId3"/>
            <a:extLst>
              <a:ext uri="{FF2B5EF4-FFF2-40B4-BE49-F238E27FC236}">
                <a16:creationId xmlns:a16="http://schemas.microsoft.com/office/drawing/2014/main" id="{1782BE45-C5A1-4845-9429-94BCC548A9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1050" y="1244600"/>
            <a:ext cx="1866900" cy="115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24" name="AutoShape 6">
            <a:extLst>
              <a:ext uri="{FF2B5EF4-FFF2-40B4-BE49-F238E27FC236}">
                <a16:creationId xmlns:a16="http://schemas.microsoft.com/office/drawing/2014/main" id="{5596949E-3975-5A4C-B45F-D69A10FA0F94}"/>
              </a:ext>
            </a:extLst>
          </p:cNvPr>
          <p:cNvSpPr>
            <a:spLocks noChangeArrowheads="1"/>
          </p:cNvSpPr>
          <p:nvPr/>
        </p:nvSpPr>
        <p:spPr bwMode="auto">
          <a:xfrm>
            <a:off x="1587500" y="1603375"/>
            <a:ext cx="463550" cy="360363"/>
          </a:xfrm>
          <a:prstGeom prst="rightArrow">
            <a:avLst>
              <a:gd name="adj1" fmla="val 50000"/>
              <a:gd name="adj2" fmla="val 32159"/>
            </a:avLst>
          </a:prstGeom>
          <a:solidFill>
            <a:schemeClr val="accent2"/>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1800">
              <a:solidFill>
                <a:srgbClr val="000000"/>
              </a:solidFill>
            </a:endParaRPr>
          </a:p>
        </p:txBody>
      </p:sp>
      <p:sp>
        <p:nvSpPr>
          <p:cNvPr id="81925" name="Text Box 7">
            <a:extLst>
              <a:ext uri="{FF2B5EF4-FFF2-40B4-BE49-F238E27FC236}">
                <a16:creationId xmlns:a16="http://schemas.microsoft.com/office/drawing/2014/main" id="{0C6F29D9-A706-A74D-B730-7FB5AE4592A2}"/>
              </a:ext>
            </a:extLst>
          </p:cNvPr>
          <p:cNvSpPr txBox="1">
            <a:spLocks noChangeArrowheads="1"/>
          </p:cNvSpPr>
          <p:nvPr/>
        </p:nvSpPr>
        <p:spPr bwMode="auto">
          <a:xfrm>
            <a:off x="2051050" y="2609850"/>
            <a:ext cx="18669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333399"/>
                </a:solidFill>
              </a:rPr>
              <a:t>Testar o produto na linha</a:t>
            </a:r>
          </a:p>
        </p:txBody>
      </p:sp>
      <p:sp>
        <p:nvSpPr>
          <p:cNvPr id="81926" name="AutoShape 8">
            <a:extLst>
              <a:ext uri="{FF2B5EF4-FFF2-40B4-BE49-F238E27FC236}">
                <a16:creationId xmlns:a16="http://schemas.microsoft.com/office/drawing/2014/main" id="{1CD456C0-335A-2545-866C-DE7996F28347}"/>
              </a:ext>
            </a:extLst>
          </p:cNvPr>
          <p:cNvSpPr>
            <a:spLocks noChangeArrowheads="1"/>
          </p:cNvSpPr>
          <p:nvPr/>
        </p:nvSpPr>
        <p:spPr bwMode="auto">
          <a:xfrm>
            <a:off x="3917950" y="1638300"/>
            <a:ext cx="463550" cy="360363"/>
          </a:xfrm>
          <a:prstGeom prst="rightArrow">
            <a:avLst>
              <a:gd name="adj1" fmla="val 50000"/>
              <a:gd name="adj2" fmla="val 32159"/>
            </a:avLst>
          </a:prstGeom>
          <a:solidFill>
            <a:schemeClr val="accent2"/>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1800">
              <a:solidFill>
                <a:srgbClr val="000000"/>
              </a:solidFill>
            </a:endParaRPr>
          </a:p>
        </p:txBody>
      </p:sp>
      <p:pic>
        <p:nvPicPr>
          <p:cNvPr id="81927" name="Picture 10" descr="cuba">
            <a:extLst>
              <a:ext uri="{FF2B5EF4-FFF2-40B4-BE49-F238E27FC236}">
                <a16:creationId xmlns:a16="http://schemas.microsoft.com/office/drawing/2014/main" id="{156F7B2E-5881-8F44-975A-9E324B3BB92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81500" y="955675"/>
            <a:ext cx="2492375" cy="190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28" name="Text Box 11">
            <a:extLst>
              <a:ext uri="{FF2B5EF4-FFF2-40B4-BE49-F238E27FC236}">
                <a16:creationId xmlns:a16="http://schemas.microsoft.com/office/drawing/2014/main" id="{D9F8367F-D04D-B243-B828-8D97D0992325}"/>
              </a:ext>
            </a:extLst>
          </p:cNvPr>
          <p:cNvSpPr txBox="1">
            <a:spLocks noChangeArrowheads="1"/>
          </p:cNvSpPr>
          <p:nvPr/>
        </p:nvSpPr>
        <p:spPr bwMode="auto">
          <a:xfrm>
            <a:off x="4784725" y="2825750"/>
            <a:ext cx="20891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333399"/>
                </a:solidFill>
              </a:rPr>
              <a:t>Otimizar produto e processo</a:t>
            </a:r>
          </a:p>
        </p:txBody>
      </p:sp>
      <p:sp>
        <p:nvSpPr>
          <p:cNvPr id="81929" name="AutoShape 12">
            <a:extLst>
              <a:ext uri="{FF2B5EF4-FFF2-40B4-BE49-F238E27FC236}">
                <a16:creationId xmlns:a16="http://schemas.microsoft.com/office/drawing/2014/main" id="{81666F94-ADFC-314D-9777-2B8B60FA479E}"/>
              </a:ext>
            </a:extLst>
          </p:cNvPr>
          <p:cNvSpPr>
            <a:spLocks noChangeArrowheads="1"/>
          </p:cNvSpPr>
          <p:nvPr/>
        </p:nvSpPr>
        <p:spPr bwMode="auto">
          <a:xfrm>
            <a:off x="2781300" y="3597275"/>
            <a:ext cx="463550" cy="360363"/>
          </a:xfrm>
          <a:prstGeom prst="downArrow">
            <a:avLst>
              <a:gd name="adj1" fmla="val 50000"/>
              <a:gd name="adj2" fmla="val 25000"/>
            </a:avLst>
          </a:prstGeom>
          <a:solidFill>
            <a:schemeClr val="accent2"/>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1800">
              <a:solidFill>
                <a:srgbClr val="000000"/>
              </a:solidFill>
            </a:endParaRPr>
          </a:p>
        </p:txBody>
      </p:sp>
      <p:pic>
        <p:nvPicPr>
          <p:cNvPr id="81930" name="Picture 14">
            <a:extLst>
              <a:ext uri="{FF2B5EF4-FFF2-40B4-BE49-F238E27FC236}">
                <a16:creationId xmlns:a16="http://schemas.microsoft.com/office/drawing/2014/main" id="{5BA101D9-75B7-DA4B-BBF2-E3E0075B500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1550" y="3957638"/>
            <a:ext cx="1581150" cy="134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31" name="Text Box 16">
            <a:extLst>
              <a:ext uri="{FF2B5EF4-FFF2-40B4-BE49-F238E27FC236}">
                <a16:creationId xmlns:a16="http://schemas.microsoft.com/office/drawing/2014/main" id="{5BB9F87E-267B-DF45-B6D2-FD2FCE3CDDA7}"/>
              </a:ext>
            </a:extLst>
          </p:cNvPr>
          <p:cNvSpPr txBox="1">
            <a:spLocks noChangeArrowheads="1"/>
          </p:cNvSpPr>
          <p:nvPr/>
        </p:nvSpPr>
        <p:spPr bwMode="auto">
          <a:xfrm>
            <a:off x="393700" y="5300663"/>
            <a:ext cx="2841625"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333399"/>
                </a:solidFill>
              </a:rPr>
              <a:t>Elaboração de documentos para produção e especificação</a:t>
            </a:r>
          </a:p>
        </p:txBody>
      </p:sp>
      <p:pic>
        <p:nvPicPr>
          <p:cNvPr id="81932" name="Picture 18" descr="treinamento">
            <a:hlinkClick r:id="rId7"/>
            <a:extLst>
              <a:ext uri="{FF2B5EF4-FFF2-40B4-BE49-F238E27FC236}">
                <a16:creationId xmlns:a16="http://schemas.microsoft.com/office/drawing/2014/main" id="{6BA850AA-64A0-4A44-9049-8D0C985282E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06800" y="4029075"/>
            <a:ext cx="1549400" cy="127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33" name="Text Box 19">
            <a:extLst>
              <a:ext uri="{FF2B5EF4-FFF2-40B4-BE49-F238E27FC236}">
                <a16:creationId xmlns:a16="http://schemas.microsoft.com/office/drawing/2014/main" id="{03E150D5-D4E9-EE40-9EDF-979E5D02DF4F}"/>
              </a:ext>
            </a:extLst>
          </p:cNvPr>
          <p:cNvSpPr txBox="1">
            <a:spLocks noChangeArrowheads="1"/>
          </p:cNvSpPr>
          <p:nvPr/>
        </p:nvSpPr>
        <p:spPr bwMode="auto">
          <a:xfrm>
            <a:off x="3013075" y="5300663"/>
            <a:ext cx="256698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1600">
                <a:solidFill>
                  <a:srgbClr val="333399"/>
                </a:solidFill>
              </a:rPr>
              <a:t>Treinamentos mão de obra</a:t>
            </a:r>
          </a:p>
        </p:txBody>
      </p:sp>
      <p:sp>
        <p:nvSpPr>
          <p:cNvPr id="81934" name="Line 20">
            <a:extLst>
              <a:ext uri="{FF2B5EF4-FFF2-40B4-BE49-F238E27FC236}">
                <a16:creationId xmlns:a16="http://schemas.microsoft.com/office/drawing/2014/main" id="{D832AD89-F1D8-9E49-BEFD-0E8043472E9E}"/>
              </a:ext>
            </a:extLst>
          </p:cNvPr>
          <p:cNvSpPr>
            <a:spLocks noChangeShapeType="1"/>
          </p:cNvSpPr>
          <p:nvPr/>
        </p:nvSpPr>
        <p:spPr bwMode="auto">
          <a:xfrm>
            <a:off x="611188" y="3406775"/>
            <a:ext cx="6553200"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pt-BR"/>
          </a:p>
        </p:txBody>
      </p:sp>
      <p:sp>
        <p:nvSpPr>
          <p:cNvPr id="301077" name="Text Box 21">
            <a:extLst>
              <a:ext uri="{FF2B5EF4-FFF2-40B4-BE49-F238E27FC236}">
                <a16:creationId xmlns:a16="http://schemas.microsoft.com/office/drawing/2014/main" id="{09F1B93D-CC66-C540-AB7B-11FD5CB46FC2}"/>
              </a:ext>
            </a:extLst>
          </p:cNvPr>
          <p:cNvSpPr txBox="1">
            <a:spLocks noChangeArrowheads="1"/>
          </p:cNvSpPr>
          <p:nvPr/>
        </p:nvSpPr>
        <p:spPr bwMode="auto">
          <a:xfrm>
            <a:off x="7164388" y="2765425"/>
            <a:ext cx="1584325" cy="1192213"/>
          </a:xfrm>
          <a:prstGeom prst="rect">
            <a:avLst/>
          </a:prstGeom>
          <a:solidFill>
            <a:schemeClr val="accent2"/>
          </a:solidFill>
          <a:ln>
            <a:noFill/>
          </a:ln>
          <a:effectLst>
            <a:outerShdw dist="107763" dir="189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a:spAutoFit/>
          </a:bodyPr>
          <a:lstStyle/>
          <a:p>
            <a:pPr algn="ctr" eaLnBrk="1" hangingPunct="1">
              <a:spcBef>
                <a:spcPct val="50000"/>
              </a:spcBef>
              <a:defRPr/>
            </a:pPr>
            <a:r>
              <a:rPr lang="pt-BR" sz="1800">
                <a:solidFill>
                  <a:srgbClr val="000000"/>
                </a:solidFill>
                <a:latin typeface="Tahoma" pitchFamily="34" charset="0"/>
                <a:ea typeface="+mn-ea"/>
              </a:rPr>
              <a:t>Produto</a:t>
            </a:r>
          </a:p>
          <a:p>
            <a:pPr algn="ctr" eaLnBrk="1" hangingPunct="1">
              <a:spcBef>
                <a:spcPct val="50000"/>
              </a:spcBef>
              <a:defRPr/>
            </a:pPr>
            <a:r>
              <a:rPr lang="pt-BR" sz="1800">
                <a:solidFill>
                  <a:srgbClr val="000000"/>
                </a:solidFill>
                <a:latin typeface="Tahoma" pitchFamily="34" charset="0"/>
                <a:ea typeface="+mn-ea"/>
              </a:rPr>
              <a:t>e</a:t>
            </a:r>
          </a:p>
          <a:p>
            <a:pPr algn="ctr" eaLnBrk="1" hangingPunct="1">
              <a:spcBef>
                <a:spcPct val="50000"/>
              </a:spcBef>
              <a:defRPr/>
            </a:pPr>
            <a:r>
              <a:rPr lang="pt-BR" sz="1800">
                <a:solidFill>
                  <a:srgbClr val="000000"/>
                </a:solidFill>
                <a:latin typeface="Tahoma" pitchFamily="34" charset="0"/>
                <a:ea typeface="+mn-ea"/>
              </a:rPr>
              <a:t>Processo</a:t>
            </a:r>
          </a:p>
        </p:txBody>
      </p:sp>
      <p:sp>
        <p:nvSpPr>
          <p:cNvPr id="81936" name="Text Box 22">
            <a:extLst>
              <a:ext uri="{FF2B5EF4-FFF2-40B4-BE49-F238E27FC236}">
                <a16:creationId xmlns:a16="http://schemas.microsoft.com/office/drawing/2014/main" id="{1D3EC865-0D98-B44F-B131-21379FF38225}"/>
              </a:ext>
            </a:extLst>
          </p:cNvPr>
          <p:cNvSpPr txBox="1">
            <a:spLocks noChangeArrowheads="1"/>
          </p:cNvSpPr>
          <p:nvPr/>
        </p:nvSpPr>
        <p:spPr bwMode="auto">
          <a:xfrm>
            <a:off x="2047875" y="260350"/>
            <a:ext cx="6124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pt-BR" altLang="pt-BR" sz="2000">
                <a:solidFill>
                  <a:srgbClr val="000000"/>
                </a:solidFill>
              </a:rPr>
              <a:t>FASE 5 -  PREPARAÇÃO PARA PRODUÇÃO</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a:extLst>
              <a:ext uri="{FF2B5EF4-FFF2-40B4-BE49-F238E27FC236}">
                <a16:creationId xmlns:a16="http://schemas.microsoft.com/office/drawing/2014/main" id="{CAB38EC9-2DDD-8C40-BA05-C55040EAF117}"/>
              </a:ext>
            </a:extLst>
          </p:cNvPr>
          <p:cNvSpPr>
            <a:spLocks noGrp="1" noChangeArrowheads="1"/>
          </p:cNvSpPr>
          <p:nvPr>
            <p:ph type="title"/>
          </p:nvPr>
        </p:nvSpPr>
        <p:spPr>
          <a:xfrm>
            <a:off x="76200" y="76200"/>
            <a:ext cx="9067800" cy="457200"/>
          </a:xfrm>
        </p:spPr>
        <p:txBody>
          <a:bodyPr/>
          <a:lstStyle/>
          <a:p>
            <a:pPr eaLnBrk="1" hangingPunct="1"/>
            <a:r>
              <a:rPr lang="pt-BR" altLang="pt-BR">
                <a:ea typeface="ＭＳ Ｐゴシック" panose="020B0600070205080204" pitchFamily="34" charset="-128"/>
              </a:rPr>
              <a:t>Próxima fase: lançamento do produto</a:t>
            </a:r>
          </a:p>
        </p:txBody>
      </p:sp>
      <p:grpSp>
        <p:nvGrpSpPr>
          <p:cNvPr id="82946" name="Group 3">
            <a:extLst>
              <a:ext uri="{FF2B5EF4-FFF2-40B4-BE49-F238E27FC236}">
                <a16:creationId xmlns:a16="http://schemas.microsoft.com/office/drawing/2014/main" id="{CAA4026F-412C-AD40-8A25-E797DE51D61F}"/>
              </a:ext>
            </a:extLst>
          </p:cNvPr>
          <p:cNvGrpSpPr>
            <a:grpSpLocks/>
          </p:cNvGrpSpPr>
          <p:nvPr/>
        </p:nvGrpSpPr>
        <p:grpSpPr bwMode="auto">
          <a:xfrm>
            <a:off x="0" y="1455738"/>
            <a:ext cx="9067800" cy="4576762"/>
            <a:chOff x="0" y="573"/>
            <a:chExt cx="5712" cy="2883"/>
          </a:xfrm>
        </p:grpSpPr>
        <p:sp>
          <p:nvSpPr>
            <p:cNvPr id="82999" name="Rectangle 4">
              <a:extLst>
                <a:ext uri="{FF2B5EF4-FFF2-40B4-BE49-F238E27FC236}">
                  <a16:creationId xmlns:a16="http://schemas.microsoft.com/office/drawing/2014/main" id="{031B5998-0BAA-C54D-AD4E-F5B70CD485F1}"/>
                </a:ext>
              </a:extLst>
            </p:cNvPr>
            <p:cNvSpPr>
              <a:spLocks noChangeArrowheads="1"/>
            </p:cNvSpPr>
            <p:nvPr/>
          </p:nvSpPr>
          <p:spPr bwMode="auto">
            <a:xfrm>
              <a:off x="498" y="3277"/>
              <a:ext cx="4968" cy="179"/>
            </a:xfrm>
            <a:prstGeom prst="rect">
              <a:avLst/>
            </a:prstGeom>
            <a:solidFill>
              <a:srgbClr val="FFFF00"/>
            </a:solidFill>
            <a:ln w="9525">
              <a:solidFill>
                <a:schemeClr val="tx1"/>
              </a:solidFill>
              <a:miter lim="800000"/>
              <a:headEnd/>
              <a:tailEnd/>
            </a:ln>
          </p:spPr>
          <p:txBody>
            <a:bodyPr lIns="72000" tIns="0" rIns="72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800" b="1" i="1">
                  <a:solidFill>
                    <a:srgbClr val="000000"/>
                  </a:solidFill>
                </a:rPr>
                <a:t>Melhoria do processo de desenvolvimento de produtos</a:t>
              </a:r>
            </a:p>
          </p:txBody>
        </p:sp>
        <p:sp>
          <p:nvSpPr>
            <p:cNvPr id="83000" name="Rectangle 5">
              <a:extLst>
                <a:ext uri="{FF2B5EF4-FFF2-40B4-BE49-F238E27FC236}">
                  <a16:creationId xmlns:a16="http://schemas.microsoft.com/office/drawing/2014/main" id="{83A9392F-73B7-864F-9349-E3FFE3889593}"/>
                </a:ext>
              </a:extLst>
            </p:cNvPr>
            <p:cNvSpPr>
              <a:spLocks noChangeArrowheads="1"/>
            </p:cNvSpPr>
            <p:nvPr/>
          </p:nvSpPr>
          <p:spPr bwMode="auto">
            <a:xfrm>
              <a:off x="1474" y="3048"/>
              <a:ext cx="3838" cy="179"/>
            </a:xfrm>
            <a:prstGeom prst="rect">
              <a:avLst/>
            </a:prstGeom>
            <a:solidFill>
              <a:srgbClr val="EAEAEA"/>
            </a:solidFill>
            <a:ln w="9525">
              <a:solidFill>
                <a:schemeClr val="tx1"/>
              </a:solidFill>
              <a:miter lim="800000"/>
              <a:headEnd/>
              <a:tailEnd/>
            </a:ln>
          </p:spPr>
          <p:txBody>
            <a:bodyPr lIns="72000" tIns="0" rIns="72000" bIns="0" anchor="ctr" anchorCtr="1">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800" b="1" i="1">
                  <a:solidFill>
                    <a:srgbClr val="000000"/>
                  </a:solidFill>
                </a:rPr>
                <a:t>Gerenciamento de mudanças de engenharia</a:t>
              </a:r>
            </a:p>
          </p:txBody>
        </p:sp>
        <p:sp>
          <p:nvSpPr>
            <p:cNvPr id="226310" name="Rectangle 6">
              <a:extLst>
                <a:ext uri="{FF2B5EF4-FFF2-40B4-BE49-F238E27FC236}">
                  <a16:creationId xmlns:a16="http://schemas.microsoft.com/office/drawing/2014/main" id="{A75D4220-EBA4-944E-93B4-A34BDFBF2D4C}"/>
                </a:ext>
              </a:extLst>
            </p:cNvPr>
            <p:cNvSpPr>
              <a:spLocks noChangeArrowheads="1"/>
            </p:cNvSpPr>
            <p:nvPr/>
          </p:nvSpPr>
          <p:spPr bwMode="auto">
            <a:xfrm>
              <a:off x="0" y="3014"/>
              <a:ext cx="768" cy="352"/>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wrap="none" lIns="72000" tIns="0" rIns="72000" bIns="0" anchor="ctr">
              <a:spAutoFit/>
            </a:bodyPr>
            <a:lstStyle/>
            <a:p>
              <a:pPr algn="ctr" eaLnBrk="1" hangingPunct="1">
                <a:defRPr/>
              </a:pPr>
              <a:r>
                <a:rPr lang="pt-BR" sz="1800">
                  <a:solidFill>
                    <a:schemeClr val="accent2"/>
                  </a:solidFill>
                  <a:latin typeface="Arial" charset="0"/>
                  <a:ea typeface="+mn-ea"/>
                </a:rPr>
                <a:t>Processos</a:t>
              </a:r>
            </a:p>
            <a:p>
              <a:pPr algn="ctr" eaLnBrk="1" hangingPunct="1">
                <a:defRPr/>
              </a:pPr>
              <a:r>
                <a:rPr lang="pt-BR" sz="1800">
                  <a:solidFill>
                    <a:schemeClr val="accent2"/>
                  </a:solidFill>
                  <a:latin typeface="Arial" charset="0"/>
                  <a:ea typeface="+mn-ea"/>
                </a:rPr>
                <a:t>de apoio</a:t>
              </a:r>
            </a:p>
          </p:txBody>
        </p:sp>
        <p:sp>
          <p:nvSpPr>
            <p:cNvPr id="83002" name="AutoShape 7">
              <a:extLst>
                <a:ext uri="{FF2B5EF4-FFF2-40B4-BE49-F238E27FC236}">
                  <a16:creationId xmlns:a16="http://schemas.microsoft.com/office/drawing/2014/main" id="{0CF31FBD-7868-3C4C-B1CB-92B715EACB43}"/>
                </a:ext>
              </a:extLst>
            </p:cNvPr>
            <p:cNvSpPr>
              <a:spLocks noChangeArrowheads="1"/>
            </p:cNvSpPr>
            <p:nvPr/>
          </p:nvSpPr>
          <p:spPr bwMode="auto">
            <a:xfrm>
              <a:off x="835" y="2867"/>
              <a:ext cx="700" cy="118"/>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83003" name="AutoShape 8">
              <a:extLst>
                <a:ext uri="{FF2B5EF4-FFF2-40B4-BE49-F238E27FC236}">
                  <a16:creationId xmlns:a16="http://schemas.microsoft.com/office/drawing/2014/main" id="{E81287B8-8A1D-314B-B7F2-A09C005DA1EF}"/>
                </a:ext>
              </a:extLst>
            </p:cNvPr>
            <p:cNvSpPr>
              <a:spLocks noChangeArrowheads="1"/>
            </p:cNvSpPr>
            <p:nvPr/>
          </p:nvSpPr>
          <p:spPr bwMode="auto">
            <a:xfrm>
              <a:off x="2088" y="2867"/>
              <a:ext cx="700" cy="118"/>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83004" name="AutoShape 9">
              <a:extLst>
                <a:ext uri="{FF2B5EF4-FFF2-40B4-BE49-F238E27FC236}">
                  <a16:creationId xmlns:a16="http://schemas.microsoft.com/office/drawing/2014/main" id="{59F54F49-97A6-1D49-BE99-B3D7DCB15072}"/>
                </a:ext>
              </a:extLst>
            </p:cNvPr>
            <p:cNvSpPr>
              <a:spLocks noChangeArrowheads="1"/>
            </p:cNvSpPr>
            <p:nvPr/>
          </p:nvSpPr>
          <p:spPr bwMode="auto">
            <a:xfrm>
              <a:off x="3342" y="2867"/>
              <a:ext cx="700" cy="118"/>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83005" name="AutoShape 10">
              <a:extLst>
                <a:ext uri="{FF2B5EF4-FFF2-40B4-BE49-F238E27FC236}">
                  <a16:creationId xmlns:a16="http://schemas.microsoft.com/office/drawing/2014/main" id="{19DB8800-0FF3-0149-906C-CB586C45D7A9}"/>
                </a:ext>
              </a:extLst>
            </p:cNvPr>
            <p:cNvSpPr>
              <a:spLocks noChangeArrowheads="1"/>
            </p:cNvSpPr>
            <p:nvPr/>
          </p:nvSpPr>
          <p:spPr bwMode="auto">
            <a:xfrm>
              <a:off x="4596" y="2867"/>
              <a:ext cx="700" cy="118"/>
            </a:xfrm>
            <a:prstGeom prst="triangle">
              <a:avLst>
                <a:gd name="adj" fmla="val 50000"/>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nvGrpSpPr>
            <p:cNvPr id="83006" name="Group 11">
              <a:extLst>
                <a:ext uri="{FF2B5EF4-FFF2-40B4-BE49-F238E27FC236}">
                  <a16:creationId xmlns:a16="http://schemas.microsoft.com/office/drawing/2014/main" id="{3F25C953-9C90-7545-924A-C3B8258848DF}"/>
                </a:ext>
              </a:extLst>
            </p:cNvPr>
            <p:cNvGrpSpPr>
              <a:grpSpLocks/>
            </p:cNvGrpSpPr>
            <p:nvPr/>
          </p:nvGrpSpPr>
          <p:grpSpPr bwMode="auto">
            <a:xfrm>
              <a:off x="48" y="573"/>
              <a:ext cx="5664" cy="2262"/>
              <a:chOff x="48" y="573"/>
              <a:chExt cx="5664" cy="2262"/>
            </a:xfrm>
          </p:grpSpPr>
          <p:grpSp>
            <p:nvGrpSpPr>
              <p:cNvPr id="83007" name="Group 12">
                <a:extLst>
                  <a:ext uri="{FF2B5EF4-FFF2-40B4-BE49-F238E27FC236}">
                    <a16:creationId xmlns:a16="http://schemas.microsoft.com/office/drawing/2014/main" id="{AC85E39C-005F-A84A-A651-CAE18392E787}"/>
                  </a:ext>
                </a:extLst>
              </p:cNvPr>
              <p:cNvGrpSpPr>
                <a:grpSpLocks/>
              </p:cNvGrpSpPr>
              <p:nvPr/>
            </p:nvGrpSpPr>
            <p:grpSpPr bwMode="auto">
              <a:xfrm>
                <a:off x="48" y="673"/>
                <a:ext cx="5664" cy="2162"/>
                <a:chOff x="48" y="673"/>
                <a:chExt cx="5664" cy="2162"/>
              </a:xfrm>
            </p:grpSpPr>
            <p:sp>
              <p:nvSpPr>
                <p:cNvPr id="83009" name="Rectangle 13">
                  <a:extLst>
                    <a:ext uri="{FF2B5EF4-FFF2-40B4-BE49-F238E27FC236}">
                      <a16:creationId xmlns:a16="http://schemas.microsoft.com/office/drawing/2014/main" id="{F73347D1-7C59-0347-9E04-235670BD1E6A}"/>
                    </a:ext>
                  </a:extLst>
                </p:cNvPr>
                <p:cNvSpPr>
                  <a:spLocks noChangeArrowheads="1"/>
                </p:cNvSpPr>
                <p:nvPr/>
              </p:nvSpPr>
              <p:spPr bwMode="auto">
                <a:xfrm>
                  <a:off x="48" y="673"/>
                  <a:ext cx="5664" cy="2162"/>
                </a:xfrm>
                <a:prstGeom prst="rect">
                  <a:avLst/>
                </a:prstGeom>
                <a:solidFill>
                  <a:srgbClr val="CCFFCC"/>
                </a:solidFill>
                <a:ln w="9525">
                  <a:solidFill>
                    <a:schemeClr val="tx1"/>
                  </a:solidFill>
                  <a:miter lim="800000"/>
                  <a:headEnd/>
                  <a:tailEnd/>
                </a:ln>
              </p:spPr>
              <p:txBody>
                <a:bodyPr lIns="72000" tIns="0" rIns="72000" bIns="0"/>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83010" name="Freeform 14">
                  <a:extLst>
                    <a:ext uri="{FF2B5EF4-FFF2-40B4-BE49-F238E27FC236}">
                      <a16:creationId xmlns:a16="http://schemas.microsoft.com/office/drawing/2014/main" id="{4AB212F1-269C-7144-B423-8731E365F993}"/>
                    </a:ext>
                  </a:extLst>
                </p:cNvPr>
                <p:cNvSpPr>
                  <a:spLocks/>
                </p:cNvSpPr>
                <p:nvPr/>
              </p:nvSpPr>
              <p:spPr bwMode="auto">
                <a:xfrm>
                  <a:off x="501" y="1460"/>
                  <a:ext cx="4593" cy="1046"/>
                </a:xfrm>
                <a:custGeom>
                  <a:avLst/>
                  <a:gdLst>
                    <a:gd name="T0" fmla="*/ 771 w 4593"/>
                    <a:gd name="T1" fmla="*/ 20 h 1046"/>
                    <a:gd name="T2" fmla="*/ 0 w 4593"/>
                    <a:gd name="T3" fmla="*/ 1046 h 1046"/>
                    <a:gd name="T4" fmla="*/ 4593 w 4593"/>
                    <a:gd name="T5" fmla="*/ 1016 h 1046"/>
                    <a:gd name="T6" fmla="*/ 3302 w 4593"/>
                    <a:gd name="T7" fmla="*/ 0 h 1046"/>
                    <a:gd name="T8" fmla="*/ 0 60000 65536"/>
                    <a:gd name="T9" fmla="*/ 0 60000 65536"/>
                    <a:gd name="T10" fmla="*/ 0 60000 65536"/>
                    <a:gd name="T11" fmla="*/ 0 60000 65536"/>
                    <a:gd name="T12" fmla="*/ 0 w 4593"/>
                    <a:gd name="T13" fmla="*/ 0 h 1046"/>
                    <a:gd name="T14" fmla="*/ 4593 w 4593"/>
                    <a:gd name="T15" fmla="*/ 1046 h 1046"/>
                  </a:gdLst>
                  <a:ahLst/>
                  <a:cxnLst>
                    <a:cxn ang="T8">
                      <a:pos x="T0" y="T1"/>
                    </a:cxn>
                    <a:cxn ang="T9">
                      <a:pos x="T2" y="T3"/>
                    </a:cxn>
                    <a:cxn ang="T10">
                      <a:pos x="T4" y="T5"/>
                    </a:cxn>
                    <a:cxn ang="T11">
                      <a:pos x="T6" y="T7"/>
                    </a:cxn>
                  </a:cxnLst>
                  <a:rect l="T12" t="T13" r="T14" b="T15"/>
                  <a:pathLst>
                    <a:path w="4593" h="1046">
                      <a:moveTo>
                        <a:pt x="771" y="20"/>
                      </a:moveTo>
                      <a:lnTo>
                        <a:pt x="0" y="1046"/>
                      </a:lnTo>
                      <a:lnTo>
                        <a:pt x="4593" y="1016"/>
                      </a:lnTo>
                      <a:lnTo>
                        <a:pt x="3302" y="0"/>
                      </a:lnTo>
                    </a:path>
                  </a:pathLst>
                </a:custGeom>
                <a:gradFill rotWithShape="0">
                  <a:gsLst>
                    <a:gs pos="0">
                      <a:srgbClr val="99CCFF"/>
                    </a:gs>
                    <a:gs pos="100000">
                      <a:srgbClr val="FFCC99"/>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lIns="72000" tIns="0" rIns="72000" bIns="0" anchor="ctr">
                  <a:spAutoFit/>
                </a:bodyPr>
                <a:lstStyle/>
                <a:p>
                  <a:endParaRPr lang="pt-BR"/>
                </a:p>
              </p:txBody>
            </p:sp>
            <p:grpSp>
              <p:nvGrpSpPr>
                <p:cNvPr id="83011" name="Group 15">
                  <a:extLst>
                    <a:ext uri="{FF2B5EF4-FFF2-40B4-BE49-F238E27FC236}">
                      <a16:creationId xmlns:a16="http://schemas.microsoft.com/office/drawing/2014/main" id="{3E6FECE7-E59D-F144-9516-336580229580}"/>
                    </a:ext>
                  </a:extLst>
                </p:cNvPr>
                <p:cNvGrpSpPr>
                  <a:grpSpLocks/>
                </p:cNvGrpSpPr>
                <p:nvPr/>
              </p:nvGrpSpPr>
              <p:grpSpPr bwMode="auto">
                <a:xfrm>
                  <a:off x="1411" y="1058"/>
                  <a:ext cx="2612" cy="188"/>
                  <a:chOff x="1411" y="1058"/>
                  <a:chExt cx="2612" cy="188"/>
                </a:xfrm>
              </p:grpSpPr>
              <p:sp>
                <p:nvSpPr>
                  <p:cNvPr id="83097" name="AutoShape 16">
                    <a:extLst>
                      <a:ext uri="{FF2B5EF4-FFF2-40B4-BE49-F238E27FC236}">
                        <a16:creationId xmlns:a16="http://schemas.microsoft.com/office/drawing/2014/main" id="{9AF789D1-5CD8-0F43-AB6C-FA8BDA931360}"/>
                      </a:ext>
                    </a:extLst>
                  </p:cNvPr>
                  <p:cNvSpPr>
                    <a:spLocks noChangeArrowheads="1"/>
                  </p:cNvSpPr>
                  <p:nvPr/>
                </p:nvSpPr>
                <p:spPr bwMode="auto">
                  <a:xfrm>
                    <a:off x="1411" y="1058"/>
                    <a:ext cx="2612" cy="188"/>
                  </a:xfrm>
                  <a:prstGeom prst="chevron">
                    <a:avLst>
                      <a:gd name="adj" fmla="val 43675"/>
                    </a:avLst>
                  </a:prstGeom>
                  <a:solidFill>
                    <a:srgbClr val="FFFF00"/>
                  </a:solidFill>
                  <a:ln w="11113">
                    <a:solidFill>
                      <a:srgbClr val="000000"/>
                    </a:solidFill>
                    <a:miter lim="800000"/>
                    <a:headEnd/>
                    <a:tailEnd/>
                  </a:ln>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83098" name="Text Box 17">
                    <a:extLst>
                      <a:ext uri="{FF2B5EF4-FFF2-40B4-BE49-F238E27FC236}">
                        <a16:creationId xmlns:a16="http://schemas.microsoft.com/office/drawing/2014/main" id="{0D6A6CDE-BD63-0246-826F-4177F58A53C9}"/>
                      </a:ext>
                    </a:extLst>
                  </p:cNvPr>
                  <p:cNvSpPr txBox="1">
                    <a:spLocks noChangeArrowheads="1"/>
                  </p:cNvSpPr>
                  <p:nvPr/>
                </p:nvSpPr>
                <p:spPr bwMode="auto">
                  <a:xfrm>
                    <a:off x="2074" y="1066"/>
                    <a:ext cx="1189" cy="173"/>
                  </a:xfrm>
                  <a:prstGeom prst="rect">
                    <a:avLst/>
                  </a:prstGeom>
                  <a:solidFill>
                    <a:srgbClr val="FFFF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600" b="1">
                        <a:solidFill>
                          <a:srgbClr val="000000"/>
                        </a:solidFill>
                      </a:rPr>
                      <a:t>Desenvolvimento</a:t>
                    </a:r>
                    <a:r>
                      <a:rPr lang="pt-BR" altLang="pt-BR" sz="1800" i="1">
                        <a:solidFill>
                          <a:srgbClr val="000000"/>
                        </a:solidFill>
                      </a:rPr>
                      <a:t> </a:t>
                    </a:r>
                  </a:p>
                </p:txBody>
              </p:sp>
            </p:grpSp>
            <p:grpSp>
              <p:nvGrpSpPr>
                <p:cNvPr id="83012" name="Group 18">
                  <a:extLst>
                    <a:ext uri="{FF2B5EF4-FFF2-40B4-BE49-F238E27FC236}">
                      <a16:creationId xmlns:a16="http://schemas.microsoft.com/office/drawing/2014/main" id="{873B8ACD-CA87-6D4C-A843-A0A9C53A885D}"/>
                    </a:ext>
                  </a:extLst>
                </p:cNvPr>
                <p:cNvGrpSpPr>
                  <a:grpSpLocks/>
                </p:cNvGrpSpPr>
                <p:nvPr/>
              </p:nvGrpSpPr>
              <p:grpSpPr bwMode="auto">
                <a:xfrm>
                  <a:off x="586" y="2385"/>
                  <a:ext cx="4435" cy="342"/>
                  <a:chOff x="586" y="2385"/>
                  <a:chExt cx="4435" cy="342"/>
                </a:xfrm>
              </p:grpSpPr>
              <p:grpSp>
                <p:nvGrpSpPr>
                  <p:cNvPr id="83090" name="Group 19">
                    <a:extLst>
                      <a:ext uri="{FF2B5EF4-FFF2-40B4-BE49-F238E27FC236}">
                        <a16:creationId xmlns:a16="http://schemas.microsoft.com/office/drawing/2014/main" id="{4368F3E4-EC33-A043-A22A-933B9EDB596C}"/>
                      </a:ext>
                    </a:extLst>
                  </p:cNvPr>
                  <p:cNvGrpSpPr>
                    <a:grpSpLocks/>
                  </p:cNvGrpSpPr>
                  <p:nvPr/>
                </p:nvGrpSpPr>
                <p:grpSpPr bwMode="auto">
                  <a:xfrm>
                    <a:off x="1406" y="2394"/>
                    <a:ext cx="3615" cy="333"/>
                    <a:chOff x="1014" y="2394"/>
                    <a:chExt cx="3615" cy="333"/>
                  </a:xfrm>
                </p:grpSpPr>
                <p:sp>
                  <p:nvSpPr>
                    <p:cNvPr id="83092" name="AutoShape 20">
                      <a:extLst>
                        <a:ext uri="{FF2B5EF4-FFF2-40B4-BE49-F238E27FC236}">
                          <a16:creationId xmlns:a16="http://schemas.microsoft.com/office/drawing/2014/main" id="{C721E2BC-2C60-D749-A88E-300D3A7892CD}"/>
                        </a:ext>
                      </a:extLst>
                    </p:cNvPr>
                    <p:cNvSpPr>
                      <a:spLocks noChangeArrowheads="1"/>
                    </p:cNvSpPr>
                    <p:nvPr/>
                  </p:nvSpPr>
                  <p:spPr bwMode="auto">
                    <a:xfrm>
                      <a:off x="2511" y="2394"/>
                      <a:ext cx="690" cy="333"/>
                    </a:xfrm>
                    <a:prstGeom prst="chevron">
                      <a:avLst>
                        <a:gd name="adj" fmla="val 19723"/>
                      </a:avLst>
                    </a:prstGeom>
                    <a:solidFill>
                      <a:srgbClr val="FFFF00"/>
                    </a:solidFill>
                    <a:ln w="11176">
                      <a:solidFill>
                        <a:srgbClr val="000000"/>
                      </a:solidFill>
                      <a:miter lim="800000"/>
                      <a:headEnd/>
                      <a:tailEnd/>
                    </a:ln>
                  </p:spPr>
                  <p:txBody>
                    <a:bodyPr wrap="none"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400"/>
                        <a:t>Projeto</a:t>
                      </a:r>
                    </a:p>
                    <a:p>
                      <a:pPr algn="ctr" eaLnBrk="1" hangingPunct="1">
                        <a:spcBef>
                          <a:spcPct val="0"/>
                        </a:spcBef>
                        <a:buFontTx/>
                        <a:buNone/>
                      </a:pPr>
                      <a:r>
                        <a:rPr lang="pt-BR" altLang="pt-BR" sz="1400"/>
                        <a:t>Detalhado </a:t>
                      </a:r>
                    </a:p>
                  </p:txBody>
                </p:sp>
                <p:sp>
                  <p:nvSpPr>
                    <p:cNvPr id="83093" name="AutoShape 21">
                      <a:extLst>
                        <a:ext uri="{FF2B5EF4-FFF2-40B4-BE49-F238E27FC236}">
                          <a16:creationId xmlns:a16="http://schemas.microsoft.com/office/drawing/2014/main" id="{B749851A-C297-C947-9743-3A88EE0172CC}"/>
                        </a:ext>
                      </a:extLst>
                    </p:cNvPr>
                    <p:cNvSpPr>
                      <a:spLocks noChangeArrowheads="1"/>
                    </p:cNvSpPr>
                    <p:nvPr/>
                  </p:nvSpPr>
                  <p:spPr bwMode="auto">
                    <a:xfrm>
                      <a:off x="1833" y="2394"/>
                      <a:ext cx="709" cy="333"/>
                    </a:xfrm>
                    <a:prstGeom prst="chevron">
                      <a:avLst>
                        <a:gd name="adj" fmla="val 19004"/>
                      </a:avLst>
                    </a:prstGeom>
                    <a:solidFill>
                      <a:srgbClr val="FFFF00"/>
                    </a:solidFill>
                    <a:ln w="11176">
                      <a:solidFill>
                        <a:srgbClr val="000000"/>
                      </a:solidFill>
                      <a:miter lim="800000"/>
                      <a:headEnd/>
                      <a:tailEnd/>
                    </a:ln>
                  </p:spPr>
                  <p:txBody>
                    <a:bodyPr wrap="none"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400"/>
                        <a:t>Projeto</a:t>
                      </a:r>
                    </a:p>
                    <a:p>
                      <a:pPr algn="ctr" eaLnBrk="1" hangingPunct="1">
                        <a:spcBef>
                          <a:spcPct val="0"/>
                        </a:spcBef>
                        <a:buFontTx/>
                        <a:buNone/>
                      </a:pPr>
                      <a:r>
                        <a:rPr lang="pt-BR" altLang="pt-BR" sz="1400"/>
                        <a:t>Conceitual </a:t>
                      </a:r>
                    </a:p>
                  </p:txBody>
                </p:sp>
                <p:sp>
                  <p:nvSpPr>
                    <p:cNvPr id="83094" name="AutoShape 22">
                      <a:extLst>
                        <a:ext uri="{FF2B5EF4-FFF2-40B4-BE49-F238E27FC236}">
                          <a16:creationId xmlns:a16="http://schemas.microsoft.com/office/drawing/2014/main" id="{F9911A3B-F444-674C-8368-B7941E2C1B8D}"/>
                        </a:ext>
                      </a:extLst>
                    </p:cNvPr>
                    <p:cNvSpPr>
                      <a:spLocks noChangeArrowheads="1"/>
                    </p:cNvSpPr>
                    <p:nvPr/>
                  </p:nvSpPr>
                  <p:spPr bwMode="auto">
                    <a:xfrm>
                      <a:off x="1014" y="2394"/>
                      <a:ext cx="856" cy="333"/>
                    </a:xfrm>
                    <a:prstGeom prst="chevron">
                      <a:avLst>
                        <a:gd name="adj" fmla="val 22064"/>
                      </a:avLst>
                    </a:prstGeom>
                    <a:solidFill>
                      <a:srgbClr val="FFFF00"/>
                    </a:solidFill>
                    <a:ln w="11176">
                      <a:solidFill>
                        <a:srgbClr val="000000"/>
                      </a:solidFill>
                      <a:miter lim="800000"/>
                      <a:headEnd/>
                      <a:tailEnd/>
                    </a:ln>
                  </p:spPr>
                  <p:txBody>
                    <a:bodyPr wrap="none"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400"/>
                        <a:t>Projeto</a:t>
                      </a:r>
                    </a:p>
                    <a:p>
                      <a:pPr algn="ctr" eaLnBrk="1" hangingPunct="1">
                        <a:spcBef>
                          <a:spcPct val="0"/>
                        </a:spcBef>
                        <a:buFontTx/>
                        <a:buNone/>
                      </a:pPr>
                      <a:r>
                        <a:rPr lang="pt-BR" altLang="pt-BR" sz="1400"/>
                        <a:t>Informacional </a:t>
                      </a:r>
                    </a:p>
                  </p:txBody>
                </p:sp>
                <p:sp>
                  <p:nvSpPr>
                    <p:cNvPr id="83095" name="AutoShape 23">
                      <a:extLst>
                        <a:ext uri="{FF2B5EF4-FFF2-40B4-BE49-F238E27FC236}">
                          <a16:creationId xmlns:a16="http://schemas.microsoft.com/office/drawing/2014/main" id="{8CCF2E28-98B6-4B40-8297-A6BE3E04749F}"/>
                        </a:ext>
                      </a:extLst>
                    </p:cNvPr>
                    <p:cNvSpPr>
                      <a:spLocks noChangeArrowheads="1"/>
                    </p:cNvSpPr>
                    <p:nvPr/>
                  </p:nvSpPr>
                  <p:spPr bwMode="auto">
                    <a:xfrm>
                      <a:off x="3864" y="2394"/>
                      <a:ext cx="765" cy="333"/>
                    </a:xfrm>
                    <a:prstGeom prst="chevron">
                      <a:avLst>
                        <a:gd name="adj" fmla="val 19782"/>
                      </a:avLst>
                    </a:prstGeom>
                    <a:solidFill>
                      <a:srgbClr val="FFFF00"/>
                    </a:solidFill>
                    <a:ln w="11176">
                      <a:solidFill>
                        <a:srgbClr val="000000"/>
                      </a:solidFill>
                      <a:miter lim="800000"/>
                      <a:headEnd/>
                      <a:tailEnd/>
                    </a:ln>
                  </p:spPr>
                  <p:txBody>
                    <a:bodyPr wrap="none"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400"/>
                        <a:t>Lançamento</a:t>
                      </a:r>
                    </a:p>
                    <a:p>
                      <a:pPr algn="ctr" eaLnBrk="1" hangingPunct="1">
                        <a:spcBef>
                          <a:spcPct val="0"/>
                        </a:spcBef>
                        <a:buFontTx/>
                        <a:buNone/>
                      </a:pPr>
                      <a:r>
                        <a:rPr lang="pt-BR" altLang="pt-BR" sz="1400"/>
                        <a:t>do Produto</a:t>
                      </a:r>
                    </a:p>
                  </p:txBody>
                </p:sp>
                <p:sp>
                  <p:nvSpPr>
                    <p:cNvPr id="83096" name="AutoShape 24">
                      <a:extLst>
                        <a:ext uri="{FF2B5EF4-FFF2-40B4-BE49-F238E27FC236}">
                          <a16:creationId xmlns:a16="http://schemas.microsoft.com/office/drawing/2014/main" id="{FB85C7FB-38DA-6347-845E-9690D5290DA7}"/>
                        </a:ext>
                      </a:extLst>
                    </p:cNvPr>
                    <p:cNvSpPr>
                      <a:spLocks noChangeArrowheads="1"/>
                    </p:cNvSpPr>
                    <p:nvPr/>
                  </p:nvSpPr>
                  <p:spPr bwMode="auto">
                    <a:xfrm>
                      <a:off x="3170" y="2394"/>
                      <a:ext cx="723" cy="333"/>
                    </a:xfrm>
                    <a:prstGeom prst="chevron">
                      <a:avLst>
                        <a:gd name="adj" fmla="val 16213"/>
                      </a:avLst>
                    </a:prstGeom>
                    <a:solidFill>
                      <a:srgbClr val="FFFF00"/>
                    </a:solidFill>
                    <a:ln w="11176">
                      <a:solidFill>
                        <a:srgbClr val="000000"/>
                      </a:solidFill>
                      <a:miter lim="800000"/>
                      <a:headEnd/>
                      <a:tailEnd/>
                    </a:ln>
                  </p:spPr>
                  <p:txBody>
                    <a:bodyPr wrap="none"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400"/>
                        <a:t>Preparação</a:t>
                      </a:r>
                    </a:p>
                    <a:p>
                      <a:pPr algn="ctr" eaLnBrk="1" hangingPunct="1">
                        <a:spcBef>
                          <a:spcPct val="0"/>
                        </a:spcBef>
                        <a:buFontTx/>
                        <a:buNone/>
                      </a:pPr>
                      <a:r>
                        <a:rPr lang="pt-BR" altLang="pt-BR" sz="1400"/>
                        <a:t>Produção</a:t>
                      </a:r>
                    </a:p>
                  </p:txBody>
                </p:sp>
              </p:grpSp>
              <p:sp>
                <p:nvSpPr>
                  <p:cNvPr id="83091" name="AutoShape 25">
                    <a:extLst>
                      <a:ext uri="{FF2B5EF4-FFF2-40B4-BE49-F238E27FC236}">
                        <a16:creationId xmlns:a16="http://schemas.microsoft.com/office/drawing/2014/main" id="{0398015F-9008-2D4C-BCAE-3034C123AC4D}"/>
                      </a:ext>
                    </a:extLst>
                  </p:cNvPr>
                  <p:cNvSpPr>
                    <a:spLocks noChangeArrowheads="1"/>
                  </p:cNvSpPr>
                  <p:nvPr/>
                </p:nvSpPr>
                <p:spPr bwMode="auto">
                  <a:xfrm>
                    <a:off x="586" y="2385"/>
                    <a:ext cx="841" cy="333"/>
                  </a:xfrm>
                  <a:prstGeom prst="chevron">
                    <a:avLst>
                      <a:gd name="adj" fmla="val 24296"/>
                    </a:avLst>
                  </a:prstGeom>
                  <a:solidFill>
                    <a:srgbClr val="99CCFF"/>
                  </a:solidFill>
                  <a:ln w="11176">
                    <a:solidFill>
                      <a:srgbClr val="000000"/>
                    </a:solidFill>
                    <a:miter lim="800000"/>
                    <a:headEnd/>
                    <a:tailEnd/>
                  </a:ln>
                </p:spPr>
                <p:txBody>
                  <a:bodyPr wrap="none"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400"/>
                      <a:t>Planejamento</a:t>
                    </a:r>
                  </a:p>
                  <a:p>
                    <a:pPr algn="ctr" eaLnBrk="1" hangingPunct="1">
                      <a:spcBef>
                        <a:spcPct val="0"/>
                      </a:spcBef>
                      <a:buFontTx/>
                      <a:buNone/>
                    </a:pPr>
                    <a:r>
                      <a:rPr lang="pt-BR" altLang="pt-BR" sz="1400"/>
                      <a:t>Projeto</a:t>
                    </a:r>
                  </a:p>
                </p:txBody>
              </p:sp>
            </p:grpSp>
            <p:grpSp>
              <p:nvGrpSpPr>
                <p:cNvPr id="83013" name="Group 26">
                  <a:extLst>
                    <a:ext uri="{FF2B5EF4-FFF2-40B4-BE49-F238E27FC236}">
                      <a16:creationId xmlns:a16="http://schemas.microsoft.com/office/drawing/2014/main" id="{5C4D0BF7-A1DD-5044-B631-6B47476C4AA8}"/>
                    </a:ext>
                  </a:extLst>
                </p:cNvPr>
                <p:cNvGrpSpPr>
                  <a:grpSpLocks/>
                </p:cNvGrpSpPr>
                <p:nvPr/>
              </p:nvGrpSpPr>
              <p:grpSpPr bwMode="auto">
                <a:xfrm>
                  <a:off x="4009" y="1059"/>
                  <a:ext cx="1671" cy="188"/>
                  <a:chOff x="4009" y="1059"/>
                  <a:chExt cx="1671" cy="188"/>
                </a:xfrm>
              </p:grpSpPr>
              <p:sp>
                <p:nvSpPr>
                  <p:cNvPr id="83088" name="AutoShape 27">
                    <a:extLst>
                      <a:ext uri="{FF2B5EF4-FFF2-40B4-BE49-F238E27FC236}">
                        <a16:creationId xmlns:a16="http://schemas.microsoft.com/office/drawing/2014/main" id="{13AE819D-697C-2447-8856-EBDC41576947}"/>
                      </a:ext>
                    </a:extLst>
                  </p:cNvPr>
                  <p:cNvSpPr>
                    <a:spLocks noChangeArrowheads="1"/>
                  </p:cNvSpPr>
                  <p:nvPr/>
                </p:nvSpPr>
                <p:spPr bwMode="auto">
                  <a:xfrm>
                    <a:off x="4009" y="1059"/>
                    <a:ext cx="1671" cy="188"/>
                  </a:xfrm>
                  <a:prstGeom prst="chevron">
                    <a:avLst>
                      <a:gd name="adj" fmla="val 39421"/>
                    </a:avLst>
                  </a:prstGeom>
                  <a:solidFill>
                    <a:srgbClr val="FFCC99"/>
                  </a:solidFill>
                  <a:ln w="11113">
                    <a:solidFill>
                      <a:srgbClr val="000000"/>
                    </a:solidFill>
                    <a:miter lim="800000"/>
                    <a:headEnd/>
                    <a:tailEnd/>
                  </a:ln>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83089" name="Text Box 28">
                    <a:extLst>
                      <a:ext uri="{FF2B5EF4-FFF2-40B4-BE49-F238E27FC236}">
                        <a16:creationId xmlns:a16="http://schemas.microsoft.com/office/drawing/2014/main" id="{6EEAA2B2-67DE-9049-B18A-341C2C86C8A7}"/>
                      </a:ext>
                    </a:extLst>
                  </p:cNvPr>
                  <p:cNvSpPr txBox="1">
                    <a:spLocks noChangeArrowheads="1"/>
                  </p:cNvSpPr>
                  <p:nvPr/>
                </p:nvSpPr>
                <p:spPr bwMode="auto">
                  <a:xfrm>
                    <a:off x="4682" y="1082"/>
                    <a:ext cx="32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600" b="1">
                        <a:solidFill>
                          <a:srgbClr val="000000"/>
                        </a:solidFill>
                      </a:rPr>
                      <a:t>Pós</a:t>
                    </a:r>
                  </a:p>
                </p:txBody>
              </p:sp>
            </p:grpSp>
            <p:sp>
              <p:nvSpPr>
                <p:cNvPr id="83014" name="Rectangle 29">
                  <a:extLst>
                    <a:ext uri="{FF2B5EF4-FFF2-40B4-BE49-F238E27FC236}">
                      <a16:creationId xmlns:a16="http://schemas.microsoft.com/office/drawing/2014/main" id="{BA6AF242-9A19-C34D-98C7-D5B2375C2714}"/>
                    </a:ext>
                  </a:extLst>
                </p:cNvPr>
                <p:cNvSpPr>
                  <a:spLocks noChangeArrowheads="1"/>
                </p:cNvSpPr>
                <p:nvPr/>
              </p:nvSpPr>
              <p:spPr bwMode="auto">
                <a:xfrm>
                  <a:off x="5180" y="1112"/>
                  <a:ext cx="164" cy="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cxnSp>
              <p:nvCxnSpPr>
                <p:cNvPr id="83015" name="AutoShape 30">
                  <a:extLst>
                    <a:ext uri="{FF2B5EF4-FFF2-40B4-BE49-F238E27FC236}">
                      <a16:creationId xmlns:a16="http://schemas.microsoft.com/office/drawing/2014/main" id="{05C0DA48-C0C4-D840-A04C-4BB5A1E4356F}"/>
                    </a:ext>
                  </a:extLst>
                </p:cNvPr>
                <p:cNvCxnSpPr>
                  <a:cxnSpLocks noChangeShapeType="1"/>
                  <a:stCxn id="83088" idx="0"/>
                  <a:endCxn id="83086" idx="0"/>
                </p:cNvCxnSpPr>
                <p:nvPr/>
              </p:nvCxnSpPr>
              <p:spPr bwMode="auto">
                <a:xfrm rot="-5400000" flipH="1" flipV="1">
                  <a:off x="2773" y="-973"/>
                  <a:ext cx="1" cy="4066"/>
                </a:xfrm>
                <a:prstGeom prst="bentConnector3">
                  <a:avLst>
                    <a:gd name="adj1" fmla="val -14400005"/>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cxnSp>
            <p:grpSp>
              <p:nvGrpSpPr>
                <p:cNvPr id="83016" name="Group 31">
                  <a:extLst>
                    <a:ext uri="{FF2B5EF4-FFF2-40B4-BE49-F238E27FC236}">
                      <a16:creationId xmlns:a16="http://schemas.microsoft.com/office/drawing/2014/main" id="{6AFDC41A-9EF4-884A-8333-23AE58375135}"/>
                    </a:ext>
                  </a:extLst>
                </p:cNvPr>
                <p:cNvGrpSpPr>
                  <a:grpSpLocks/>
                </p:cNvGrpSpPr>
                <p:nvPr/>
              </p:nvGrpSpPr>
              <p:grpSpPr bwMode="auto">
                <a:xfrm>
                  <a:off x="108" y="1059"/>
                  <a:ext cx="1338" cy="187"/>
                  <a:chOff x="108" y="1059"/>
                  <a:chExt cx="1338" cy="187"/>
                </a:xfrm>
              </p:grpSpPr>
              <p:sp>
                <p:nvSpPr>
                  <p:cNvPr id="83086" name="AutoShape 32">
                    <a:extLst>
                      <a:ext uri="{FF2B5EF4-FFF2-40B4-BE49-F238E27FC236}">
                        <a16:creationId xmlns:a16="http://schemas.microsoft.com/office/drawing/2014/main" id="{00BCE0A3-9826-814E-8C0F-81CEA2C53780}"/>
                      </a:ext>
                    </a:extLst>
                  </p:cNvPr>
                  <p:cNvSpPr>
                    <a:spLocks noChangeArrowheads="1"/>
                  </p:cNvSpPr>
                  <p:nvPr/>
                </p:nvSpPr>
                <p:spPr bwMode="auto">
                  <a:xfrm>
                    <a:off x="108" y="1059"/>
                    <a:ext cx="1338" cy="187"/>
                  </a:xfrm>
                  <a:prstGeom prst="homePlate">
                    <a:avLst>
                      <a:gd name="adj" fmla="val 38194"/>
                    </a:avLst>
                  </a:prstGeom>
                  <a:solidFill>
                    <a:srgbClr val="99CCFF"/>
                  </a:solidFill>
                  <a:ln w="12700">
                    <a:solidFill>
                      <a:schemeClr val="tx1"/>
                    </a:solidFill>
                    <a:miter lim="800000"/>
                    <a:headEnd/>
                    <a:tailEnd/>
                  </a:ln>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83087" name="Text Box 33">
                    <a:extLst>
                      <a:ext uri="{FF2B5EF4-FFF2-40B4-BE49-F238E27FC236}">
                        <a16:creationId xmlns:a16="http://schemas.microsoft.com/office/drawing/2014/main" id="{6E4D6A25-52E5-E243-8FE0-78149CF47F72}"/>
                      </a:ext>
                    </a:extLst>
                  </p:cNvPr>
                  <p:cNvSpPr txBox="1">
                    <a:spLocks noChangeArrowheads="1"/>
                  </p:cNvSpPr>
                  <p:nvPr/>
                </p:nvSpPr>
                <p:spPr bwMode="auto">
                  <a:xfrm>
                    <a:off x="630" y="1082"/>
                    <a:ext cx="29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600" b="1">
                        <a:solidFill>
                          <a:srgbClr val="000000"/>
                        </a:solidFill>
                      </a:rPr>
                      <a:t>Pré</a:t>
                    </a:r>
                  </a:p>
                </p:txBody>
              </p:sp>
            </p:grpSp>
            <p:sp>
              <p:nvSpPr>
                <p:cNvPr id="83017" name="AutoShape 34">
                  <a:extLst>
                    <a:ext uri="{FF2B5EF4-FFF2-40B4-BE49-F238E27FC236}">
                      <a16:creationId xmlns:a16="http://schemas.microsoft.com/office/drawing/2014/main" id="{BD1A0C80-481E-E544-90EA-13F3BD016215}"/>
                    </a:ext>
                  </a:extLst>
                </p:cNvPr>
                <p:cNvSpPr>
                  <a:spLocks noChangeArrowheads="1"/>
                </p:cNvSpPr>
                <p:nvPr/>
              </p:nvSpPr>
              <p:spPr bwMode="auto">
                <a:xfrm>
                  <a:off x="117" y="1292"/>
                  <a:ext cx="841" cy="496"/>
                </a:xfrm>
                <a:prstGeom prst="chevron">
                  <a:avLst>
                    <a:gd name="adj" fmla="val 16108"/>
                  </a:avLst>
                </a:prstGeom>
                <a:solidFill>
                  <a:srgbClr val="99CCFF"/>
                </a:solidFill>
                <a:ln w="11176">
                  <a:solidFill>
                    <a:srgbClr val="000000"/>
                  </a:solidFill>
                  <a:miter lim="800000"/>
                  <a:headEnd/>
                  <a:tailEnd/>
                </a:ln>
              </p:spPr>
              <p:txBody>
                <a:bodyPr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400"/>
                    <a:t>Planejamento</a:t>
                  </a:r>
                </a:p>
                <a:p>
                  <a:pPr algn="ctr" eaLnBrk="1" hangingPunct="1">
                    <a:spcBef>
                      <a:spcPct val="0"/>
                    </a:spcBef>
                    <a:buFontTx/>
                    <a:buNone/>
                  </a:pPr>
                  <a:r>
                    <a:rPr lang="pt-BR" altLang="pt-BR" sz="1400"/>
                    <a:t>Estratégico dos Produtos</a:t>
                  </a:r>
                </a:p>
              </p:txBody>
            </p:sp>
            <p:grpSp>
              <p:nvGrpSpPr>
                <p:cNvPr id="83018" name="Group 35">
                  <a:extLst>
                    <a:ext uri="{FF2B5EF4-FFF2-40B4-BE49-F238E27FC236}">
                      <a16:creationId xmlns:a16="http://schemas.microsoft.com/office/drawing/2014/main" id="{87BD0B1D-7C6D-AD46-B828-7DA7FB2D08EE}"/>
                    </a:ext>
                  </a:extLst>
                </p:cNvPr>
                <p:cNvGrpSpPr>
                  <a:grpSpLocks/>
                </p:cNvGrpSpPr>
                <p:nvPr/>
              </p:nvGrpSpPr>
              <p:grpSpPr bwMode="auto">
                <a:xfrm>
                  <a:off x="3883" y="1280"/>
                  <a:ext cx="1809" cy="588"/>
                  <a:chOff x="3883" y="1280"/>
                  <a:chExt cx="1809" cy="588"/>
                </a:xfrm>
              </p:grpSpPr>
              <p:sp>
                <p:nvSpPr>
                  <p:cNvPr id="83080" name="AutoShape 36">
                    <a:extLst>
                      <a:ext uri="{FF2B5EF4-FFF2-40B4-BE49-F238E27FC236}">
                        <a16:creationId xmlns:a16="http://schemas.microsoft.com/office/drawing/2014/main" id="{55B5B5CC-FCDD-9440-9B7A-D7F393EFF270}"/>
                      </a:ext>
                    </a:extLst>
                  </p:cNvPr>
                  <p:cNvSpPr>
                    <a:spLocks noChangeArrowheads="1"/>
                  </p:cNvSpPr>
                  <p:nvPr/>
                </p:nvSpPr>
                <p:spPr bwMode="auto">
                  <a:xfrm>
                    <a:off x="3883" y="1280"/>
                    <a:ext cx="792" cy="523"/>
                  </a:xfrm>
                  <a:prstGeom prst="chevron">
                    <a:avLst>
                      <a:gd name="adj" fmla="val 18221"/>
                    </a:avLst>
                  </a:prstGeom>
                  <a:solidFill>
                    <a:srgbClr val="FFCC99"/>
                  </a:solidFill>
                  <a:ln w="9525">
                    <a:solidFill>
                      <a:schemeClr val="tx1"/>
                    </a:solidFill>
                    <a:miter lim="800000"/>
                    <a:headEnd/>
                    <a:tailEnd/>
                  </a:ln>
                </p:spPr>
                <p:txBody>
                  <a:bodyPr wrap="none" lIns="72000" tIns="0" rIns="72000" bIns="0"/>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83081" name="AutoShape 37">
                    <a:extLst>
                      <a:ext uri="{FF2B5EF4-FFF2-40B4-BE49-F238E27FC236}">
                        <a16:creationId xmlns:a16="http://schemas.microsoft.com/office/drawing/2014/main" id="{0C53241F-0933-DE40-8642-77F512358F46}"/>
                      </a:ext>
                    </a:extLst>
                  </p:cNvPr>
                  <p:cNvSpPr>
                    <a:spLocks noChangeArrowheads="1"/>
                  </p:cNvSpPr>
                  <p:nvPr/>
                </p:nvSpPr>
                <p:spPr bwMode="auto">
                  <a:xfrm>
                    <a:off x="4675" y="1280"/>
                    <a:ext cx="800" cy="523"/>
                  </a:xfrm>
                  <a:prstGeom prst="chevron">
                    <a:avLst>
                      <a:gd name="adj" fmla="val 18405"/>
                    </a:avLst>
                  </a:prstGeom>
                  <a:solidFill>
                    <a:srgbClr val="FFCC99"/>
                  </a:solidFill>
                  <a:ln w="9525">
                    <a:solidFill>
                      <a:schemeClr val="tx1"/>
                    </a:solidFill>
                    <a:miter lim="800000"/>
                    <a:headEnd/>
                    <a:tailEnd/>
                  </a:ln>
                </p:spPr>
                <p:txBody>
                  <a:bodyPr wrap="none" lIns="72000" tIns="0" rIns="72000" bIns="0"/>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83082" name="AutoShape 38">
                    <a:extLst>
                      <a:ext uri="{FF2B5EF4-FFF2-40B4-BE49-F238E27FC236}">
                        <a16:creationId xmlns:a16="http://schemas.microsoft.com/office/drawing/2014/main" id="{0258E4B4-5FCD-6546-A3B4-85ED8995CE89}"/>
                      </a:ext>
                    </a:extLst>
                  </p:cNvPr>
                  <p:cNvSpPr>
                    <a:spLocks noChangeArrowheads="1"/>
                  </p:cNvSpPr>
                  <p:nvPr/>
                </p:nvSpPr>
                <p:spPr bwMode="auto">
                  <a:xfrm>
                    <a:off x="3937" y="1320"/>
                    <a:ext cx="799" cy="523"/>
                  </a:xfrm>
                  <a:prstGeom prst="chevron">
                    <a:avLst>
                      <a:gd name="adj" fmla="val 18382"/>
                    </a:avLst>
                  </a:prstGeom>
                  <a:solidFill>
                    <a:srgbClr val="FFCC99"/>
                  </a:solidFill>
                  <a:ln w="9525">
                    <a:solidFill>
                      <a:schemeClr val="tx1"/>
                    </a:solidFill>
                    <a:miter lim="800000"/>
                    <a:headEnd/>
                    <a:tailEnd/>
                  </a:ln>
                </p:spPr>
                <p:txBody>
                  <a:bodyPr wrap="none" lIns="72000" tIns="0" rIns="72000" bIns="0"/>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83083" name="AutoShape 39">
                    <a:extLst>
                      <a:ext uri="{FF2B5EF4-FFF2-40B4-BE49-F238E27FC236}">
                        <a16:creationId xmlns:a16="http://schemas.microsoft.com/office/drawing/2014/main" id="{AC5A3CFB-127B-1240-999A-026071279692}"/>
                      </a:ext>
                    </a:extLst>
                  </p:cNvPr>
                  <p:cNvSpPr>
                    <a:spLocks noChangeArrowheads="1"/>
                  </p:cNvSpPr>
                  <p:nvPr/>
                </p:nvSpPr>
                <p:spPr bwMode="auto">
                  <a:xfrm>
                    <a:off x="4747" y="1320"/>
                    <a:ext cx="800" cy="523"/>
                  </a:xfrm>
                  <a:prstGeom prst="chevron">
                    <a:avLst>
                      <a:gd name="adj" fmla="val 18405"/>
                    </a:avLst>
                  </a:prstGeom>
                  <a:solidFill>
                    <a:srgbClr val="FFCC99"/>
                  </a:solidFill>
                  <a:ln w="9525">
                    <a:solidFill>
                      <a:schemeClr val="tx1"/>
                    </a:solidFill>
                    <a:miter lim="800000"/>
                    <a:headEnd/>
                    <a:tailEnd/>
                  </a:ln>
                </p:spPr>
                <p:txBody>
                  <a:bodyPr wrap="none" lIns="72000" tIns="0" rIns="72000" bIns="0"/>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83084" name="AutoShape 40">
                    <a:extLst>
                      <a:ext uri="{FF2B5EF4-FFF2-40B4-BE49-F238E27FC236}">
                        <a16:creationId xmlns:a16="http://schemas.microsoft.com/office/drawing/2014/main" id="{8256061B-0539-1545-B415-34F9BBFE4146}"/>
                      </a:ext>
                    </a:extLst>
                  </p:cNvPr>
                  <p:cNvSpPr>
                    <a:spLocks noChangeArrowheads="1"/>
                  </p:cNvSpPr>
                  <p:nvPr/>
                </p:nvSpPr>
                <p:spPr bwMode="auto">
                  <a:xfrm>
                    <a:off x="4847" y="1345"/>
                    <a:ext cx="845" cy="523"/>
                  </a:xfrm>
                  <a:prstGeom prst="chevron">
                    <a:avLst>
                      <a:gd name="adj" fmla="val 14945"/>
                    </a:avLst>
                  </a:prstGeom>
                  <a:solidFill>
                    <a:srgbClr val="FFCC99"/>
                  </a:solidFill>
                  <a:ln w="9525">
                    <a:solidFill>
                      <a:schemeClr val="tx1"/>
                    </a:solidFill>
                    <a:miter lim="800000"/>
                    <a:headEnd/>
                    <a:tailEnd/>
                  </a:ln>
                </p:spPr>
                <p:txBody>
                  <a:bodyPr lIns="144000" tIns="0" rIns="72000" bIns="0"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400"/>
                      <a:t>Descontinuar</a:t>
                    </a:r>
                  </a:p>
                  <a:p>
                    <a:pPr algn="ctr" eaLnBrk="1" hangingPunct="1">
                      <a:spcBef>
                        <a:spcPct val="0"/>
                      </a:spcBef>
                      <a:buFontTx/>
                      <a:buNone/>
                    </a:pPr>
                    <a:r>
                      <a:rPr lang="pt-BR" altLang="pt-BR" sz="1400"/>
                      <a:t>Produto</a:t>
                    </a:r>
                  </a:p>
                </p:txBody>
              </p:sp>
              <p:sp>
                <p:nvSpPr>
                  <p:cNvPr id="83085" name="AutoShape 41">
                    <a:extLst>
                      <a:ext uri="{FF2B5EF4-FFF2-40B4-BE49-F238E27FC236}">
                        <a16:creationId xmlns:a16="http://schemas.microsoft.com/office/drawing/2014/main" id="{BD189B75-C68D-9741-ADB0-C4D91C78058A}"/>
                      </a:ext>
                    </a:extLst>
                  </p:cNvPr>
                  <p:cNvSpPr>
                    <a:spLocks noChangeArrowheads="1"/>
                  </p:cNvSpPr>
                  <p:nvPr/>
                </p:nvSpPr>
                <p:spPr bwMode="auto">
                  <a:xfrm>
                    <a:off x="3999" y="1345"/>
                    <a:ext cx="882" cy="523"/>
                  </a:xfrm>
                  <a:prstGeom prst="chevron">
                    <a:avLst>
                      <a:gd name="adj" fmla="val 14530"/>
                    </a:avLst>
                  </a:prstGeom>
                  <a:solidFill>
                    <a:srgbClr val="FFCC99"/>
                  </a:solidFill>
                  <a:ln w="9525">
                    <a:solidFill>
                      <a:schemeClr val="tx1"/>
                    </a:solidFill>
                    <a:miter lim="800000"/>
                    <a:headEnd/>
                    <a:tailEnd/>
                  </a:ln>
                </p:spPr>
                <p:txBody>
                  <a:bodyPr wrap="none" lIns="72000" tIns="0" rIns="72000" bIns="0"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400"/>
                      <a:t>Acompanhar</a:t>
                    </a:r>
                  </a:p>
                  <a:p>
                    <a:pPr algn="ctr" eaLnBrk="1" hangingPunct="1">
                      <a:spcBef>
                        <a:spcPct val="0"/>
                      </a:spcBef>
                      <a:buFontTx/>
                      <a:buNone/>
                    </a:pPr>
                    <a:r>
                      <a:rPr lang="pt-BR" altLang="pt-BR" sz="1400"/>
                      <a:t>Produto/</a:t>
                    </a:r>
                  </a:p>
                  <a:p>
                    <a:pPr algn="ctr" eaLnBrk="1" hangingPunct="1">
                      <a:spcBef>
                        <a:spcPct val="0"/>
                      </a:spcBef>
                      <a:buFontTx/>
                      <a:buNone/>
                    </a:pPr>
                    <a:r>
                      <a:rPr lang="pt-BR" altLang="pt-BR" sz="1400"/>
                      <a:t>Processo</a:t>
                    </a:r>
                    <a:endParaRPr lang="pt-BR" altLang="pt-BR" sz="1600">
                      <a:solidFill>
                        <a:srgbClr val="000000"/>
                      </a:solidFill>
                    </a:endParaRPr>
                  </a:p>
                </p:txBody>
              </p:sp>
            </p:grpSp>
            <p:grpSp>
              <p:nvGrpSpPr>
                <p:cNvPr id="83019" name="Group 42">
                  <a:extLst>
                    <a:ext uri="{FF2B5EF4-FFF2-40B4-BE49-F238E27FC236}">
                      <a16:creationId xmlns:a16="http://schemas.microsoft.com/office/drawing/2014/main" id="{71F2B413-79EC-1A40-9D7A-E7595A04CA3A}"/>
                    </a:ext>
                  </a:extLst>
                </p:cNvPr>
                <p:cNvGrpSpPr>
                  <a:grpSpLocks/>
                </p:cNvGrpSpPr>
                <p:nvPr/>
              </p:nvGrpSpPr>
              <p:grpSpPr bwMode="auto">
                <a:xfrm>
                  <a:off x="1520" y="1272"/>
                  <a:ext cx="2268" cy="257"/>
                  <a:chOff x="1520" y="1272"/>
                  <a:chExt cx="2268" cy="257"/>
                </a:xfrm>
              </p:grpSpPr>
              <p:sp>
                <p:nvSpPr>
                  <p:cNvPr id="83075" name="AutoShape 43">
                    <a:extLst>
                      <a:ext uri="{FF2B5EF4-FFF2-40B4-BE49-F238E27FC236}">
                        <a16:creationId xmlns:a16="http://schemas.microsoft.com/office/drawing/2014/main" id="{CEAF1C92-7BE7-A748-83A0-801DE33F51CF}"/>
                      </a:ext>
                    </a:extLst>
                  </p:cNvPr>
                  <p:cNvSpPr>
                    <a:spLocks noChangeArrowheads="1"/>
                  </p:cNvSpPr>
                  <p:nvPr/>
                </p:nvSpPr>
                <p:spPr bwMode="auto">
                  <a:xfrm flipV="1">
                    <a:off x="1520"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1400"/>
                  </a:p>
                </p:txBody>
              </p:sp>
              <p:sp>
                <p:nvSpPr>
                  <p:cNvPr id="83076" name="AutoShape 44">
                    <a:extLst>
                      <a:ext uri="{FF2B5EF4-FFF2-40B4-BE49-F238E27FC236}">
                        <a16:creationId xmlns:a16="http://schemas.microsoft.com/office/drawing/2014/main" id="{065B4198-BCD8-1141-BC3D-FF5F008C5619}"/>
                      </a:ext>
                    </a:extLst>
                  </p:cNvPr>
                  <p:cNvSpPr>
                    <a:spLocks noChangeArrowheads="1"/>
                  </p:cNvSpPr>
                  <p:nvPr/>
                </p:nvSpPr>
                <p:spPr bwMode="auto">
                  <a:xfrm flipV="1">
                    <a:off x="1974"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1400"/>
                  </a:p>
                </p:txBody>
              </p:sp>
              <p:sp>
                <p:nvSpPr>
                  <p:cNvPr id="83077" name="AutoShape 45">
                    <a:extLst>
                      <a:ext uri="{FF2B5EF4-FFF2-40B4-BE49-F238E27FC236}">
                        <a16:creationId xmlns:a16="http://schemas.microsoft.com/office/drawing/2014/main" id="{D175ACFA-6DB2-1341-8CB2-8A893ED3238F}"/>
                      </a:ext>
                    </a:extLst>
                  </p:cNvPr>
                  <p:cNvSpPr>
                    <a:spLocks noChangeArrowheads="1"/>
                  </p:cNvSpPr>
                  <p:nvPr/>
                </p:nvSpPr>
                <p:spPr bwMode="auto">
                  <a:xfrm flipV="1">
                    <a:off x="2429"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1400"/>
                  </a:p>
                </p:txBody>
              </p:sp>
              <p:sp>
                <p:nvSpPr>
                  <p:cNvPr id="83078" name="AutoShape 46">
                    <a:extLst>
                      <a:ext uri="{FF2B5EF4-FFF2-40B4-BE49-F238E27FC236}">
                        <a16:creationId xmlns:a16="http://schemas.microsoft.com/office/drawing/2014/main" id="{7C393E3D-C19B-1045-978B-1582865F5583}"/>
                      </a:ext>
                    </a:extLst>
                  </p:cNvPr>
                  <p:cNvSpPr>
                    <a:spLocks noChangeArrowheads="1"/>
                  </p:cNvSpPr>
                  <p:nvPr/>
                </p:nvSpPr>
                <p:spPr bwMode="auto">
                  <a:xfrm flipV="1">
                    <a:off x="2883"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1400"/>
                  </a:p>
                </p:txBody>
              </p:sp>
              <p:sp>
                <p:nvSpPr>
                  <p:cNvPr id="83079" name="AutoShape 47">
                    <a:extLst>
                      <a:ext uri="{FF2B5EF4-FFF2-40B4-BE49-F238E27FC236}">
                        <a16:creationId xmlns:a16="http://schemas.microsoft.com/office/drawing/2014/main" id="{B7F847A1-570C-7A41-97F4-3E3C9F912736}"/>
                      </a:ext>
                    </a:extLst>
                  </p:cNvPr>
                  <p:cNvSpPr>
                    <a:spLocks noChangeArrowheads="1"/>
                  </p:cNvSpPr>
                  <p:nvPr/>
                </p:nvSpPr>
                <p:spPr bwMode="auto">
                  <a:xfrm flipV="1">
                    <a:off x="3338" y="1272"/>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1400"/>
                  </a:p>
                </p:txBody>
              </p:sp>
            </p:grpSp>
            <p:grpSp>
              <p:nvGrpSpPr>
                <p:cNvPr id="83020" name="Group 48">
                  <a:extLst>
                    <a:ext uri="{FF2B5EF4-FFF2-40B4-BE49-F238E27FC236}">
                      <a16:creationId xmlns:a16="http://schemas.microsoft.com/office/drawing/2014/main" id="{FCDF31C5-D932-7E4C-959B-8CB4FA59ED6A}"/>
                    </a:ext>
                  </a:extLst>
                </p:cNvPr>
                <p:cNvGrpSpPr>
                  <a:grpSpLocks/>
                </p:cNvGrpSpPr>
                <p:nvPr/>
              </p:nvGrpSpPr>
              <p:grpSpPr bwMode="auto">
                <a:xfrm>
                  <a:off x="1616" y="1368"/>
                  <a:ext cx="2268" cy="257"/>
                  <a:chOff x="1616" y="1368"/>
                  <a:chExt cx="2268" cy="257"/>
                </a:xfrm>
              </p:grpSpPr>
              <p:sp>
                <p:nvSpPr>
                  <p:cNvPr id="83070" name="AutoShape 49">
                    <a:extLst>
                      <a:ext uri="{FF2B5EF4-FFF2-40B4-BE49-F238E27FC236}">
                        <a16:creationId xmlns:a16="http://schemas.microsoft.com/office/drawing/2014/main" id="{0549061B-BC48-C248-A98C-44A0BB2EB1D5}"/>
                      </a:ext>
                    </a:extLst>
                  </p:cNvPr>
                  <p:cNvSpPr>
                    <a:spLocks noChangeArrowheads="1"/>
                  </p:cNvSpPr>
                  <p:nvPr/>
                </p:nvSpPr>
                <p:spPr bwMode="auto">
                  <a:xfrm flipV="1">
                    <a:off x="1616" y="1368"/>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1400"/>
                  </a:p>
                </p:txBody>
              </p:sp>
              <p:sp>
                <p:nvSpPr>
                  <p:cNvPr id="83071" name="AutoShape 50">
                    <a:extLst>
                      <a:ext uri="{FF2B5EF4-FFF2-40B4-BE49-F238E27FC236}">
                        <a16:creationId xmlns:a16="http://schemas.microsoft.com/office/drawing/2014/main" id="{907C9160-434A-3F41-B4F6-72ACD10CB77F}"/>
                      </a:ext>
                    </a:extLst>
                  </p:cNvPr>
                  <p:cNvSpPr>
                    <a:spLocks noChangeArrowheads="1"/>
                  </p:cNvSpPr>
                  <p:nvPr/>
                </p:nvSpPr>
                <p:spPr bwMode="auto">
                  <a:xfrm flipV="1">
                    <a:off x="2070" y="1368"/>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1400"/>
                  </a:p>
                </p:txBody>
              </p:sp>
              <p:sp>
                <p:nvSpPr>
                  <p:cNvPr id="83072" name="AutoShape 51">
                    <a:extLst>
                      <a:ext uri="{FF2B5EF4-FFF2-40B4-BE49-F238E27FC236}">
                        <a16:creationId xmlns:a16="http://schemas.microsoft.com/office/drawing/2014/main" id="{E23876E8-28E1-A846-94A3-530B7ED9F4D4}"/>
                      </a:ext>
                    </a:extLst>
                  </p:cNvPr>
                  <p:cNvSpPr>
                    <a:spLocks noChangeArrowheads="1"/>
                  </p:cNvSpPr>
                  <p:nvPr/>
                </p:nvSpPr>
                <p:spPr bwMode="auto">
                  <a:xfrm flipV="1">
                    <a:off x="2525" y="1368"/>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1400"/>
                  </a:p>
                </p:txBody>
              </p:sp>
              <p:sp>
                <p:nvSpPr>
                  <p:cNvPr id="83073" name="AutoShape 52">
                    <a:extLst>
                      <a:ext uri="{FF2B5EF4-FFF2-40B4-BE49-F238E27FC236}">
                        <a16:creationId xmlns:a16="http://schemas.microsoft.com/office/drawing/2014/main" id="{3FD79C23-7EC5-F148-B8C9-E65DE850EECA}"/>
                      </a:ext>
                    </a:extLst>
                  </p:cNvPr>
                  <p:cNvSpPr>
                    <a:spLocks noChangeArrowheads="1"/>
                  </p:cNvSpPr>
                  <p:nvPr/>
                </p:nvSpPr>
                <p:spPr bwMode="auto">
                  <a:xfrm flipV="1">
                    <a:off x="2979" y="1368"/>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1400"/>
                  </a:p>
                </p:txBody>
              </p:sp>
              <p:sp>
                <p:nvSpPr>
                  <p:cNvPr id="83074" name="AutoShape 53">
                    <a:extLst>
                      <a:ext uri="{FF2B5EF4-FFF2-40B4-BE49-F238E27FC236}">
                        <a16:creationId xmlns:a16="http://schemas.microsoft.com/office/drawing/2014/main" id="{EBBC61DF-BC2A-E348-AB87-3901C3FD5C61}"/>
                      </a:ext>
                    </a:extLst>
                  </p:cNvPr>
                  <p:cNvSpPr>
                    <a:spLocks noChangeArrowheads="1"/>
                  </p:cNvSpPr>
                  <p:nvPr/>
                </p:nvSpPr>
                <p:spPr bwMode="auto">
                  <a:xfrm flipV="1">
                    <a:off x="3434" y="1368"/>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1400"/>
                  </a:p>
                </p:txBody>
              </p:sp>
            </p:grpSp>
            <p:grpSp>
              <p:nvGrpSpPr>
                <p:cNvPr id="83021" name="Group 54">
                  <a:extLst>
                    <a:ext uri="{FF2B5EF4-FFF2-40B4-BE49-F238E27FC236}">
                      <a16:creationId xmlns:a16="http://schemas.microsoft.com/office/drawing/2014/main" id="{9EC31D75-E6D9-8F41-86AC-E2584D59CB75}"/>
                    </a:ext>
                  </a:extLst>
                </p:cNvPr>
                <p:cNvGrpSpPr>
                  <a:grpSpLocks/>
                </p:cNvGrpSpPr>
                <p:nvPr/>
              </p:nvGrpSpPr>
              <p:grpSpPr bwMode="auto">
                <a:xfrm>
                  <a:off x="1712" y="1464"/>
                  <a:ext cx="2268" cy="257"/>
                  <a:chOff x="1712" y="1464"/>
                  <a:chExt cx="2268" cy="257"/>
                </a:xfrm>
              </p:grpSpPr>
              <p:sp>
                <p:nvSpPr>
                  <p:cNvPr id="83065" name="AutoShape 55">
                    <a:extLst>
                      <a:ext uri="{FF2B5EF4-FFF2-40B4-BE49-F238E27FC236}">
                        <a16:creationId xmlns:a16="http://schemas.microsoft.com/office/drawing/2014/main" id="{8A36E08B-2EFB-BF49-99DF-3DEDF4B03088}"/>
                      </a:ext>
                    </a:extLst>
                  </p:cNvPr>
                  <p:cNvSpPr>
                    <a:spLocks noChangeArrowheads="1"/>
                  </p:cNvSpPr>
                  <p:nvPr/>
                </p:nvSpPr>
                <p:spPr bwMode="auto">
                  <a:xfrm flipV="1">
                    <a:off x="1712" y="1464"/>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1400"/>
                  </a:p>
                </p:txBody>
              </p:sp>
              <p:sp>
                <p:nvSpPr>
                  <p:cNvPr id="83066" name="AutoShape 56">
                    <a:extLst>
                      <a:ext uri="{FF2B5EF4-FFF2-40B4-BE49-F238E27FC236}">
                        <a16:creationId xmlns:a16="http://schemas.microsoft.com/office/drawing/2014/main" id="{F3E37DD4-56BE-474A-BCCD-2B4BB7790B6D}"/>
                      </a:ext>
                    </a:extLst>
                  </p:cNvPr>
                  <p:cNvSpPr>
                    <a:spLocks noChangeArrowheads="1"/>
                  </p:cNvSpPr>
                  <p:nvPr/>
                </p:nvSpPr>
                <p:spPr bwMode="auto">
                  <a:xfrm flipV="1">
                    <a:off x="2166" y="1464"/>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1400"/>
                  </a:p>
                </p:txBody>
              </p:sp>
              <p:sp>
                <p:nvSpPr>
                  <p:cNvPr id="83067" name="AutoShape 57">
                    <a:extLst>
                      <a:ext uri="{FF2B5EF4-FFF2-40B4-BE49-F238E27FC236}">
                        <a16:creationId xmlns:a16="http://schemas.microsoft.com/office/drawing/2014/main" id="{D373D405-0071-AC43-BD79-165018A2086D}"/>
                      </a:ext>
                    </a:extLst>
                  </p:cNvPr>
                  <p:cNvSpPr>
                    <a:spLocks noChangeArrowheads="1"/>
                  </p:cNvSpPr>
                  <p:nvPr/>
                </p:nvSpPr>
                <p:spPr bwMode="auto">
                  <a:xfrm flipV="1">
                    <a:off x="2621" y="1464"/>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1400"/>
                  </a:p>
                </p:txBody>
              </p:sp>
              <p:sp>
                <p:nvSpPr>
                  <p:cNvPr id="83068" name="AutoShape 58">
                    <a:extLst>
                      <a:ext uri="{FF2B5EF4-FFF2-40B4-BE49-F238E27FC236}">
                        <a16:creationId xmlns:a16="http://schemas.microsoft.com/office/drawing/2014/main" id="{36FB5FB0-9BEA-5446-A298-3F3963C8F52A}"/>
                      </a:ext>
                    </a:extLst>
                  </p:cNvPr>
                  <p:cNvSpPr>
                    <a:spLocks noChangeArrowheads="1"/>
                  </p:cNvSpPr>
                  <p:nvPr/>
                </p:nvSpPr>
                <p:spPr bwMode="auto">
                  <a:xfrm flipV="1">
                    <a:off x="3075" y="1464"/>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1400"/>
                  </a:p>
                </p:txBody>
              </p:sp>
              <p:sp>
                <p:nvSpPr>
                  <p:cNvPr id="83069" name="AutoShape 59">
                    <a:extLst>
                      <a:ext uri="{FF2B5EF4-FFF2-40B4-BE49-F238E27FC236}">
                        <a16:creationId xmlns:a16="http://schemas.microsoft.com/office/drawing/2014/main" id="{3186BFD2-7AC9-E94A-973E-A88926B302CE}"/>
                      </a:ext>
                    </a:extLst>
                  </p:cNvPr>
                  <p:cNvSpPr>
                    <a:spLocks noChangeArrowheads="1"/>
                  </p:cNvSpPr>
                  <p:nvPr/>
                </p:nvSpPr>
                <p:spPr bwMode="auto">
                  <a:xfrm flipV="1">
                    <a:off x="3530" y="1464"/>
                    <a:ext cx="450" cy="257"/>
                  </a:xfrm>
                  <a:prstGeom prst="chevron">
                    <a:avLst>
                      <a:gd name="adj" fmla="val 21798"/>
                    </a:avLst>
                  </a:prstGeom>
                  <a:solidFill>
                    <a:srgbClr val="FFFF00"/>
                  </a:solidFill>
                  <a:ln w="11176">
                    <a:solidFill>
                      <a:srgbClr val="000000"/>
                    </a:solidFill>
                    <a:miter lim="800000"/>
                    <a:headEnd/>
                    <a:tailEnd/>
                  </a:ln>
                </p:spPr>
                <p:txBody>
                  <a:bodyPr rot="10800000"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1400"/>
                  </a:p>
                </p:txBody>
              </p:sp>
            </p:grpSp>
            <p:grpSp>
              <p:nvGrpSpPr>
                <p:cNvPr id="83022" name="Group 60">
                  <a:extLst>
                    <a:ext uri="{FF2B5EF4-FFF2-40B4-BE49-F238E27FC236}">
                      <a16:creationId xmlns:a16="http://schemas.microsoft.com/office/drawing/2014/main" id="{5040DEE9-934A-6F46-801E-10E38F5BA1CF}"/>
                    </a:ext>
                  </a:extLst>
                </p:cNvPr>
                <p:cNvGrpSpPr>
                  <a:grpSpLocks/>
                </p:cNvGrpSpPr>
                <p:nvPr/>
              </p:nvGrpSpPr>
              <p:grpSpPr bwMode="auto">
                <a:xfrm>
                  <a:off x="986" y="1298"/>
                  <a:ext cx="599" cy="423"/>
                  <a:chOff x="986" y="1298"/>
                  <a:chExt cx="599" cy="423"/>
                </a:xfrm>
              </p:grpSpPr>
              <p:sp>
                <p:nvSpPr>
                  <p:cNvPr id="83062" name="AutoShape 61">
                    <a:extLst>
                      <a:ext uri="{FF2B5EF4-FFF2-40B4-BE49-F238E27FC236}">
                        <a16:creationId xmlns:a16="http://schemas.microsoft.com/office/drawing/2014/main" id="{A887C601-7E3D-DC4D-8E42-10A684C7136F}"/>
                      </a:ext>
                    </a:extLst>
                  </p:cNvPr>
                  <p:cNvSpPr>
                    <a:spLocks noChangeArrowheads="1"/>
                  </p:cNvSpPr>
                  <p:nvPr/>
                </p:nvSpPr>
                <p:spPr bwMode="auto">
                  <a:xfrm>
                    <a:off x="986" y="1298"/>
                    <a:ext cx="407" cy="231"/>
                  </a:xfrm>
                  <a:prstGeom prst="chevron">
                    <a:avLst>
                      <a:gd name="adj" fmla="val 16950"/>
                    </a:avLst>
                  </a:prstGeom>
                  <a:solidFill>
                    <a:srgbClr val="99CCFF"/>
                  </a:solidFill>
                  <a:ln w="11176">
                    <a:solidFill>
                      <a:srgbClr val="000000"/>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1400"/>
                  </a:p>
                </p:txBody>
              </p:sp>
              <p:sp>
                <p:nvSpPr>
                  <p:cNvPr id="83063" name="AutoShape 62">
                    <a:extLst>
                      <a:ext uri="{FF2B5EF4-FFF2-40B4-BE49-F238E27FC236}">
                        <a16:creationId xmlns:a16="http://schemas.microsoft.com/office/drawing/2014/main" id="{5DEBC8F5-E8C2-DC49-9591-9275A4934ECE}"/>
                      </a:ext>
                    </a:extLst>
                  </p:cNvPr>
                  <p:cNvSpPr>
                    <a:spLocks noChangeArrowheads="1"/>
                  </p:cNvSpPr>
                  <p:nvPr/>
                </p:nvSpPr>
                <p:spPr bwMode="auto">
                  <a:xfrm>
                    <a:off x="1082" y="1394"/>
                    <a:ext cx="407" cy="231"/>
                  </a:xfrm>
                  <a:prstGeom prst="chevron">
                    <a:avLst>
                      <a:gd name="adj" fmla="val 16950"/>
                    </a:avLst>
                  </a:prstGeom>
                  <a:solidFill>
                    <a:srgbClr val="99CCFF"/>
                  </a:solidFill>
                  <a:ln w="11176">
                    <a:solidFill>
                      <a:srgbClr val="000000"/>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1400"/>
                  </a:p>
                </p:txBody>
              </p:sp>
              <p:sp>
                <p:nvSpPr>
                  <p:cNvPr id="83064" name="AutoShape 63">
                    <a:extLst>
                      <a:ext uri="{FF2B5EF4-FFF2-40B4-BE49-F238E27FC236}">
                        <a16:creationId xmlns:a16="http://schemas.microsoft.com/office/drawing/2014/main" id="{3A449D14-4B77-5642-A928-2900765A7738}"/>
                      </a:ext>
                    </a:extLst>
                  </p:cNvPr>
                  <p:cNvSpPr>
                    <a:spLocks noChangeArrowheads="1"/>
                  </p:cNvSpPr>
                  <p:nvPr/>
                </p:nvSpPr>
                <p:spPr bwMode="auto">
                  <a:xfrm>
                    <a:off x="1178" y="1490"/>
                    <a:ext cx="407" cy="231"/>
                  </a:xfrm>
                  <a:prstGeom prst="chevron">
                    <a:avLst>
                      <a:gd name="adj" fmla="val 16950"/>
                    </a:avLst>
                  </a:prstGeom>
                  <a:solidFill>
                    <a:srgbClr val="99CCFF"/>
                  </a:solidFill>
                  <a:ln w="11176">
                    <a:solidFill>
                      <a:srgbClr val="000000"/>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pt-BR" sz="1400"/>
                  </a:p>
                </p:txBody>
              </p:sp>
            </p:grpSp>
            <p:grpSp>
              <p:nvGrpSpPr>
                <p:cNvPr id="83023" name="Group 64">
                  <a:extLst>
                    <a:ext uri="{FF2B5EF4-FFF2-40B4-BE49-F238E27FC236}">
                      <a16:creationId xmlns:a16="http://schemas.microsoft.com/office/drawing/2014/main" id="{9B538132-D65C-264E-9CDC-191005E093E1}"/>
                    </a:ext>
                  </a:extLst>
                </p:cNvPr>
                <p:cNvGrpSpPr>
                  <a:grpSpLocks/>
                </p:cNvGrpSpPr>
                <p:nvPr/>
              </p:nvGrpSpPr>
              <p:grpSpPr bwMode="auto">
                <a:xfrm>
                  <a:off x="176" y="1685"/>
                  <a:ext cx="3926" cy="489"/>
                  <a:chOff x="176" y="1685"/>
                  <a:chExt cx="3926" cy="489"/>
                </a:xfrm>
              </p:grpSpPr>
              <p:sp>
                <p:nvSpPr>
                  <p:cNvPr id="83024" name="Text Box 65">
                    <a:extLst>
                      <a:ext uri="{FF2B5EF4-FFF2-40B4-BE49-F238E27FC236}">
                        <a16:creationId xmlns:a16="http://schemas.microsoft.com/office/drawing/2014/main" id="{6F936923-C88C-5745-9D0C-45A1FD09FFC5}"/>
                      </a:ext>
                    </a:extLst>
                  </p:cNvPr>
                  <p:cNvSpPr txBox="1">
                    <a:spLocks noChangeArrowheads="1"/>
                  </p:cNvSpPr>
                  <p:nvPr/>
                </p:nvSpPr>
                <p:spPr bwMode="auto">
                  <a:xfrm>
                    <a:off x="176" y="1968"/>
                    <a:ext cx="61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0" rIns="72000" bIns="0">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1600" u="sng">
                        <a:solidFill>
                          <a:srgbClr val="000000"/>
                        </a:solidFill>
                      </a:rPr>
                      <a:t>Gates &gt;&gt;</a:t>
                    </a:r>
                  </a:p>
                </p:txBody>
              </p:sp>
              <p:grpSp>
                <p:nvGrpSpPr>
                  <p:cNvPr id="83025" name="Group 66">
                    <a:extLst>
                      <a:ext uri="{FF2B5EF4-FFF2-40B4-BE49-F238E27FC236}">
                        <a16:creationId xmlns:a16="http://schemas.microsoft.com/office/drawing/2014/main" id="{398E8C10-D7A3-ED43-BDA9-EFC515684092}"/>
                      </a:ext>
                    </a:extLst>
                  </p:cNvPr>
                  <p:cNvGrpSpPr>
                    <a:grpSpLocks/>
                  </p:cNvGrpSpPr>
                  <p:nvPr/>
                </p:nvGrpSpPr>
                <p:grpSpPr bwMode="auto">
                  <a:xfrm>
                    <a:off x="2091" y="1685"/>
                    <a:ext cx="117" cy="389"/>
                    <a:chOff x="2112" y="1705"/>
                    <a:chExt cx="117" cy="389"/>
                  </a:xfrm>
                </p:grpSpPr>
                <p:sp>
                  <p:nvSpPr>
                    <p:cNvPr id="83060" name="AutoShape 67">
                      <a:extLst>
                        <a:ext uri="{FF2B5EF4-FFF2-40B4-BE49-F238E27FC236}">
                          <a16:creationId xmlns:a16="http://schemas.microsoft.com/office/drawing/2014/main" id="{F71FED5A-845D-C348-88FB-8E84DE697FC7}"/>
                        </a:ext>
                      </a:extLst>
                    </p:cNvPr>
                    <p:cNvSpPr>
                      <a:spLocks noChangeArrowheads="1"/>
                    </p:cNvSpPr>
                    <p:nvPr/>
                  </p:nvSpPr>
                  <p:spPr bwMode="auto">
                    <a:xfrm>
                      <a:off x="2112" y="192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83061" name="Line 68">
                      <a:extLst>
                        <a:ext uri="{FF2B5EF4-FFF2-40B4-BE49-F238E27FC236}">
                          <a16:creationId xmlns:a16="http://schemas.microsoft.com/office/drawing/2014/main" id="{54D27E4E-7635-634E-98F9-A8FDA0F90D16}"/>
                        </a:ext>
                      </a:extLst>
                    </p:cNvPr>
                    <p:cNvSpPr>
                      <a:spLocks noChangeShapeType="1"/>
                    </p:cNvSpPr>
                    <p:nvPr/>
                  </p:nvSpPr>
                  <p:spPr bwMode="auto">
                    <a:xfrm flipV="1">
                      <a:off x="2170"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grpSp>
              <p:sp>
                <p:nvSpPr>
                  <p:cNvPr id="83026" name="AutoShape 69">
                    <a:extLst>
                      <a:ext uri="{FF2B5EF4-FFF2-40B4-BE49-F238E27FC236}">
                        <a16:creationId xmlns:a16="http://schemas.microsoft.com/office/drawing/2014/main" id="{57D3CEBF-B686-7C44-A642-9C60F13A0ADC}"/>
                      </a:ext>
                    </a:extLst>
                  </p:cNvPr>
                  <p:cNvSpPr>
                    <a:spLocks noChangeArrowheads="1"/>
                  </p:cNvSpPr>
                  <p:nvPr/>
                </p:nvSpPr>
                <p:spPr bwMode="auto">
                  <a:xfrm>
                    <a:off x="761" y="1859"/>
                    <a:ext cx="3341" cy="315"/>
                  </a:xfrm>
                  <a:prstGeom prst="roundRect">
                    <a:avLst>
                      <a:gd name="adj"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nvGrpSpPr>
                  <p:cNvPr id="83027" name="Group 70">
                    <a:extLst>
                      <a:ext uri="{FF2B5EF4-FFF2-40B4-BE49-F238E27FC236}">
                        <a16:creationId xmlns:a16="http://schemas.microsoft.com/office/drawing/2014/main" id="{B423B57E-4450-FD41-A4A7-85EEE7DC6C3B}"/>
                      </a:ext>
                    </a:extLst>
                  </p:cNvPr>
                  <p:cNvGrpSpPr>
                    <a:grpSpLocks/>
                  </p:cNvGrpSpPr>
                  <p:nvPr/>
                </p:nvGrpSpPr>
                <p:grpSpPr bwMode="auto">
                  <a:xfrm>
                    <a:off x="3918" y="1795"/>
                    <a:ext cx="117" cy="299"/>
                    <a:chOff x="2088" y="1486"/>
                    <a:chExt cx="117" cy="299"/>
                  </a:xfrm>
                </p:grpSpPr>
                <p:sp>
                  <p:nvSpPr>
                    <p:cNvPr id="83058" name="AutoShape 71">
                      <a:extLst>
                        <a:ext uri="{FF2B5EF4-FFF2-40B4-BE49-F238E27FC236}">
                          <a16:creationId xmlns:a16="http://schemas.microsoft.com/office/drawing/2014/main" id="{1677F3A2-82FB-7B47-90EB-E982A8469F79}"/>
                        </a:ext>
                      </a:extLst>
                    </p:cNvPr>
                    <p:cNvSpPr>
                      <a:spLocks noChangeArrowheads="1"/>
                    </p:cNvSpPr>
                    <p:nvPr/>
                  </p:nvSpPr>
                  <p:spPr bwMode="auto">
                    <a:xfrm>
                      <a:off x="2088" y="1614"/>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83059" name="Line 72">
                      <a:extLst>
                        <a:ext uri="{FF2B5EF4-FFF2-40B4-BE49-F238E27FC236}">
                          <a16:creationId xmlns:a16="http://schemas.microsoft.com/office/drawing/2014/main" id="{AAD1EBE2-78D6-A241-AA6A-D98A35227300}"/>
                        </a:ext>
                      </a:extLst>
                    </p:cNvPr>
                    <p:cNvSpPr>
                      <a:spLocks noChangeShapeType="1"/>
                    </p:cNvSpPr>
                    <p:nvPr/>
                  </p:nvSpPr>
                  <p:spPr bwMode="auto">
                    <a:xfrm flipV="1">
                      <a:off x="2146" y="1486"/>
                      <a:ext cx="0" cy="1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grpSp>
              <p:grpSp>
                <p:nvGrpSpPr>
                  <p:cNvPr id="83028" name="Group 73">
                    <a:extLst>
                      <a:ext uri="{FF2B5EF4-FFF2-40B4-BE49-F238E27FC236}">
                        <a16:creationId xmlns:a16="http://schemas.microsoft.com/office/drawing/2014/main" id="{B3FB4488-F41D-F845-B069-C374CD5D27BD}"/>
                      </a:ext>
                    </a:extLst>
                  </p:cNvPr>
                  <p:cNvGrpSpPr>
                    <a:grpSpLocks/>
                  </p:cNvGrpSpPr>
                  <p:nvPr/>
                </p:nvGrpSpPr>
                <p:grpSpPr bwMode="auto">
                  <a:xfrm>
                    <a:off x="2991" y="1685"/>
                    <a:ext cx="117" cy="389"/>
                    <a:chOff x="2112" y="1705"/>
                    <a:chExt cx="117" cy="389"/>
                  </a:xfrm>
                </p:grpSpPr>
                <p:sp>
                  <p:nvSpPr>
                    <p:cNvPr id="83056" name="AutoShape 74">
                      <a:extLst>
                        <a:ext uri="{FF2B5EF4-FFF2-40B4-BE49-F238E27FC236}">
                          <a16:creationId xmlns:a16="http://schemas.microsoft.com/office/drawing/2014/main" id="{5D139E3A-4C66-DE47-ADC7-DC33607A1DB1}"/>
                        </a:ext>
                      </a:extLst>
                    </p:cNvPr>
                    <p:cNvSpPr>
                      <a:spLocks noChangeArrowheads="1"/>
                    </p:cNvSpPr>
                    <p:nvPr/>
                  </p:nvSpPr>
                  <p:spPr bwMode="auto">
                    <a:xfrm>
                      <a:off x="2112" y="192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83057" name="Line 75">
                      <a:extLst>
                        <a:ext uri="{FF2B5EF4-FFF2-40B4-BE49-F238E27FC236}">
                          <a16:creationId xmlns:a16="http://schemas.microsoft.com/office/drawing/2014/main" id="{B8FC44A9-98C7-2E43-B9BA-A1BD248410B7}"/>
                        </a:ext>
                      </a:extLst>
                    </p:cNvPr>
                    <p:cNvSpPr>
                      <a:spLocks noChangeShapeType="1"/>
                    </p:cNvSpPr>
                    <p:nvPr/>
                  </p:nvSpPr>
                  <p:spPr bwMode="auto">
                    <a:xfrm flipV="1">
                      <a:off x="2170"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grpSp>
              <p:grpSp>
                <p:nvGrpSpPr>
                  <p:cNvPr id="83029" name="Group 76">
                    <a:extLst>
                      <a:ext uri="{FF2B5EF4-FFF2-40B4-BE49-F238E27FC236}">
                        <a16:creationId xmlns:a16="http://schemas.microsoft.com/office/drawing/2014/main" id="{98304472-C2F2-E54F-BAF4-BE1918620D92}"/>
                      </a:ext>
                    </a:extLst>
                  </p:cNvPr>
                  <p:cNvGrpSpPr>
                    <a:grpSpLocks/>
                  </p:cNvGrpSpPr>
                  <p:nvPr/>
                </p:nvGrpSpPr>
                <p:grpSpPr bwMode="auto">
                  <a:xfrm>
                    <a:off x="3442" y="1685"/>
                    <a:ext cx="117" cy="389"/>
                    <a:chOff x="2112" y="1705"/>
                    <a:chExt cx="117" cy="389"/>
                  </a:xfrm>
                </p:grpSpPr>
                <p:sp>
                  <p:nvSpPr>
                    <p:cNvPr id="83054" name="AutoShape 77">
                      <a:extLst>
                        <a:ext uri="{FF2B5EF4-FFF2-40B4-BE49-F238E27FC236}">
                          <a16:creationId xmlns:a16="http://schemas.microsoft.com/office/drawing/2014/main" id="{BF74CCD9-2B57-E745-8FEC-D926893F7F73}"/>
                        </a:ext>
                      </a:extLst>
                    </p:cNvPr>
                    <p:cNvSpPr>
                      <a:spLocks noChangeArrowheads="1"/>
                    </p:cNvSpPr>
                    <p:nvPr/>
                  </p:nvSpPr>
                  <p:spPr bwMode="auto">
                    <a:xfrm>
                      <a:off x="2112" y="192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83055" name="Line 78">
                      <a:extLst>
                        <a:ext uri="{FF2B5EF4-FFF2-40B4-BE49-F238E27FC236}">
                          <a16:creationId xmlns:a16="http://schemas.microsoft.com/office/drawing/2014/main" id="{CD2014A4-981F-5047-845F-E6AE75768CDF}"/>
                        </a:ext>
                      </a:extLst>
                    </p:cNvPr>
                    <p:cNvSpPr>
                      <a:spLocks noChangeShapeType="1"/>
                    </p:cNvSpPr>
                    <p:nvPr/>
                  </p:nvSpPr>
                  <p:spPr bwMode="auto">
                    <a:xfrm flipV="1">
                      <a:off x="2170"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grpSp>
              <p:grpSp>
                <p:nvGrpSpPr>
                  <p:cNvPr id="83030" name="Group 79">
                    <a:extLst>
                      <a:ext uri="{FF2B5EF4-FFF2-40B4-BE49-F238E27FC236}">
                        <a16:creationId xmlns:a16="http://schemas.microsoft.com/office/drawing/2014/main" id="{A5DE06F9-EC42-EC4C-8421-A92B64D95D8B}"/>
                      </a:ext>
                    </a:extLst>
                  </p:cNvPr>
                  <p:cNvGrpSpPr>
                    <a:grpSpLocks/>
                  </p:cNvGrpSpPr>
                  <p:nvPr/>
                </p:nvGrpSpPr>
                <p:grpSpPr bwMode="auto">
                  <a:xfrm>
                    <a:off x="1526" y="1705"/>
                    <a:ext cx="117" cy="369"/>
                    <a:chOff x="1526" y="1705"/>
                    <a:chExt cx="117" cy="369"/>
                  </a:xfrm>
                </p:grpSpPr>
                <p:sp>
                  <p:nvSpPr>
                    <p:cNvPr id="83052" name="Line 80">
                      <a:extLst>
                        <a:ext uri="{FF2B5EF4-FFF2-40B4-BE49-F238E27FC236}">
                          <a16:creationId xmlns:a16="http://schemas.microsoft.com/office/drawing/2014/main" id="{710115F6-B030-4749-A36C-CDC42F71BED7}"/>
                        </a:ext>
                      </a:extLst>
                    </p:cNvPr>
                    <p:cNvSpPr>
                      <a:spLocks noChangeShapeType="1"/>
                    </p:cNvSpPr>
                    <p:nvPr/>
                  </p:nvSpPr>
                  <p:spPr bwMode="auto">
                    <a:xfrm flipV="1">
                      <a:off x="1584"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sp>
                  <p:nvSpPr>
                    <p:cNvPr id="83053" name="AutoShape 81">
                      <a:extLst>
                        <a:ext uri="{FF2B5EF4-FFF2-40B4-BE49-F238E27FC236}">
                          <a16:creationId xmlns:a16="http://schemas.microsoft.com/office/drawing/2014/main" id="{94F2D88F-81EA-C34E-B823-6DD2EA43AA81}"/>
                        </a:ext>
                      </a:extLst>
                    </p:cNvPr>
                    <p:cNvSpPr>
                      <a:spLocks noChangeArrowheads="1"/>
                    </p:cNvSpPr>
                    <p:nvPr/>
                  </p:nvSpPr>
                  <p:spPr bwMode="auto">
                    <a:xfrm>
                      <a:off x="1526" y="190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grpSp>
                <p:nvGrpSpPr>
                  <p:cNvPr id="83031" name="Group 82">
                    <a:extLst>
                      <a:ext uri="{FF2B5EF4-FFF2-40B4-BE49-F238E27FC236}">
                        <a16:creationId xmlns:a16="http://schemas.microsoft.com/office/drawing/2014/main" id="{1257C51B-3D03-724E-B21A-BC86CCA479D8}"/>
                      </a:ext>
                    </a:extLst>
                  </p:cNvPr>
                  <p:cNvGrpSpPr>
                    <a:grpSpLocks/>
                  </p:cNvGrpSpPr>
                  <p:nvPr/>
                </p:nvGrpSpPr>
                <p:grpSpPr bwMode="auto">
                  <a:xfrm>
                    <a:off x="2542" y="1705"/>
                    <a:ext cx="117" cy="369"/>
                    <a:chOff x="2542" y="1705"/>
                    <a:chExt cx="117" cy="369"/>
                  </a:xfrm>
                </p:grpSpPr>
                <p:sp>
                  <p:nvSpPr>
                    <p:cNvPr id="83050" name="Line 83">
                      <a:extLst>
                        <a:ext uri="{FF2B5EF4-FFF2-40B4-BE49-F238E27FC236}">
                          <a16:creationId xmlns:a16="http://schemas.microsoft.com/office/drawing/2014/main" id="{C37C56A7-4E3A-3E4C-B61B-167C06DA6AA6}"/>
                        </a:ext>
                      </a:extLst>
                    </p:cNvPr>
                    <p:cNvSpPr>
                      <a:spLocks noChangeShapeType="1"/>
                    </p:cNvSpPr>
                    <p:nvPr/>
                  </p:nvSpPr>
                  <p:spPr bwMode="auto">
                    <a:xfrm flipV="1">
                      <a:off x="2600" y="1705"/>
                      <a:ext cx="0"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2000" tIns="0" rIns="72000" bIns="0" anchor="ctr">
                      <a:spAutoFit/>
                    </a:bodyPr>
                    <a:lstStyle/>
                    <a:p>
                      <a:endParaRPr lang="pt-BR"/>
                    </a:p>
                  </p:txBody>
                </p:sp>
                <p:sp>
                  <p:nvSpPr>
                    <p:cNvPr id="83051" name="AutoShape 84">
                      <a:extLst>
                        <a:ext uri="{FF2B5EF4-FFF2-40B4-BE49-F238E27FC236}">
                          <a16:creationId xmlns:a16="http://schemas.microsoft.com/office/drawing/2014/main" id="{18A17709-B313-4345-8DBA-1FCB5C7AA878}"/>
                        </a:ext>
                      </a:extLst>
                    </p:cNvPr>
                    <p:cNvSpPr>
                      <a:spLocks noChangeArrowheads="1"/>
                    </p:cNvSpPr>
                    <p:nvPr/>
                  </p:nvSpPr>
                  <p:spPr bwMode="auto">
                    <a:xfrm>
                      <a:off x="2542" y="1903"/>
                      <a:ext cx="117" cy="171"/>
                    </a:xfrm>
                    <a:prstGeom prst="flowChartDecision">
                      <a:avLst/>
                    </a:prstGeom>
                    <a:solidFill>
                      <a:srgbClr val="FF3300"/>
                    </a:solidFill>
                    <a:ln w="9525">
                      <a:solidFill>
                        <a:schemeClr val="tx1"/>
                      </a:solidFill>
                      <a:miter lim="800000"/>
                      <a:headEnd/>
                      <a:tailEnd/>
                    </a:ln>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grpSp>
                <p:nvGrpSpPr>
                  <p:cNvPr id="83032" name="Group 85">
                    <a:extLst>
                      <a:ext uri="{FF2B5EF4-FFF2-40B4-BE49-F238E27FC236}">
                        <a16:creationId xmlns:a16="http://schemas.microsoft.com/office/drawing/2014/main" id="{0B3DA885-A990-E44D-BCBF-23EFB348C412}"/>
                      </a:ext>
                    </a:extLst>
                  </p:cNvPr>
                  <p:cNvGrpSpPr>
                    <a:grpSpLocks/>
                  </p:cNvGrpSpPr>
                  <p:nvPr/>
                </p:nvGrpSpPr>
                <p:grpSpPr bwMode="auto">
                  <a:xfrm>
                    <a:off x="2266" y="1721"/>
                    <a:ext cx="89" cy="298"/>
                    <a:chOff x="2266" y="1721"/>
                    <a:chExt cx="89" cy="298"/>
                  </a:xfrm>
                </p:grpSpPr>
                <p:sp>
                  <p:nvSpPr>
                    <p:cNvPr id="83048" name="Line 86">
                      <a:extLst>
                        <a:ext uri="{FF2B5EF4-FFF2-40B4-BE49-F238E27FC236}">
                          <a16:creationId xmlns:a16="http://schemas.microsoft.com/office/drawing/2014/main" id="{42C21C5B-CE97-3D41-82CB-9F1048045E9D}"/>
                        </a:ext>
                      </a:extLst>
                    </p:cNvPr>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83049" name="AutoShape 87">
                      <a:extLst>
                        <a:ext uri="{FF2B5EF4-FFF2-40B4-BE49-F238E27FC236}">
                          <a16:creationId xmlns:a16="http://schemas.microsoft.com/office/drawing/2014/main" id="{624BFB93-F92C-E648-B3F8-7270E22747C9}"/>
                        </a:ext>
                      </a:extLst>
                    </p:cNvPr>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grpSp>
                <p:nvGrpSpPr>
                  <p:cNvPr id="83033" name="Group 88">
                    <a:extLst>
                      <a:ext uri="{FF2B5EF4-FFF2-40B4-BE49-F238E27FC236}">
                        <a16:creationId xmlns:a16="http://schemas.microsoft.com/office/drawing/2014/main" id="{5A344BA2-CCDE-0645-8DA4-541FB424B132}"/>
                      </a:ext>
                    </a:extLst>
                  </p:cNvPr>
                  <p:cNvGrpSpPr>
                    <a:grpSpLocks/>
                  </p:cNvGrpSpPr>
                  <p:nvPr/>
                </p:nvGrpSpPr>
                <p:grpSpPr bwMode="auto">
                  <a:xfrm>
                    <a:off x="2384" y="1721"/>
                    <a:ext cx="89" cy="298"/>
                    <a:chOff x="2266" y="1721"/>
                    <a:chExt cx="89" cy="298"/>
                  </a:xfrm>
                </p:grpSpPr>
                <p:sp>
                  <p:nvSpPr>
                    <p:cNvPr id="83046" name="Line 89">
                      <a:extLst>
                        <a:ext uri="{FF2B5EF4-FFF2-40B4-BE49-F238E27FC236}">
                          <a16:creationId xmlns:a16="http://schemas.microsoft.com/office/drawing/2014/main" id="{F138BC00-1FBA-AC49-A88A-D05BC78C568F}"/>
                        </a:ext>
                      </a:extLst>
                    </p:cNvPr>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83047" name="AutoShape 90">
                      <a:extLst>
                        <a:ext uri="{FF2B5EF4-FFF2-40B4-BE49-F238E27FC236}">
                          <a16:creationId xmlns:a16="http://schemas.microsoft.com/office/drawing/2014/main" id="{582F8B83-0EF6-F84E-8280-C191D6BA0378}"/>
                        </a:ext>
                      </a:extLst>
                    </p:cNvPr>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grpSp>
                <p:nvGrpSpPr>
                  <p:cNvPr id="83034" name="Group 91">
                    <a:extLst>
                      <a:ext uri="{FF2B5EF4-FFF2-40B4-BE49-F238E27FC236}">
                        <a16:creationId xmlns:a16="http://schemas.microsoft.com/office/drawing/2014/main" id="{BD083A10-F973-2F4A-B4C7-598E06163754}"/>
                      </a:ext>
                    </a:extLst>
                  </p:cNvPr>
                  <p:cNvGrpSpPr>
                    <a:grpSpLocks/>
                  </p:cNvGrpSpPr>
                  <p:nvPr/>
                </p:nvGrpSpPr>
                <p:grpSpPr bwMode="auto">
                  <a:xfrm>
                    <a:off x="2699" y="1721"/>
                    <a:ext cx="89" cy="298"/>
                    <a:chOff x="2266" y="1721"/>
                    <a:chExt cx="89" cy="298"/>
                  </a:xfrm>
                </p:grpSpPr>
                <p:sp>
                  <p:nvSpPr>
                    <p:cNvPr id="83044" name="Line 92">
                      <a:extLst>
                        <a:ext uri="{FF2B5EF4-FFF2-40B4-BE49-F238E27FC236}">
                          <a16:creationId xmlns:a16="http://schemas.microsoft.com/office/drawing/2014/main" id="{C2E60E0B-859D-FD49-A7B4-C64BF2A0D00F}"/>
                        </a:ext>
                      </a:extLst>
                    </p:cNvPr>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83045" name="AutoShape 93">
                      <a:extLst>
                        <a:ext uri="{FF2B5EF4-FFF2-40B4-BE49-F238E27FC236}">
                          <a16:creationId xmlns:a16="http://schemas.microsoft.com/office/drawing/2014/main" id="{95F42E7A-D017-E049-A227-11FC95391EA5}"/>
                        </a:ext>
                      </a:extLst>
                    </p:cNvPr>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grpSp>
                <p:nvGrpSpPr>
                  <p:cNvPr id="83035" name="Group 94">
                    <a:extLst>
                      <a:ext uri="{FF2B5EF4-FFF2-40B4-BE49-F238E27FC236}">
                        <a16:creationId xmlns:a16="http://schemas.microsoft.com/office/drawing/2014/main" id="{D77EDB76-6B94-9B43-9527-D681968B2779}"/>
                      </a:ext>
                    </a:extLst>
                  </p:cNvPr>
                  <p:cNvGrpSpPr>
                    <a:grpSpLocks/>
                  </p:cNvGrpSpPr>
                  <p:nvPr/>
                </p:nvGrpSpPr>
                <p:grpSpPr bwMode="auto">
                  <a:xfrm>
                    <a:off x="2834" y="1721"/>
                    <a:ext cx="89" cy="298"/>
                    <a:chOff x="2266" y="1721"/>
                    <a:chExt cx="89" cy="298"/>
                  </a:xfrm>
                </p:grpSpPr>
                <p:sp>
                  <p:nvSpPr>
                    <p:cNvPr id="83042" name="Line 95">
                      <a:extLst>
                        <a:ext uri="{FF2B5EF4-FFF2-40B4-BE49-F238E27FC236}">
                          <a16:creationId xmlns:a16="http://schemas.microsoft.com/office/drawing/2014/main" id="{9A185590-D45B-D44C-BD11-086710826924}"/>
                        </a:ext>
                      </a:extLst>
                    </p:cNvPr>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83043" name="AutoShape 96">
                      <a:extLst>
                        <a:ext uri="{FF2B5EF4-FFF2-40B4-BE49-F238E27FC236}">
                          <a16:creationId xmlns:a16="http://schemas.microsoft.com/office/drawing/2014/main" id="{98E65AB9-D863-604A-9AD2-2AE5E59FB9AF}"/>
                        </a:ext>
                      </a:extLst>
                    </p:cNvPr>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grpSp>
                <p:nvGrpSpPr>
                  <p:cNvPr id="83036" name="Group 97">
                    <a:extLst>
                      <a:ext uri="{FF2B5EF4-FFF2-40B4-BE49-F238E27FC236}">
                        <a16:creationId xmlns:a16="http://schemas.microsoft.com/office/drawing/2014/main" id="{D5EF6C8A-2ABF-2844-B84A-DF541170225F}"/>
                      </a:ext>
                    </a:extLst>
                  </p:cNvPr>
                  <p:cNvGrpSpPr>
                    <a:grpSpLocks/>
                  </p:cNvGrpSpPr>
                  <p:nvPr/>
                </p:nvGrpSpPr>
                <p:grpSpPr bwMode="auto">
                  <a:xfrm>
                    <a:off x="1922" y="1721"/>
                    <a:ext cx="89" cy="298"/>
                    <a:chOff x="2266" y="1721"/>
                    <a:chExt cx="89" cy="298"/>
                  </a:xfrm>
                </p:grpSpPr>
                <p:sp>
                  <p:nvSpPr>
                    <p:cNvPr id="83040" name="Line 98">
                      <a:extLst>
                        <a:ext uri="{FF2B5EF4-FFF2-40B4-BE49-F238E27FC236}">
                          <a16:creationId xmlns:a16="http://schemas.microsoft.com/office/drawing/2014/main" id="{C871A9E8-2CB9-FD41-88F5-80D36FB76A82}"/>
                        </a:ext>
                      </a:extLst>
                    </p:cNvPr>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83041" name="AutoShape 99">
                      <a:extLst>
                        <a:ext uri="{FF2B5EF4-FFF2-40B4-BE49-F238E27FC236}">
                          <a16:creationId xmlns:a16="http://schemas.microsoft.com/office/drawing/2014/main" id="{1C5ADEA7-0821-4C4D-9BC3-665E27F47BAA}"/>
                        </a:ext>
                      </a:extLst>
                    </p:cNvPr>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grpSp>
                <p:nvGrpSpPr>
                  <p:cNvPr id="83037" name="Group 100">
                    <a:extLst>
                      <a:ext uri="{FF2B5EF4-FFF2-40B4-BE49-F238E27FC236}">
                        <a16:creationId xmlns:a16="http://schemas.microsoft.com/office/drawing/2014/main" id="{F7C18EB8-1B9C-B74B-B815-32C6E4F5D04C}"/>
                      </a:ext>
                    </a:extLst>
                  </p:cNvPr>
                  <p:cNvGrpSpPr>
                    <a:grpSpLocks/>
                  </p:cNvGrpSpPr>
                  <p:nvPr/>
                </p:nvGrpSpPr>
                <p:grpSpPr bwMode="auto">
                  <a:xfrm>
                    <a:off x="3253" y="1721"/>
                    <a:ext cx="89" cy="298"/>
                    <a:chOff x="2266" y="1721"/>
                    <a:chExt cx="89" cy="298"/>
                  </a:xfrm>
                </p:grpSpPr>
                <p:sp>
                  <p:nvSpPr>
                    <p:cNvPr id="83038" name="Line 101">
                      <a:extLst>
                        <a:ext uri="{FF2B5EF4-FFF2-40B4-BE49-F238E27FC236}">
                          <a16:creationId xmlns:a16="http://schemas.microsoft.com/office/drawing/2014/main" id="{02B54BC4-5761-ED4C-BF42-97F01FD94ECA}"/>
                        </a:ext>
                      </a:extLst>
                    </p:cNvPr>
                    <p:cNvSpPr>
                      <a:spLocks noChangeShapeType="1"/>
                    </p:cNvSpPr>
                    <p:nvPr/>
                  </p:nvSpPr>
                  <p:spPr bwMode="auto">
                    <a:xfrm flipV="1">
                      <a:off x="2311" y="1721"/>
                      <a:ext cx="0" cy="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72000" tIns="0" rIns="72000" bIns="0" anchor="ctr">
                      <a:spAutoFit/>
                    </a:bodyPr>
                    <a:lstStyle/>
                    <a:p>
                      <a:endParaRPr lang="pt-BR"/>
                    </a:p>
                  </p:txBody>
                </p:sp>
                <p:sp>
                  <p:nvSpPr>
                    <p:cNvPr id="83039" name="AutoShape 102">
                      <a:extLst>
                        <a:ext uri="{FF2B5EF4-FFF2-40B4-BE49-F238E27FC236}">
                          <a16:creationId xmlns:a16="http://schemas.microsoft.com/office/drawing/2014/main" id="{F477C836-B8CC-5644-BC7F-EF479879FE88}"/>
                        </a:ext>
                      </a:extLst>
                    </p:cNvPr>
                    <p:cNvSpPr>
                      <a:spLocks noChangeArrowheads="1"/>
                    </p:cNvSpPr>
                    <p:nvPr/>
                  </p:nvSpPr>
                  <p:spPr bwMode="auto">
                    <a:xfrm>
                      <a:off x="2266" y="1934"/>
                      <a:ext cx="89" cy="85"/>
                    </a:xfrm>
                    <a:prstGeom prst="flowChartDecision">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0" rIns="72000" bIns="0" anchor="ctr">
                      <a:spAutoFit/>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grpSp>
          </p:grpSp>
          <p:sp>
            <p:nvSpPr>
              <p:cNvPr id="83008" name="Rectangle 103">
                <a:extLst>
                  <a:ext uri="{FF2B5EF4-FFF2-40B4-BE49-F238E27FC236}">
                    <a16:creationId xmlns:a16="http://schemas.microsoft.com/office/drawing/2014/main" id="{FE7A0BE2-7019-6444-8C69-62C3BD5184E4}"/>
                  </a:ext>
                </a:extLst>
              </p:cNvPr>
              <p:cNvSpPr>
                <a:spLocks noChangeArrowheads="1"/>
              </p:cNvSpPr>
              <p:nvPr/>
            </p:nvSpPr>
            <p:spPr bwMode="auto">
              <a:xfrm>
                <a:off x="945" y="573"/>
                <a:ext cx="3912" cy="202"/>
              </a:xfrm>
              <a:prstGeom prst="rect">
                <a:avLst/>
              </a:prstGeom>
              <a:solidFill>
                <a:srgbClr val="CCFFCC"/>
              </a:solidFill>
              <a:ln w="9525">
                <a:miter lim="800000"/>
                <a:headEnd/>
                <a:tailEnd/>
              </a:ln>
              <a:scene3d>
                <a:camera prst="legacyObliqueTopRight"/>
                <a:lightRig rig="legacyFlat3" dir="b"/>
              </a:scene3d>
              <a:sp3d extrusionH="277800" prstMaterial="legacyMatte">
                <a:bevelT w="13500" h="13500" prst="angle"/>
                <a:bevelB w="13500" h="13500" prst="angle"/>
                <a:extrusionClr>
                  <a:srgbClr val="CCFFCC"/>
                </a:extrusionClr>
                <a:contourClr>
                  <a:srgbClr val="CCFFCC"/>
                </a:contourClr>
              </a:sp3d>
            </p:spPr>
            <p:txBody>
              <a:bodyPr lIns="72000" tIns="0" rIns="72000" bIns="0">
                <a:flatTx/>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pt-BR" altLang="pt-BR" sz="2000" b="1" i="1">
                    <a:solidFill>
                      <a:srgbClr val="000000"/>
                    </a:solidFill>
                  </a:rPr>
                  <a:t>Processo de Desenvolvimento de Produto</a:t>
                </a:r>
              </a:p>
              <a:p>
                <a:pPr algn="ctr" eaLnBrk="1" hangingPunct="1">
                  <a:spcBef>
                    <a:spcPct val="0"/>
                  </a:spcBef>
                  <a:buFontTx/>
                  <a:buNone/>
                </a:pPr>
                <a:endParaRPr lang="pt-BR" altLang="pt-BR" sz="1600">
                  <a:solidFill>
                    <a:srgbClr val="000000"/>
                  </a:solidFill>
                </a:endParaRPr>
              </a:p>
            </p:txBody>
          </p:sp>
        </p:grpSp>
      </p:grpSp>
      <p:grpSp>
        <p:nvGrpSpPr>
          <p:cNvPr id="28" name="Group 104">
            <a:extLst>
              <a:ext uri="{FF2B5EF4-FFF2-40B4-BE49-F238E27FC236}">
                <a16:creationId xmlns:a16="http://schemas.microsoft.com/office/drawing/2014/main" id="{E84CE7D6-C52A-6043-BB00-674236742D28}"/>
              </a:ext>
            </a:extLst>
          </p:cNvPr>
          <p:cNvGrpSpPr>
            <a:grpSpLocks/>
          </p:cNvGrpSpPr>
          <p:nvPr/>
        </p:nvGrpSpPr>
        <p:grpSpPr bwMode="auto">
          <a:xfrm rot="8852966">
            <a:off x="5084763" y="2771775"/>
            <a:ext cx="1554162" cy="2862263"/>
            <a:chOff x="2181" y="1183"/>
            <a:chExt cx="1419" cy="1966"/>
          </a:xfrm>
        </p:grpSpPr>
        <p:grpSp>
          <p:nvGrpSpPr>
            <p:cNvPr id="82948" name="Group 105">
              <a:extLst>
                <a:ext uri="{FF2B5EF4-FFF2-40B4-BE49-F238E27FC236}">
                  <a16:creationId xmlns:a16="http://schemas.microsoft.com/office/drawing/2014/main" id="{323132D8-1D1A-624B-BBBA-9803D846A6CC}"/>
                </a:ext>
              </a:extLst>
            </p:cNvPr>
            <p:cNvGrpSpPr>
              <a:grpSpLocks/>
            </p:cNvGrpSpPr>
            <p:nvPr/>
          </p:nvGrpSpPr>
          <p:grpSpPr bwMode="auto">
            <a:xfrm>
              <a:off x="2181" y="1183"/>
              <a:ext cx="1203" cy="1195"/>
              <a:chOff x="2181" y="1183"/>
              <a:chExt cx="1203" cy="1195"/>
            </a:xfrm>
          </p:grpSpPr>
          <p:grpSp>
            <p:nvGrpSpPr>
              <p:cNvPr id="82985" name="Group 106">
                <a:extLst>
                  <a:ext uri="{FF2B5EF4-FFF2-40B4-BE49-F238E27FC236}">
                    <a16:creationId xmlns:a16="http://schemas.microsoft.com/office/drawing/2014/main" id="{418AAF19-ACCC-BE4A-BBC3-48FF0216B13F}"/>
                  </a:ext>
                </a:extLst>
              </p:cNvPr>
              <p:cNvGrpSpPr>
                <a:grpSpLocks/>
              </p:cNvGrpSpPr>
              <p:nvPr/>
            </p:nvGrpSpPr>
            <p:grpSpPr bwMode="auto">
              <a:xfrm>
                <a:off x="2203" y="1197"/>
                <a:ext cx="1181" cy="1180"/>
                <a:chOff x="2203" y="1197"/>
                <a:chExt cx="1181" cy="1180"/>
              </a:xfrm>
            </p:grpSpPr>
            <p:grpSp>
              <p:nvGrpSpPr>
                <p:cNvPr id="82991" name="Group 107">
                  <a:extLst>
                    <a:ext uri="{FF2B5EF4-FFF2-40B4-BE49-F238E27FC236}">
                      <a16:creationId xmlns:a16="http://schemas.microsoft.com/office/drawing/2014/main" id="{C65F3BEA-EE10-EB4A-A2A3-A21D146C538B}"/>
                    </a:ext>
                  </a:extLst>
                </p:cNvPr>
                <p:cNvGrpSpPr>
                  <a:grpSpLocks/>
                </p:cNvGrpSpPr>
                <p:nvPr/>
              </p:nvGrpSpPr>
              <p:grpSpPr bwMode="auto">
                <a:xfrm>
                  <a:off x="2203" y="1197"/>
                  <a:ext cx="1181" cy="1180"/>
                  <a:chOff x="2203" y="1197"/>
                  <a:chExt cx="1181" cy="1180"/>
                </a:xfrm>
              </p:grpSpPr>
              <p:sp>
                <p:nvSpPr>
                  <p:cNvPr id="82997" name="Freeform 108">
                    <a:extLst>
                      <a:ext uri="{FF2B5EF4-FFF2-40B4-BE49-F238E27FC236}">
                        <a16:creationId xmlns:a16="http://schemas.microsoft.com/office/drawing/2014/main" id="{5CD50462-1213-C54B-8610-89EAB519E66B}"/>
                      </a:ext>
                    </a:extLst>
                  </p:cNvPr>
                  <p:cNvSpPr>
                    <a:spLocks/>
                  </p:cNvSpPr>
                  <p:nvPr/>
                </p:nvSpPr>
                <p:spPr bwMode="auto">
                  <a:xfrm>
                    <a:off x="2203" y="1197"/>
                    <a:ext cx="1003" cy="685"/>
                  </a:xfrm>
                  <a:custGeom>
                    <a:avLst/>
                    <a:gdLst>
                      <a:gd name="T0" fmla="*/ 21 w 1003"/>
                      <a:gd name="T1" fmla="*/ 685 h 685"/>
                      <a:gd name="T2" fmla="*/ 6 w 1003"/>
                      <a:gd name="T3" fmla="*/ 604 h 685"/>
                      <a:gd name="T4" fmla="*/ 0 w 1003"/>
                      <a:gd name="T5" fmla="*/ 526 h 685"/>
                      <a:gd name="T6" fmla="*/ 3 w 1003"/>
                      <a:gd name="T7" fmla="*/ 472 h 685"/>
                      <a:gd name="T8" fmla="*/ 12 w 1003"/>
                      <a:gd name="T9" fmla="*/ 423 h 685"/>
                      <a:gd name="T10" fmla="*/ 27 w 1003"/>
                      <a:gd name="T11" fmla="*/ 369 h 685"/>
                      <a:gd name="T12" fmla="*/ 51 w 1003"/>
                      <a:gd name="T13" fmla="*/ 315 h 685"/>
                      <a:gd name="T14" fmla="*/ 81 w 1003"/>
                      <a:gd name="T15" fmla="*/ 258 h 685"/>
                      <a:gd name="T16" fmla="*/ 111 w 1003"/>
                      <a:gd name="T17" fmla="*/ 213 h 685"/>
                      <a:gd name="T18" fmla="*/ 147 w 1003"/>
                      <a:gd name="T19" fmla="*/ 168 h 685"/>
                      <a:gd name="T20" fmla="*/ 189 w 1003"/>
                      <a:gd name="T21" fmla="*/ 129 h 685"/>
                      <a:gd name="T22" fmla="*/ 231 w 1003"/>
                      <a:gd name="T23" fmla="*/ 96 h 685"/>
                      <a:gd name="T24" fmla="*/ 276 w 1003"/>
                      <a:gd name="T25" fmla="*/ 69 h 685"/>
                      <a:gd name="T26" fmla="*/ 331 w 1003"/>
                      <a:gd name="T27" fmla="*/ 45 h 685"/>
                      <a:gd name="T28" fmla="*/ 394 w 1003"/>
                      <a:gd name="T29" fmla="*/ 24 h 685"/>
                      <a:gd name="T30" fmla="*/ 448 w 1003"/>
                      <a:gd name="T31" fmla="*/ 9 h 685"/>
                      <a:gd name="T32" fmla="*/ 514 w 1003"/>
                      <a:gd name="T33" fmla="*/ 0 h 685"/>
                      <a:gd name="T34" fmla="*/ 598 w 1003"/>
                      <a:gd name="T35" fmla="*/ 0 h 685"/>
                      <a:gd name="T36" fmla="*/ 661 w 1003"/>
                      <a:gd name="T37" fmla="*/ 12 h 685"/>
                      <a:gd name="T38" fmla="*/ 736 w 1003"/>
                      <a:gd name="T39" fmla="*/ 30 h 685"/>
                      <a:gd name="T40" fmla="*/ 811 w 1003"/>
                      <a:gd name="T41" fmla="*/ 63 h 685"/>
                      <a:gd name="T42" fmla="*/ 877 w 1003"/>
                      <a:gd name="T43" fmla="*/ 102 h 685"/>
                      <a:gd name="T44" fmla="*/ 922 w 1003"/>
                      <a:gd name="T45" fmla="*/ 141 h 685"/>
                      <a:gd name="T46" fmla="*/ 967 w 1003"/>
                      <a:gd name="T47" fmla="*/ 186 h 685"/>
                      <a:gd name="T48" fmla="*/ 1003 w 1003"/>
                      <a:gd name="T49" fmla="*/ 231 h 685"/>
                      <a:gd name="T50" fmla="*/ 907 w 1003"/>
                      <a:gd name="T51" fmla="*/ 159 h 685"/>
                      <a:gd name="T52" fmla="*/ 856 w 1003"/>
                      <a:gd name="T53" fmla="*/ 129 h 685"/>
                      <a:gd name="T54" fmla="*/ 802 w 1003"/>
                      <a:gd name="T55" fmla="*/ 108 h 685"/>
                      <a:gd name="T56" fmla="*/ 733 w 1003"/>
                      <a:gd name="T57" fmla="*/ 87 h 685"/>
                      <a:gd name="T58" fmla="*/ 667 w 1003"/>
                      <a:gd name="T59" fmla="*/ 78 h 685"/>
                      <a:gd name="T60" fmla="*/ 595 w 1003"/>
                      <a:gd name="T61" fmla="*/ 75 h 685"/>
                      <a:gd name="T62" fmla="*/ 541 w 1003"/>
                      <a:gd name="T63" fmla="*/ 78 h 685"/>
                      <a:gd name="T64" fmla="*/ 484 w 1003"/>
                      <a:gd name="T65" fmla="*/ 87 h 685"/>
                      <a:gd name="T66" fmla="*/ 427 w 1003"/>
                      <a:gd name="T67" fmla="*/ 102 h 685"/>
                      <a:gd name="T68" fmla="*/ 373 w 1003"/>
                      <a:gd name="T69" fmla="*/ 120 h 685"/>
                      <a:gd name="T70" fmla="*/ 313 w 1003"/>
                      <a:gd name="T71" fmla="*/ 150 h 685"/>
                      <a:gd name="T72" fmla="*/ 267 w 1003"/>
                      <a:gd name="T73" fmla="*/ 177 h 685"/>
                      <a:gd name="T74" fmla="*/ 228 w 1003"/>
                      <a:gd name="T75" fmla="*/ 210 h 685"/>
                      <a:gd name="T76" fmla="*/ 183 w 1003"/>
                      <a:gd name="T77" fmla="*/ 246 h 685"/>
                      <a:gd name="T78" fmla="*/ 147 w 1003"/>
                      <a:gd name="T79" fmla="*/ 285 h 685"/>
                      <a:gd name="T80" fmla="*/ 111 w 1003"/>
                      <a:gd name="T81" fmla="*/ 339 h 685"/>
                      <a:gd name="T82" fmla="*/ 78 w 1003"/>
                      <a:gd name="T83" fmla="*/ 396 h 685"/>
                      <a:gd name="T84" fmla="*/ 57 w 1003"/>
                      <a:gd name="T85" fmla="*/ 450 h 685"/>
                      <a:gd name="T86" fmla="*/ 39 w 1003"/>
                      <a:gd name="T87" fmla="*/ 514 h 685"/>
                      <a:gd name="T88" fmla="*/ 27 w 1003"/>
                      <a:gd name="T89" fmla="*/ 592 h 685"/>
                      <a:gd name="T90" fmla="*/ 21 w 1003"/>
                      <a:gd name="T91" fmla="*/ 685 h 68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003"/>
                      <a:gd name="T139" fmla="*/ 0 h 685"/>
                      <a:gd name="T140" fmla="*/ 1003 w 1003"/>
                      <a:gd name="T141" fmla="*/ 685 h 685"/>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003" h="685">
                        <a:moveTo>
                          <a:pt x="21" y="685"/>
                        </a:moveTo>
                        <a:lnTo>
                          <a:pt x="6" y="604"/>
                        </a:lnTo>
                        <a:lnTo>
                          <a:pt x="0" y="526"/>
                        </a:lnTo>
                        <a:lnTo>
                          <a:pt x="3" y="472"/>
                        </a:lnTo>
                        <a:lnTo>
                          <a:pt x="12" y="423"/>
                        </a:lnTo>
                        <a:lnTo>
                          <a:pt x="27" y="369"/>
                        </a:lnTo>
                        <a:lnTo>
                          <a:pt x="51" y="315"/>
                        </a:lnTo>
                        <a:lnTo>
                          <a:pt x="81" y="258"/>
                        </a:lnTo>
                        <a:lnTo>
                          <a:pt x="111" y="213"/>
                        </a:lnTo>
                        <a:lnTo>
                          <a:pt x="147" y="168"/>
                        </a:lnTo>
                        <a:lnTo>
                          <a:pt x="189" y="129"/>
                        </a:lnTo>
                        <a:lnTo>
                          <a:pt x="231" y="96"/>
                        </a:lnTo>
                        <a:lnTo>
                          <a:pt x="276" y="69"/>
                        </a:lnTo>
                        <a:lnTo>
                          <a:pt x="331" y="45"/>
                        </a:lnTo>
                        <a:lnTo>
                          <a:pt x="394" y="24"/>
                        </a:lnTo>
                        <a:lnTo>
                          <a:pt x="448" y="9"/>
                        </a:lnTo>
                        <a:lnTo>
                          <a:pt x="514" y="0"/>
                        </a:lnTo>
                        <a:lnTo>
                          <a:pt x="598" y="0"/>
                        </a:lnTo>
                        <a:lnTo>
                          <a:pt x="661" y="12"/>
                        </a:lnTo>
                        <a:lnTo>
                          <a:pt x="736" y="30"/>
                        </a:lnTo>
                        <a:lnTo>
                          <a:pt x="811" y="63"/>
                        </a:lnTo>
                        <a:lnTo>
                          <a:pt x="877" y="102"/>
                        </a:lnTo>
                        <a:lnTo>
                          <a:pt x="922" y="141"/>
                        </a:lnTo>
                        <a:lnTo>
                          <a:pt x="967" y="186"/>
                        </a:lnTo>
                        <a:lnTo>
                          <a:pt x="1003" y="231"/>
                        </a:lnTo>
                        <a:lnTo>
                          <a:pt x="907" y="159"/>
                        </a:lnTo>
                        <a:lnTo>
                          <a:pt x="856" y="129"/>
                        </a:lnTo>
                        <a:lnTo>
                          <a:pt x="802" y="108"/>
                        </a:lnTo>
                        <a:lnTo>
                          <a:pt x="733" y="87"/>
                        </a:lnTo>
                        <a:lnTo>
                          <a:pt x="667" y="78"/>
                        </a:lnTo>
                        <a:lnTo>
                          <a:pt x="595" y="75"/>
                        </a:lnTo>
                        <a:lnTo>
                          <a:pt x="541" y="78"/>
                        </a:lnTo>
                        <a:lnTo>
                          <a:pt x="484" y="87"/>
                        </a:lnTo>
                        <a:lnTo>
                          <a:pt x="427" y="102"/>
                        </a:lnTo>
                        <a:lnTo>
                          <a:pt x="373" y="120"/>
                        </a:lnTo>
                        <a:lnTo>
                          <a:pt x="313" y="150"/>
                        </a:lnTo>
                        <a:lnTo>
                          <a:pt x="267" y="177"/>
                        </a:lnTo>
                        <a:lnTo>
                          <a:pt x="228" y="210"/>
                        </a:lnTo>
                        <a:lnTo>
                          <a:pt x="183" y="246"/>
                        </a:lnTo>
                        <a:lnTo>
                          <a:pt x="147" y="285"/>
                        </a:lnTo>
                        <a:lnTo>
                          <a:pt x="111" y="339"/>
                        </a:lnTo>
                        <a:lnTo>
                          <a:pt x="78" y="396"/>
                        </a:lnTo>
                        <a:lnTo>
                          <a:pt x="57" y="450"/>
                        </a:lnTo>
                        <a:lnTo>
                          <a:pt x="39" y="514"/>
                        </a:lnTo>
                        <a:lnTo>
                          <a:pt x="27" y="592"/>
                        </a:lnTo>
                        <a:lnTo>
                          <a:pt x="21" y="68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2998" name="Freeform 109">
                    <a:extLst>
                      <a:ext uri="{FF2B5EF4-FFF2-40B4-BE49-F238E27FC236}">
                        <a16:creationId xmlns:a16="http://schemas.microsoft.com/office/drawing/2014/main" id="{1129BD17-C3C9-DC45-AEEB-7D1320967A47}"/>
                      </a:ext>
                    </a:extLst>
                  </p:cNvPr>
                  <p:cNvSpPr>
                    <a:spLocks/>
                  </p:cNvSpPr>
                  <p:nvPr/>
                </p:nvSpPr>
                <p:spPr bwMode="auto">
                  <a:xfrm>
                    <a:off x="2278" y="1536"/>
                    <a:ext cx="1106" cy="841"/>
                  </a:xfrm>
                  <a:custGeom>
                    <a:avLst/>
                    <a:gdLst>
                      <a:gd name="T0" fmla="*/ 0 w 1106"/>
                      <a:gd name="T1" fmla="*/ 511 h 841"/>
                      <a:gd name="T2" fmla="*/ 63 w 1106"/>
                      <a:gd name="T3" fmla="*/ 583 h 841"/>
                      <a:gd name="T4" fmla="*/ 132 w 1106"/>
                      <a:gd name="T5" fmla="*/ 646 h 841"/>
                      <a:gd name="T6" fmla="*/ 195 w 1106"/>
                      <a:gd name="T7" fmla="*/ 682 h 841"/>
                      <a:gd name="T8" fmla="*/ 286 w 1106"/>
                      <a:gd name="T9" fmla="*/ 721 h 841"/>
                      <a:gd name="T10" fmla="*/ 358 w 1106"/>
                      <a:gd name="T11" fmla="*/ 742 h 841"/>
                      <a:gd name="T12" fmla="*/ 424 w 1106"/>
                      <a:gd name="T13" fmla="*/ 751 h 841"/>
                      <a:gd name="T14" fmla="*/ 502 w 1106"/>
                      <a:gd name="T15" fmla="*/ 751 h 841"/>
                      <a:gd name="T16" fmla="*/ 559 w 1106"/>
                      <a:gd name="T17" fmla="*/ 745 h 841"/>
                      <a:gd name="T18" fmla="*/ 628 w 1106"/>
                      <a:gd name="T19" fmla="*/ 733 h 841"/>
                      <a:gd name="T20" fmla="*/ 697 w 1106"/>
                      <a:gd name="T21" fmla="*/ 712 h 841"/>
                      <a:gd name="T22" fmla="*/ 754 w 1106"/>
                      <a:gd name="T23" fmla="*/ 682 h 841"/>
                      <a:gd name="T24" fmla="*/ 808 w 1106"/>
                      <a:gd name="T25" fmla="*/ 649 h 841"/>
                      <a:gd name="T26" fmla="*/ 856 w 1106"/>
                      <a:gd name="T27" fmla="*/ 616 h 841"/>
                      <a:gd name="T28" fmla="*/ 904 w 1106"/>
                      <a:gd name="T29" fmla="*/ 568 h 841"/>
                      <a:gd name="T30" fmla="*/ 952 w 1106"/>
                      <a:gd name="T31" fmla="*/ 514 h 841"/>
                      <a:gd name="T32" fmla="*/ 989 w 1106"/>
                      <a:gd name="T33" fmla="*/ 463 h 841"/>
                      <a:gd name="T34" fmla="*/ 1010 w 1106"/>
                      <a:gd name="T35" fmla="*/ 412 h 841"/>
                      <a:gd name="T36" fmla="*/ 1037 w 1106"/>
                      <a:gd name="T37" fmla="*/ 331 h 841"/>
                      <a:gd name="T38" fmla="*/ 1055 w 1106"/>
                      <a:gd name="T39" fmla="*/ 247 h 841"/>
                      <a:gd name="T40" fmla="*/ 1058 w 1106"/>
                      <a:gd name="T41" fmla="*/ 172 h 841"/>
                      <a:gd name="T42" fmla="*/ 1046 w 1106"/>
                      <a:gd name="T43" fmla="*/ 90 h 841"/>
                      <a:gd name="T44" fmla="*/ 1019 w 1106"/>
                      <a:gd name="T45" fmla="*/ 0 h 841"/>
                      <a:gd name="T46" fmla="*/ 1046 w 1106"/>
                      <a:gd name="T47" fmla="*/ 48 h 841"/>
                      <a:gd name="T48" fmla="*/ 1076 w 1106"/>
                      <a:gd name="T49" fmla="*/ 117 h 841"/>
                      <a:gd name="T50" fmla="*/ 1091 w 1106"/>
                      <a:gd name="T51" fmla="*/ 181 h 841"/>
                      <a:gd name="T52" fmla="*/ 1106 w 1106"/>
                      <a:gd name="T53" fmla="*/ 241 h 841"/>
                      <a:gd name="T54" fmla="*/ 1103 w 1106"/>
                      <a:gd name="T55" fmla="*/ 292 h 841"/>
                      <a:gd name="T56" fmla="*/ 1100 w 1106"/>
                      <a:gd name="T57" fmla="*/ 361 h 841"/>
                      <a:gd name="T58" fmla="*/ 1064 w 1106"/>
                      <a:gd name="T59" fmla="*/ 493 h 841"/>
                      <a:gd name="T60" fmla="*/ 1028 w 1106"/>
                      <a:gd name="T61" fmla="*/ 565 h 841"/>
                      <a:gd name="T62" fmla="*/ 983 w 1106"/>
                      <a:gd name="T63" fmla="*/ 628 h 841"/>
                      <a:gd name="T64" fmla="*/ 934 w 1106"/>
                      <a:gd name="T65" fmla="*/ 682 h 841"/>
                      <a:gd name="T66" fmla="*/ 886 w 1106"/>
                      <a:gd name="T67" fmla="*/ 721 h 841"/>
                      <a:gd name="T68" fmla="*/ 820 w 1106"/>
                      <a:gd name="T69" fmla="*/ 766 h 841"/>
                      <a:gd name="T70" fmla="*/ 754 w 1106"/>
                      <a:gd name="T71" fmla="*/ 796 h 841"/>
                      <a:gd name="T72" fmla="*/ 691 w 1106"/>
                      <a:gd name="T73" fmla="*/ 817 h 841"/>
                      <a:gd name="T74" fmla="*/ 610 w 1106"/>
                      <a:gd name="T75" fmla="*/ 838 h 841"/>
                      <a:gd name="T76" fmla="*/ 550 w 1106"/>
                      <a:gd name="T77" fmla="*/ 841 h 841"/>
                      <a:gd name="T78" fmla="*/ 484 w 1106"/>
                      <a:gd name="T79" fmla="*/ 841 h 841"/>
                      <a:gd name="T80" fmla="*/ 418 w 1106"/>
                      <a:gd name="T81" fmla="*/ 829 h 841"/>
                      <a:gd name="T82" fmla="*/ 346 w 1106"/>
                      <a:gd name="T83" fmla="*/ 814 h 841"/>
                      <a:gd name="T84" fmla="*/ 298 w 1106"/>
                      <a:gd name="T85" fmla="*/ 796 h 841"/>
                      <a:gd name="T86" fmla="*/ 234 w 1106"/>
                      <a:gd name="T87" fmla="*/ 763 h 841"/>
                      <a:gd name="T88" fmla="*/ 180 w 1106"/>
                      <a:gd name="T89" fmla="*/ 733 h 841"/>
                      <a:gd name="T90" fmla="*/ 129 w 1106"/>
                      <a:gd name="T91" fmla="*/ 691 h 841"/>
                      <a:gd name="T92" fmla="*/ 75 w 1106"/>
                      <a:gd name="T93" fmla="*/ 634 h 841"/>
                      <a:gd name="T94" fmla="*/ 24 w 1106"/>
                      <a:gd name="T95" fmla="*/ 562 h 841"/>
                      <a:gd name="T96" fmla="*/ 0 w 1106"/>
                      <a:gd name="T97" fmla="*/ 511 h 84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106"/>
                      <a:gd name="T148" fmla="*/ 0 h 841"/>
                      <a:gd name="T149" fmla="*/ 1106 w 1106"/>
                      <a:gd name="T150" fmla="*/ 841 h 841"/>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106" h="841">
                        <a:moveTo>
                          <a:pt x="0" y="511"/>
                        </a:moveTo>
                        <a:lnTo>
                          <a:pt x="63" y="583"/>
                        </a:lnTo>
                        <a:lnTo>
                          <a:pt x="132" y="646"/>
                        </a:lnTo>
                        <a:lnTo>
                          <a:pt x="195" y="682"/>
                        </a:lnTo>
                        <a:lnTo>
                          <a:pt x="286" y="721"/>
                        </a:lnTo>
                        <a:lnTo>
                          <a:pt x="358" y="742"/>
                        </a:lnTo>
                        <a:lnTo>
                          <a:pt x="424" y="751"/>
                        </a:lnTo>
                        <a:lnTo>
                          <a:pt x="502" y="751"/>
                        </a:lnTo>
                        <a:lnTo>
                          <a:pt x="559" y="745"/>
                        </a:lnTo>
                        <a:lnTo>
                          <a:pt x="628" y="733"/>
                        </a:lnTo>
                        <a:lnTo>
                          <a:pt x="697" y="712"/>
                        </a:lnTo>
                        <a:lnTo>
                          <a:pt x="754" y="682"/>
                        </a:lnTo>
                        <a:lnTo>
                          <a:pt x="808" y="649"/>
                        </a:lnTo>
                        <a:lnTo>
                          <a:pt x="856" y="616"/>
                        </a:lnTo>
                        <a:lnTo>
                          <a:pt x="904" y="568"/>
                        </a:lnTo>
                        <a:lnTo>
                          <a:pt x="952" y="514"/>
                        </a:lnTo>
                        <a:lnTo>
                          <a:pt x="989" y="463"/>
                        </a:lnTo>
                        <a:lnTo>
                          <a:pt x="1010" y="412"/>
                        </a:lnTo>
                        <a:lnTo>
                          <a:pt x="1037" y="331"/>
                        </a:lnTo>
                        <a:lnTo>
                          <a:pt x="1055" y="247"/>
                        </a:lnTo>
                        <a:lnTo>
                          <a:pt x="1058" y="172"/>
                        </a:lnTo>
                        <a:lnTo>
                          <a:pt x="1046" y="90"/>
                        </a:lnTo>
                        <a:lnTo>
                          <a:pt x="1019" y="0"/>
                        </a:lnTo>
                        <a:lnTo>
                          <a:pt x="1046" y="48"/>
                        </a:lnTo>
                        <a:lnTo>
                          <a:pt x="1076" y="117"/>
                        </a:lnTo>
                        <a:lnTo>
                          <a:pt x="1091" y="181"/>
                        </a:lnTo>
                        <a:lnTo>
                          <a:pt x="1106" y="241"/>
                        </a:lnTo>
                        <a:lnTo>
                          <a:pt x="1103" y="292"/>
                        </a:lnTo>
                        <a:lnTo>
                          <a:pt x="1100" y="361"/>
                        </a:lnTo>
                        <a:lnTo>
                          <a:pt x="1064" y="493"/>
                        </a:lnTo>
                        <a:lnTo>
                          <a:pt x="1028" y="565"/>
                        </a:lnTo>
                        <a:lnTo>
                          <a:pt x="983" y="628"/>
                        </a:lnTo>
                        <a:lnTo>
                          <a:pt x="934" y="682"/>
                        </a:lnTo>
                        <a:lnTo>
                          <a:pt x="886" y="721"/>
                        </a:lnTo>
                        <a:lnTo>
                          <a:pt x="820" y="766"/>
                        </a:lnTo>
                        <a:lnTo>
                          <a:pt x="754" y="796"/>
                        </a:lnTo>
                        <a:lnTo>
                          <a:pt x="691" y="817"/>
                        </a:lnTo>
                        <a:lnTo>
                          <a:pt x="610" y="838"/>
                        </a:lnTo>
                        <a:lnTo>
                          <a:pt x="550" y="841"/>
                        </a:lnTo>
                        <a:lnTo>
                          <a:pt x="484" y="841"/>
                        </a:lnTo>
                        <a:lnTo>
                          <a:pt x="418" y="829"/>
                        </a:lnTo>
                        <a:lnTo>
                          <a:pt x="346" y="814"/>
                        </a:lnTo>
                        <a:lnTo>
                          <a:pt x="298" y="796"/>
                        </a:lnTo>
                        <a:lnTo>
                          <a:pt x="234" y="763"/>
                        </a:lnTo>
                        <a:lnTo>
                          <a:pt x="180" y="733"/>
                        </a:lnTo>
                        <a:lnTo>
                          <a:pt x="129" y="691"/>
                        </a:lnTo>
                        <a:lnTo>
                          <a:pt x="75" y="634"/>
                        </a:lnTo>
                        <a:lnTo>
                          <a:pt x="24" y="562"/>
                        </a:lnTo>
                        <a:lnTo>
                          <a:pt x="0" y="511"/>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grpSp>
              <p:nvGrpSpPr>
                <p:cNvPr id="82992" name="Group 110">
                  <a:extLst>
                    <a:ext uri="{FF2B5EF4-FFF2-40B4-BE49-F238E27FC236}">
                      <a16:creationId xmlns:a16="http://schemas.microsoft.com/office/drawing/2014/main" id="{704D056A-9421-2C4A-9655-AB33715D9C44}"/>
                    </a:ext>
                  </a:extLst>
                </p:cNvPr>
                <p:cNvGrpSpPr>
                  <a:grpSpLocks/>
                </p:cNvGrpSpPr>
                <p:nvPr/>
              </p:nvGrpSpPr>
              <p:grpSpPr bwMode="auto">
                <a:xfrm>
                  <a:off x="2210" y="1213"/>
                  <a:ext cx="1172" cy="1113"/>
                  <a:chOff x="2210" y="1213"/>
                  <a:chExt cx="1172" cy="1113"/>
                </a:xfrm>
              </p:grpSpPr>
              <p:sp>
                <p:nvSpPr>
                  <p:cNvPr id="82993" name="Freeform 111">
                    <a:extLst>
                      <a:ext uri="{FF2B5EF4-FFF2-40B4-BE49-F238E27FC236}">
                        <a16:creationId xmlns:a16="http://schemas.microsoft.com/office/drawing/2014/main" id="{C33D0186-3091-3648-8CE1-65B5F4C1DE6E}"/>
                      </a:ext>
                    </a:extLst>
                  </p:cNvPr>
                  <p:cNvSpPr>
                    <a:spLocks/>
                  </p:cNvSpPr>
                  <p:nvPr/>
                </p:nvSpPr>
                <p:spPr bwMode="auto">
                  <a:xfrm>
                    <a:off x="2276" y="2048"/>
                    <a:ext cx="287" cy="278"/>
                  </a:xfrm>
                  <a:custGeom>
                    <a:avLst/>
                    <a:gdLst>
                      <a:gd name="T0" fmla="*/ 0 w 287"/>
                      <a:gd name="T1" fmla="*/ 0 h 278"/>
                      <a:gd name="T2" fmla="*/ 30 w 287"/>
                      <a:gd name="T3" fmla="*/ 56 h 278"/>
                      <a:gd name="T4" fmla="*/ 59 w 287"/>
                      <a:gd name="T5" fmla="*/ 99 h 278"/>
                      <a:gd name="T6" fmla="*/ 90 w 287"/>
                      <a:gd name="T7" fmla="*/ 138 h 278"/>
                      <a:gd name="T8" fmla="*/ 138 w 287"/>
                      <a:gd name="T9" fmla="*/ 185 h 278"/>
                      <a:gd name="T10" fmla="*/ 174 w 287"/>
                      <a:gd name="T11" fmla="*/ 215 h 278"/>
                      <a:gd name="T12" fmla="*/ 220 w 287"/>
                      <a:gd name="T13" fmla="*/ 244 h 278"/>
                      <a:gd name="T14" fmla="*/ 287 w 287"/>
                      <a:gd name="T15" fmla="*/ 278 h 278"/>
                      <a:gd name="T16" fmla="*/ 212 w 287"/>
                      <a:gd name="T17" fmla="*/ 176 h 278"/>
                      <a:gd name="T18" fmla="*/ 170 w 287"/>
                      <a:gd name="T19" fmla="*/ 152 h 278"/>
                      <a:gd name="T20" fmla="*/ 140 w 287"/>
                      <a:gd name="T21" fmla="*/ 131 h 278"/>
                      <a:gd name="T22" fmla="*/ 96 w 287"/>
                      <a:gd name="T23" fmla="*/ 101 h 278"/>
                      <a:gd name="T24" fmla="*/ 62 w 287"/>
                      <a:gd name="T25" fmla="*/ 69 h 278"/>
                      <a:gd name="T26" fmla="*/ 35 w 287"/>
                      <a:gd name="T27" fmla="*/ 42 h 278"/>
                      <a:gd name="T28" fmla="*/ 0 w 287"/>
                      <a:gd name="T29" fmla="*/ 0 h 27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87"/>
                      <a:gd name="T46" fmla="*/ 0 h 278"/>
                      <a:gd name="T47" fmla="*/ 287 w 287"/>
                      <a:gd name="T48" fmla="*/ 278 h 27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87" h="278">
                        <a:moveTo>
                          <a:pt x="0" y="0"/>
                        </a:moveTo>
                        <a:lnTo>
                          <a:pt x="30" y="56"/>
                        </a:lnTo>
                        <a:lnTo>
                          <a:pt x="59" y="99"/>
                        </a:lnTo>
                        <a:lnTo>
                          <a:pt x="90" y="138"/>
                        </a:lnTo>
                        <a:lnTo>
                          <a:pt x="138" y="185"/>
                        </a:lnTo>
                        <a:lnTo>
                          <a:pt x="174" y="215"/>
                        </a:lnTo>
                        <a:lnTo>
                          <a:pt x="220" y="244"/>
                        </a:lnTo>
                        <a:lnTo>
                          <a:pt x="287" y="278"/>
                        </a:lnTo>
                        <a:lnTo>
                          <a:pt x="212" y="176"/>
                        </a:lnTo>
                        <a:lnTo>
                          <a:pt x="170" y="152"/>
                        </a:lnTo>
                        <a:lnTo>
                          <a:pt x="140" y="131"/>
                        </a:lnTo>
                        <a:lnTo>
                          <a:pt x="96" y="101"/>
                        </a:lnTo>
                        <a:lnTo>
                          <a:pt x="62" y="69"/>
                        </a:lnTo>
                        <a:lnTo>
                          <a:pt x="35" y="42"/>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2994" name="Freeform 112">
                    <a:extLst>
                      <a:ext uri="{FF2B5EF4-FFF2-40B4-BE49-F238E27FC236}">
                        <a16:creationId xmlns:a16="http://schemas.microsoft.com/office/drawing/2014/main" id="{A32376D2-46DC-B94B-BF8C-7F4C30F06FAC}"/>
                      </a:ext>
                    </a:extLst>
                  </p:cNvPr>
                  <p:cNvSpPr>
                    <a:spLocks/>
                  </p:cNvSpPr>
                  <p:nvPr/>
                </p:nvSpPr>
                <p:spPr bwMode="auto">
                  <a:xfrm>
                    <a:off x="3279" y="1530"/>
                    <a:ext cx="103" cy="546"/>
                  </a:xfrm>
                  <a:custGeom>
                    <a:avLst/>
                    <a:gdLst>
                      <a:gd name="T0" fmla="*/ 19 w 103"/>
                      <a:gd name="T1" fmla="*/ 0 h 546"/>
                      <a:gd name="T2" fmla="*/ 39 w 103"/>
                      <a:gd name="T3" fmla="*/ 37 h 546"/>
                      <a:gd name="T4" fmla="*/ 52 w 103"/>
                      <a:gd name="T5" fmla="*/ 69 h 546"/>
                      <a:gd name="T6" fmla="*/ 66 w 103"/>
                      <a:gd name="T7" fmla="*/ 102 h 546"/>
                      <a:gd name="T8" fmla="*/ 76 w 103"/>
                      <a:gd name="T9" fmla="*/ 134 h 546"/>
                      <a:gd name="T10" fmla="*/ 84 w 103"/>
                      <a:gd name="T11" fmla="*/ 164 h 546"/>
                      <a:gd name="T12" fmla="*/ 99 w 103"/>
                      <a:gd name="T13" fmla="*/ 217 h 546"/>
                      <a:gd name="T14" fmla="*/ 103 w 103"/>
                      <a:gd name="T15" fmla="*/ 269 h 546"/>
                      <a:gd name="T16" fmla="*/ 100 w 103"/>
                      <a:gd name="T17" fmla="*/ 349 h 546"/>
                      <a:gd name="T18" fmla="*/ 93 w 103"/>
                      <a:gd name="T19" fmla="*/ 403 h 546"/>
                      <a:gd name="T20" fmla="*/ 82 w 103"/>
                      <a:gd name="T21" fmla="*/ 447 h 546"/>
                      <a:gd name="T22" fmla="*/ 65 w 103"/>
                      <a:gd name="T23" fmla="*/ 493 h 546"/>
                      <a:gd name="T24" fmla="*/ 42 w 103"/>
                      <a:gd name="T25" fmla="*/ 546 h 546"/>
                      <a:gd name="T26" fmla="*/ 0 w 103"/>
                      <a:gd name="T27" fmla="*/ 443 h 546"/>
                      <a:gd name="T28" fmla="*/ 19 w 103"/>
                      <a:gd name="T29" fmla="*/ 398 h 546"/>
                      <a:gd name="T30" fmla="*/ 28 w 103"/>
                      <a:gd name="T31" fmla="*/ 374 h 546"/>
                      <a:gd name="T32" fmla="*/ 39 w 103"/>
                      <a:gd name="T33" fmla="*/ 343 h 546"/>
                      <a:gd name="T34" fmla="*/ 46 w 103"/>
                      <a:gd name="T35" fmla="*/ 311 h 546"/>
                      <a:gd name="T36" fmla="*/ 52 w 103"/>
                      <a:gd name="T37" fmla="*/ 262 h 546"/>
                      <a:gd name="T38" fmla="*/ 55 w 103"/>
                      <a:gd name="T39" fmla="*/ 221 h 546"/>
                      <a:gd name="T40" fmla="*/ 55 w 103"/>
                      <a:gd name="T41" fmla="*/ 160 h 546"/>
                      <a:gd name="T42" fmla="*/ 46 w 103"/>
                      <a:gd name="T43" fmla="*/ 105 h 546"/>
                      <a:gd name="T44" fmla="*/ 36 w 103"/>
                      <a:gd name="T45" fmla="*/ 60 h 546"/>
                      <a:gd name="T46" fmla="*/ 30 w 103"/>
                      <a:gd name="T47" fmla="*/ 36 h 546"/>
                      <a:gd name="T48" fmla="*/ 19 w 103"/>
                      <a:gd name="T49" fmla="*/ 0 h 5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3"/>
                      <a:gd name="T76" fmla="*/ 0 h 546"/>
                      <a:gd name="T77" fmla="*/ 103 w 103"/>
                      <a:gd name="T78" fmla="*/ 546 h 5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3" h="546">
                        <a:moveTo>
                          <a:pt x="19" y="0"/>
                        </a:moveTo>
                        <a:lnTo>
                          <a:pt x="39" y="37"/>
                        </a:lnTo>
                        <a:lnTo>
                          <a:pt x="52" y="69"/>
                        </a:lnTo>
                        <a:lnTo>
                          <a:pt x="66" y="102"/>
                        </a:lnTo>
                        <a:lnTo>
                          <a:pt x="76" y="134"/>
                        </a:lnTo>
                        <a:lnTo>
                          <a:pt x="84" y="164"/>
                        </a:lnTo>
                        <a:lnTo>
                          <a:pt x="99" y="217"/>
                        </a:lnTo>
                        <a:lnTo>
                          <a:pt x="103" y="269"/>
                        </a:lnTo>
                        <a:lnTo>
                          <a:pt x="100" y="349"/>
                        </a:lnTo>
                        <a:lnTo>
                          <a:pt x="93" y="403"/>
                        </a:lnTo>
                        <a:lnTo>
                          <a:pt x="82" y="447"/>
                        </a:lnTo>
                        <a:lnTo>
                          <a:pt x="65" y="493"/>
                        </a:lnTo>
                        <a:lnTo>
                          <a:pt x="42" y="546"/>
                        </a:lnTo>
                        <a:lnTo>
                          <a:pt x="0" y="443"/>
                        </a:lnTo>
                        <a:lnTo>
                          <a:pt x="19" y="398"/>
                        </a:lnTo>
                        <a:lnTo>
                          <a:pt x="28" y="374"/>
                        </a:lnTo>
                        <a:lnTo>
                          <a:pt x="39" y="343"/>
                        </a:lnTo>
                        <a:lnTo>
                          <a:pt x="46" y="311"/>
                        </a:lnTo>
                        <a:lnTo>
                          <a:pt x="52" y="262"/>
                        </a:lnTo>
                        <a:lnTo>
                          <a:pt x="55" y="221"/>
                        </a:lnTo>
                        <a:lnTo>
                          <a:pt x="55" y="160"/>
                        </a:lnTo>
                        <a:lnTo>
                          <a:pt x="46" y="105"/>
                        </a:lnTo>
                        <a:lnTo>
                          <a:pt x="36" y="60"/>
                        </a:lnTo>
                        <a:lnTo>
                          <a:pt x="30" y="36"/>
                        </a:lnTo>
                        <a:lnTo>
                          <a:pt x="19"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2995" name="Freeform 113">
                    <a:extLst>
                      <a:ext uri="{FF2B5EF4-FFF2-40B4-BE49-F238E27FC236}">
                        <a16:creationId xmlns:a16="http://schemas.microsoft.com/office/drawing/2014/main" id="{C213923E-E606-434E-8889-D0F5472D834C}"/>
                      </a:ext>
                    </a:extLst>
                  </p:cNvPr>
                  <p:cNvSpPr>
                    <a:spLocks/>
                  </p:cNvSpPr>
                  <p:nvPr/>
                </p:nvSpPr>
                <p:spPr bwMode="auto">
                  <a:xfrm>
                    <a:off x="2741" y="1213"/>
                    <a:ext cx="408" cy="165"/>
                  </a:xfrm>
                  <a:custGeom>
                    <a:avLst/>
                    <a:gdLst>
                      <a:gd name="T0" fmla="*/ 0 w 408"/>
                      <a:gd name="T1" fmla="*/ 0 h 165"/>
                      <a:gd name="T2" fmla="*/ 31 w 408"/>
                      <a:gd name="T3" fmla="*/ 60 h 165"/>
                      <a:gd name="T4" fmla="*/ 79 w 408"/>
                      <a:gd name="T5" fmla="*/ 57 h 165"/>
                      <a:gd name="T6" fmla="*/ 123 w 408"/>
                      <a:gd name="T7" fmla="*/ 60 h 165"/>
                      <a:gd name="T8" fmla="*/ 164 w 408"/>
                      <a:gd name="T9" fmla="*/ 66 h 165"/>
                      <a:gd name="T10" fmla="*/ 202 w 408"/>
                      <a:gd name="T11" fmla="*/ 73 h 165"/>
                      <a:gd name="T12" fmla="*/ 240 w 408"/>
                      <a:gd name="T13" fmla="*/ 83 h 165"/>
                      <a:gd name="T14" fmla="*/ 266 w 408"/>
                      <a:gd name="T15" fmla="*/ 91 h 165"/>
                      <a:gd name="T16" fmla="*/ 300 w 408"/>
                      <a:gd name="T17" fmla="*/ 105 h 165"/>
                      <a:gd name="T18" fmla="*/ 339 w 408"/>
                      <a:gd name="T19" fmla="*/ 124 h 165"/>
                      <a:gd name="T20" fmla="*/ 408 w 408"/>
                      <a:gd name="T21" fmla="*/ 165 h 165"/>
                      <a:gd name="T22" fmla="*/ 368 w 408"/>
                      <a:gd name="T23" fmla="*/ 123 h 165"/>
                      <a:gd name="T24" fmla="*/ 340 w 408"/>
                      <a:gd name="T25" fmla="*/ 102 h 165"/>
                      <a:gd name="T26" fmla="*/ 303 w 408"/>
                      <a:gd name="T27" fmla="*/ 78 h 165"/>
                      <a:gd name="T28" fmla="*/ 280 w 408"/>
                      <a:gd name="T29" fmla="*/ 64 h 165"/>
                      <a:gd name="T30" fmla="*/ 229 w 408"/>
                      <a:gd name="T31" fmla="*/ 40 h 165"/>
                      <a:gd name="T32" fmla="*/ 196 w 408"/>
                      <a:gd name="T33" fmla="*/ 28 h 165"/>
                      <a:gd name="T34" fmla="*/ 169 w 408"/>
                      <a:gd name="T35" fmla="*/ 19 h 165"/>
                      <a:gd name="T36" fmla="*/ 144 w 408"/>
                      <a:gd name="T37" fmla="*/ 13 h 165"/>
                      <a:gd name="T38" fmla="*/ 105 w 408"/>
                      <a:gd name="T39" fmla="*/ 6 h 165"/>
                      <a:gd name="T40" fmla="*/ 64 w 408"/>
                      <a:gd name="T41" fmla="*/ 1 h 165"/>
                      <a:gd name="T42" fmla="*/ 18 w 408"/>
                      <a:gd name="T43" fmla="*/ 0 h 165"/>
                      <a:gd name="T44" fmla="*/ 0 w 408"/>
                      <a:gd name="T45" fmla="*/ 0 h 16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08"/>
                      <a:gd name="T70" fmla="*/ 0 h 165"/>
                      <a:gd name="T71" fmla="*/ 408 w 408"/>
                      <a:gd name="T72" fmla="*/ 165 h 16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08" h="165">
                        <a:moveTo>
                          <a:pt x="0" y="0"/>
                        </a:moveTo>
                        <a:lnTo>
                          <a:pt x="31" y="60"/>
                        </a:lnTo>
                        <a:lnTo>
                          <a:pt x="79" y="57"/>
                        </a:lnTo>
                        <a:lnTo>
                          <a:pt x="123" y="60"/>
                        </a:lnTo>
                        <a:lnTo>
                          <a:pt x="164" y="66"/>
                        </a:lnTo>
                        <a:lnTo>
                          <a:pt x="202" y="73"/>
                        </a:lnTo>
                        <a:lnTo>
                          <a:pt x="240" y="83"/>
                        </a:lnTo>
                        <a:lnTo>
                          <a:pt x="266" y="91"/>
                        </a:lnTo>
                        <a:lnTo>
                          <a:pt x="300" y="105"/>
                        </a:lnTo>
                        <a:lnTo>
                          <a:pt x="339" y="124"/>
                        </a:lnTo>
                        <a:lnTo>
                          <a:pt x="408" y="165"/>
                        </a:lnTo>
                        <a:lnTo>
                          <a:pt x="368" y="123"/>
                        </a:lnTo>
                        <a:lnTo>
                          <a:pt x="340" y="102"/>
                        </a:lnTo>
                        <a:lnTo>
                          <a:pt x="303" y="78"/>
                        </a:lnTo>
                        <a:lnTo>
                          <a:pt x="280" y="64"/>
                        </a:lnTo>
                        <a:lnTo>
                          <a:pt x="229" y="40"/>
                        </a:lnTo>
                        <a:lnTo>
                          <a:pt x="196" y="28"/>
                        </a:lnTo>
                        <a:lnTo>
                          <a:pt x="169" y="19"/>
                        </a:lnTo>
                        <a:lnTo>
                          <a:pt x="144" y="13"/>
                        </a:lnTo>
                        <a:lnTo>
                          <a:pt x="105" y="6"/>
                        </a:lnTo>
                        <a:lnTo>
                          <a:pt x="64" y="1"/>
                        </a:lnTo>
                        <a:lnTo>
                          <a:pt x="18" y="0"/>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2996" name="Freeform 114">
                    <a:extLst>
                      <a:ext uri="{FF2B5EF4-FFF2-40B4-BE49-F238E27FC236}">
                        <a16:creationId xmlns:a16="http://schemas.microsoft.com/office/drawing/2014/main" id="{6D13EB96-B680-A54C-A4CE-7F2BE1740CAE}"/>
                      </a:ext>
                    </a:extLst>
                  </p:cNvPr>
                  <p:cNvSpPr>
                    <a:spLocks/>
                  </p:cNvSpPr>
                  <p:nvPr/>
                </p:nvSpPr>
                <p:spPr bwMode="auto">
                  <a:xfrm>
                    <a:off x="2210" y="1445"/>
                    <a:ext cx="130" cy="387"/>
                  </a:xfrm>
                  <a:custGeom>
                    <a:avLst/>
                    <a:gdLst>
                      <a:gd name="T0" fmla="*/ 0 w 130"/>
                      <a:gd name="T1" fmla="*/ 297 h 387"/>
                      <a:gd name="T2" fmla="*/ 3 w 130"/>
                      <a:gd name="T3" fmla="*/ 267 h 387"/>
                      <a:gd name="T4" fmla="*/ 5 w 130"/>
                      <a:gd name="T5" fmla="*/ 234 h 387"/>
                      <a:gd name="T6" fmla="*/ 14 w 130"/>
                      <a:gd name="T7" fmla="*/ 181 h 387"/>
                      <a:gd name="T8" fmla="*/ 24 w 130"/>
                      <a:gd name="T9" fmla="*/ 139 h 387"/>
                      <a:gd name="T10" fmla="*/ 38 w 130"/>
                      <a:gd name="T11" fmla="*/ 101 h 387"/>
                      <a:gd name="T12" fmla="*/ 56 w 130"/>
                      <a:gd name="T13" fmla="*/ 62 h 387"/>
                      <a:gd name="T14" fmla="*/ 72 w 130"/>
                      <a:gd name="T15" fmla="*/ 32 h 387"/>
                      <a:gd name="T16" fmla="*/ 92 w 130"/>
                      <a:gd name="T17" fmla="*/ 0 h 387"/>
                      <a:gd name="T18" fmla="*/ 130 w 130"/>
                      <a:gd name="T19" fmla="*/ 50 h 387"/>
                      <a:gd name="T20" fmla="*/ 108 w 130"/>
                      <a:gd name="T21" fmla="*/ 80 h 387"/>
                      <a:gd name="T22" fmla="*/ 92 w 130"/>
                      <a:gd name="T23" fmla="*/ 107 h 387"/>
                      <a:gd name="T24" fmla="*/ 79 w 130"/>
                      <a:gd name="T25" fmla="*/ 132 h 387"/>
                      <a:gd name="T26" fmla="*/ 60 w 130"/>
                      <a:gd name="T27" fmla="*/ 167 h 387"/>
                      <a:gd name="T28" fmla="*/ 48 w 130"/>
                      <a:gd name="T29" fmla="*/ 198 h 387"/>
                      <a:gd name="T30" fmla="*/ 41 w 130"/>
                      <a:gd name="T31" fmla="*/ 228 h 387"/>
                      <a:gd name="T32" fmla="*/ 32 w 130"/>
                      <a:gd name="T33" fmla="*/ 258 h 387"/>
                      <a:gd name="T34" fmla="*/ 26 w 130"/>
                      <a:gd name="T35" fmla="*/ 291 h 387"/>
                      <a:gd name="T36" fmla="*/ 21 w 130"/>
                      <a:gd name="T37" fmla="*/ 331 h 387"/>
                      <a:gd name="T38" fmla="*/ 17 w 130"/>
                      <a:gd name="T39" fmla="*/ 371 h 387"/>
                      <a:gd name="T40" fmla="*/ 10 w 130"/>
                      <a:gd name="T41" fmla="*/ 387 h 387"/>
                      <a:gd name="T42" fmla="*/ 0 w 130"/>
                      <a:gd name="T43" fmla="*/ 297 h 38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30"/>
                      <a:gd name="T67" fmla="*/ 0 h 387"/>
                      <a:gd name="T68" fmla="*/ 130 w 130"/>
                      <a:gd name="T69" fmla="*/ 387 h 38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30" h="387">
                        <a:moveTo>
                          <a:pt x="0" y="297"/>
                        </a:moveTo>
                        <a:lnTo>
                          <a:pt x="3" y="267"/>
                        </a:lnTo>
                        <a:lnTo>
                          <a:pt x="5" y="234"/>
                        </a:lnTo>
                        <a:lnTo>
                          <a:pt x="14" y="181"/>
                        </a:lnTo>
                        <a:lnTo>
                          <a:pt x="24" y="139"/>
                        </a:lnTo>
                        <a:lnTo>
                          <a:pt x="38" y="101"/>
                        </a:lnTo>
                        <a:lnTo>
                          <a:pt x="56" y="62"/>
                        </a:lnTo>
                        <a:lnTo>
                          <a:pt x="72" y="32"/>
                        </a:lnTo>
                        <a:lnTo>
                          <a:pt x="92" y="0"/>
                        </a:lnTo>
                        <a:lnTo>
                          <a:pt x="130" y="50"/>
                        </a:lnTo>
                        <a:lnTo>
                          <a:pt x="108" y="80"/>
                        </a:lnTo>
                        <a:lnTo>
                          <a:pt x="92" y="107"/>
                        </a:lnTo>
                        <a:lnTo>
                          <a:pt x="79" y="132"/>
                        </a:lnTo>
                        <a:lnTo>
                          <a:pt x="60" y="167"/>
                        </a:lnTo>
                        <a:lnTo>
                          <a:pt x="48" y="198"/>
                        </a:lnTo>
                        <a:lnTo>
                          <a:pt x="41" y="228"/>
                        </a:lnTo>
                        <a:lnTo>
                          <a:pt x="32" y="258"/>
                        </a:lnTo>
                        <a:lnTo>
                          <a:pt x="26" y="291"/>
                        </a:lnTo>
                        <a:lnTo>
                          <a:pt x="21" y="331"/>
                        </a:lnTo>
                        <a:lnTo>
                          <a:pt x="17" y="371"/>
                        </a:lnTo>
                        <a:lnTo>
                          <a:pt x="10" y="387"/>
                        </a:lnTo>
                        <a:lnTo>
                          <a:pt x="0" y="297"/>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grpSp>
          <p:sp>
            <p:nvSpPr>
              <p:cNvPr id="82986" name="Oval 115">
                <a:extLst>
                  <a:ext uri="{FF2B5EF4-FFF2-40B4-BE49-F238E27FC236}">
                    <a16:creationId xmlns:a16="http://schemas.microsoft.com/office/drawing/2014/main" id="{E5090D59-A739-A645-AF2B-2EB2FB0515C8}"/>
                  </a:ext>
                </a:extLst>
              </p:cNvPr>
              <p:cNvSpPr>
                <a:spLocks noChangeArrowheads="1"/>
              </p:cNvSpPr>
              <p:nvPr/>
            </p:nvSpPr>
            <p:spPr bwMode="auto">
              <a:xfrm>
                <a:off x="2229" y="1273"/>
                <a:ext cx="1154" cy="1105"/>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nvGrpSpPr>
              <p:cNvPr id="82987" name="Group 116">
                <a:extLst>
                  <a:ext uri="{FF2B5EF4-FFF2-40B4-BE49-F238E27FC236}">
                    <a16:creationId xmlns:a16="http://schemas.microsoft.com/office/drawing/2014/main" id="{F4FC5EA4-731D-B549-9BE8-21CD76A213B5}"/>
                  </a:ext>
                </a:extLst>
              </p:cNvPr>
              <p:cNvGrpSpPr>
                <a:grpSpLocks/>
              </p:cNvGrpSpPr>
              <p:nvPr/>
            </p:nvGrpSpPr>
            <p:grpSpPr bwMode="auto">
              <a:xfrm>
                <a:off x="2181" y="1183"/>
                <a:ext cx="1154" cy="1105"/>
                <a:chOff x="2181" y="1183"/>
                <a:chExt cx="1154" cy="1105"/>
              </a:xfrm>
            </p:grpSpPr>
            <p:sp>
              <p:nvSpPr>
                <p:cNvPr id="82988" name="Oval 117">
                  <a:extLst>
                    <a:ext uri="{FF2B5EF4-FFF2-40B4-BE49-F238E27FC236}">
                      <a16:creationId xmlns:a16="http://schemas.microsoft.com/office/drawing/2014/main" id="{5488FDBB-52B4-E442-8A47-C2B2A169D98D}"/>
                    </a:ext>
                  </a:extLst>
                </p:cNvPr>
                <p:cNvSpPr>
                  <a:spLocks noChangeArrowheads="1"/>
                </p:cNvSpPr>
                <p:nvPr/>
              </p:nvSpPr>
              <p:spPr bwMode="auto">
                <a:xfrm>
                  <a:off x="2194" y="1198"/>
                  <a:ext cx="1127" cy="1078"/>
                </a:xfrm>
                <a:prstGeom prst="ellipse">
                  <a:avLst/>
                </a:prstGeom>
                <a:noFill/>
                <a:ln w="63500">
                  <a:solidFill>
                    <a:srgbClr val="9F9F9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82989" name="Oval 118">
                  <a:extLst>
                    <a:ext uri="{FF2B5EF4-FFF2-40B4-BE49-F238E27FC236}">
                      <a16:creationId xmlns:a16="http://schemas.microsoft.com/office/drawing/2014/main" id="{3752F9FD-5DA0-8B42-94EA-ECD8936D465F}"/>
                    </a:ext>
                  </a:extLst>
                </p:cNvPr>
                <p:cNvSpPr>
                  <a:spLocks noChangeArrowheads="1"/>
                </p:cNvSpPr>
                <p:nvPr/>
              </p:nvSpPr>
              <p:spPr bwMode="auto">
                <a:xfrm>
                  <a:off x="2181" y="1183"/>
                  <a:ext cx="1154" cy="1105"/>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sp>
              <p:nvSpPr>
                <p:cNvPr id="82990" name="Oval 119">
                  <a:extLst>
                    <a:ext uri="{FF2B5EF4-FFF2-40B4-BE49-F238E27FC236}">
                      <a16:creationId xmlns:a16="http://schemas.microsoft.com/office/drawing/2014/main" id="{A2547218-DA47-0E4D-AD12-8FEDEFF61514}"/>
                    </a:ext>
                  </a:extLst>
                </p:cNvPr>
                <p:cNvSpPr>
                  <a:spLocks noChangeArrowheads="1"/>
                </p:cNvSpPr>
                <p:nvPr/>
              </p:nvSpPr>
              <p:spPr bwMode="auto">
                <a:xfrm>
                  <a:off x="2213" y="1213"/>
                  <a:ext cx="1090" cy="1046"/>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grpSp>
        <p:grpSp>
          <p:nvGrpSpPr>
            <p:cNvPr id="82949" name="Group 120">
              <a:extLst>
                <a:ext uri="{FF2B5EF4-FFF2-40B4-BE49-F238E27FC236}">
                  <a16:creationId xmlns:a16="http://schemas.microsoft.com/office/drawing/2014/main" id="{E18AA664-8556-514A-BA55-7E86E89A4394}"/>
                </a:ext>
              </a:extLst>
            </p:cNvPr>
            <p:cNvGrpSpPr>
              <a:grpSpLocks/>
            </p:cNvGrpSpPr>
            <p:nvPr/>
          </p:nvGrpSpPr>
          <p:grpSpPr bwMode="auto">
            <a:xfrm>
              <a:off x="3008" y="2225"/>
              <a:ext cx="592" cy="924"/>
              <a:chOff x="3008" y="2225"/>
              <a:chExt cx="592" cy="924"/>
            </a:xfrm>
          </p:grpSpPr>
          <p:sp>
            <p:nvSpPr>
              <p:cNvPr id="82950" name="Freeform 121">
                <a:extLst>
                  <a:ext uri="{FF2B5EF4-FFF2-40B4-BE49-F238E27FC236}">
                    <a16:creationId xmlns:a16="http://schemas.microsoft.com/office/drawing/2014/main" id="{14BD72EE-8080-0A48-9E8E-044FB16C54B5}"/>
                  </a:ext>
                </a:extLst>
              </p:cNvPr>
              <p:cNvSpPr>
                <a:spLocks/>
              </p:cNvSpPr>
              <p:nvPr/>
            </p:nvSpPr>
            <p:spPr bwMode="auto">
              <a:xfrm>
                <a:off x="3013" y="2272"/>
                <a:ext cx="564" cy="808"/>
              </a:xfrm>
              <a:custGeom>
                <a:avLst/>
                <a:gdLst>
                  <a:gd name="T0" fmla="*/ 0 w 564"/>
                  <a:gd name="T1" fmla="*/ 60 h 808"/>
                  <a:gd name="T2" fmla="*/ 400 w 564"/>
                  <a:gd name="T3" fmla="*/ 808 h 808"/>
                  <a:gd name="T4" fmla="*/ 564 w 564"/>
                  <a:gd name="T5" fmla="*/ 725 h 808"/>
                  <a:gd name="T6" fmla="*/ 162 w 564"/>
                  <a:gd name="T7" fmla="*/ 0 h 808"/>
                  <a:gd name="T8" fmla="*/ 0 w 564"/>
                  <a:gd name="T9" fmla="*/ 60 h 808"/>
                  <a:gd name="T10" fmla="*/ 0 60000 65536"/>
                  <a:gd name="T11" fmla="*/ 0 60000 65536"/>
                  <a:gd name="T12" fmla="*/ 0 60000 65536"/>
                  <a:gd name="T13" fmla="*/ 0 60000 65536"/>
                  <a:gd name="T14" fmla="*/ 0 60000 65536"/>
                  <a:gd name="T15" fmla="*/ 0 w 564"/>
                  <a:gd name="T16" fmla="*/ 0 h 808"/>
                  <a:gd name="T17" fmla="*/ 564 w 564"/>
                  <a:gd name="T18" fmla="*/ 808 h 808"/>
                </a:gdLst>
                <a:ahLst/>
                <a:cxnLst>
                  <a:cxn ang="T10">
                    <a:pos x="T0" y="T1"/>
                  </a:cxn>
                  <a:cxn ang="T11">
                    <a:pos x="T2" y="T3"/>
                  </a:cxn>
                  <a:cxn ang="T12">
                    <a:pos x="T4" y="T5"/>
                  </a:cxn>
                  <a:cxn ang="T13">
                    <a:pos x="T6" y="T7"/>
                  </a:cxn>
                  <a:cxn ang="T14">
                    <a:pos x="T8" y="T9"/>
                  </a:cxn>
                </a:cxnLst>
                <a:rect l="T15" t="T16" r="T17" b="T18"/>
                <a:pathLst>
                  <a:path w="564" h="808">
                    <a:moveTo>
                      <a:pt x="0" y="60"/>
                    </a:moveTo>
                    <a:lnTo>
                      <a:pt x="400" y="808"/>
                    </a:lnTo>
                    <a:lnTo>
                      <a:pt x="564" y="725"/>
                    </a:lnTo>
                    <a:lnTo>
                      <a:pt x="162" y="0"/>
                    </a:lnTo>
                    <a:lnTo>
                      <a:pt x="0" y="60"/>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2951" name="Arc 122">
                <a:extLst>
                  <a:ext uri="{FF2B5EF4-FFF2-40B4-BE49-F238E27FC236}">
                    <a16:creationId xmlns:a16="http://schemas.microsoft.com/office/drawing/2014/main" id="{59E9D6AF-DEF7-D849-84A4-3AE4EC7BB73A}"/>
                  </a:ext>
                </a:extLst>
              </p:cNvPr>
              <p:cNvSpPr>
                <a:spLocks/>
              </p:cNvSpPr>
              <p:nvPr/>
            </p:nvSpPr>
            <p:spPr bwMode="auto">
              <a:xfrm>
                <a:off x="3010" y="2225"/>
                <a:ext cx="170" cy="105"/>
              </a:xfrm>
              <a:custGeom>
                <a:avLst/>
                <a:gdLst>
                  <a:gd name="T0" fmla="*/ 0 w 42152"/>
                  <a:gd name="T1" fmla="*/ 0 h 27693"/>
                  <a:gd name="T2" fmla="*/ 0 w 42152"/>
                  <a:gd name="T3" fmla="*/ 0 h 27693"/>
                  <a:gd name="T4" fmla="*/ 0 w 42152"/>
                  <a:gd name="T5" fmla="*/ 0 h 27693"/>
                  <a:gd name="T6" fmla="*/ 0 60000 65536"/>
                  <a:gd name="T7" fmla="*/ 0 60000 65536"/>
                  <a:gd name="T8" fmla="*/ 0 60000 65536"/>
                  <a:gd name="T9" fmla="*/ 0 w 42152"/>
                  <a:gd name="T10" fmla="*/ 0 h 27693"/>
                  <a:gd name="T11" fmla="*/ 42152 w 42152"/>
                  <a:gd name="T12" fmla="*/ 27693 h 27693"/>
                </a:gdLst>
                <a:ahLst/>
                <a:cxnLst>
                  <a:cxn ang="T6">
                    <a:pos x="T0" y="T1"/>
                  </a:cxn>
                  <a:cxn ang="T7">
                    <a:pos x="T2" y="T3"/>
                  </a:cxn>
                  <a:cxn ang="T8">
                    <a:pos x="T4" y="T5"/>
                  </a:cxn>
                </a:cxnLst>
                <a:rect l="T9" t="T10" r="T11" b="T12"/>
                <a:pathLst>
                  <a:path w="42152" h="27693" fill="none" extrusionOk="0">
                    <a:moveTo>
                      <a:pt x="877" y="27692"/>
                    </a:moveTo>
                    <a:cubicBezTo>
                      <a:pt x="295" y="25714"/>
                      <a:pt x="0" y="23662"/>
                      <a:pt x="0" y="21600"/>
                    </a:cubicBezTo>
                    <a:cubicBezTo>
                      <a:pt x="0" y="9670"/>
                      <a:pt x="9670" y="0"/>
                      <a:pt x="21600" y="0"/>
                    </a:cubicBezTo>
                    <a:cubicBezTo>
                      <a:pt x="30968" y="-1"/>
                      <a:pt x="39268" y="6038"/>
                      <a:pt x="42151" y="14952"/>
                    </a:cubicBezTo>
                  </a:path>
                  <a:path w="42152" h="27693" stroke="0" extrusionOk="0">
                    <a:moveTo>
                      <a:pt x="877" y="27692"/>
                    </a:moveTo>
                    <a:cubicBezTo>
                      <a:pt x="295" y="25714"/>
                      <a:pt x="0" y="23662"/>
                      <a:pt x="0" y="21600"/>
                    </a:cubicBezTo>
                    <a:cubicBezTo>
                      <a:pt x="0" y="9670"/>
                      <a:pt x="9670" y="0"/>
                      <a:pt x="21600" y="0"/>
                    </a:cubicBezTo>
                    <a:cubicBezTo>
                      <a:pt x="30968" y="-1"/>
                      <a:pt x="39268" y="6038"/>
                      <a:pt x="42151" y="14952"/>
                    </a:cubicBezTo>
                    <a:lnTo>
                      <a:pt x="21600" y="21600"/>
                    </a:lnTo>
                    <a:lnTo>
                      <a:pt x="877" y="27692"/>
                    </a:lnTo>
                    <a:close/>
                  </a:path>
                </a:pathLst>
              </a:custGeom>
              <a:solidFill>
                <a:srgbClr val="5F3F1F"/>
              </a:solidFill>
              <a:ln w="12700">
                <a:solidFill>
                  <a:srgbClr val="000000"/>
                </a:solidFill>
                <a:round/>
                <a:headEnd/>
                <a:tailEnd/>
              </a:ln>
            </p:spPr>
            <p:txBody>
              <a:bodyPr/>
              <a:lstStyle/>
              <a:p>
                <a:endParaRPr lang="pt-BR"/>
              </a:p>
            </p:txBody>
          </p:sp>
          <p:sp>
            <p:nvSpPr>
              <p:cNvPr id="82952" name="Arc 123">
                <a:extLst>
                  <a:ext uri="{FF2B5EF4-FFF2-40B4-BE49-F238E27FC236}">
                    <a16:creationId xmlns:a16="http://schemas.microsoft.com/office/drawing/2014/main" id="{46F264C2-E7C6-7947-BA9E-2E3575005CCB}"/>
                  </a:ext>
                </a:extLst>
              </p:cNvPr>
              <p:cNvSpPr>
                <a:spLocks/>
              </p:cNvSpPr>
              <p:nvPr/>
            </p:nvSpPr>
            <p:spPr bwMode="auto">
              <a:xfrm>
                <a:off x="3014" y="2236"/>
                <a:ext cx="172" cy="100"/>
              </a:xfrm>
              <a:custGeom>
                <a:avLst/>
                <a:gdLst>
                  <a:gd name="T0" fmla="*/ 0 w 42065"/>
                  <a:gd name="T1" fmla="*/ 0 h 24039"/>
                  <a:gd name="T2" fmla="*/ 0 w 42065"/>
                  <a:gd name="T3" fmla="*/ 0 h 24039"/>
                  <a:gd name="T4" fmla="*/ 0 w 42065"/>
                  <a:gd name="T5" fmla="*/ 0 h 24039"/>
                  <a:gd name="T6" fmla="*/ 0 60000 65536"/>
                  <a:gd name="T7" fmla="*/ 0 60000 65536"/>
                  <a:gd name="T8" fmla="*/ 0 60000 65536"/>
                  <a:gd name="T9" fmla="*/ 0 w 42065"/>
                  <a:gd name="T10" fmla="*/ 0 h 24039"/>
                  <a:gd name="T11" fmla="*/ 42065 w 42065"/>
                  <a:gd name="T12" fmla="*/ 24039 h 24039"/>
                </a:gdLst>
                <a:ahLst/>
                <a:cxnLst>
                  <a:cxn ang="T6">
                    <a:pos x="T0" y="T1"/>
                  </a:cxn>
                  <a:cxn ang="T7">
                    <a:pos x="T2" y="T3"/>
                  </a:cxn>
                  <a:cxn ang="T8">
                    <a:pos x="T4" y="T5"/>
                  </a:cxn>
                </a:cxnLst>
                <a:rect l="T9" t="T10" r="T11" b="T12"/>
                <a:pathLst>
                  <a:path w="42065" h="24039" fill="none" extrusionOk="0">
                    <a:moveTo>
                      <a:pt x="138" y="24038"/>
                    </a:moveTo>
                    <a:cubicBezTo>
                      <a:pt x="46" y="23229"/>
                      <a:pt x="0" y="22414"/>
                      <a:pt x="0" y="21600"/>
                    </a:cubicBezTo>
                    <a:cubicBezTo>
                      <a:pt x="0" y="9670"/>
                      <a:pt x="9670" y="0"/>
                      <a:pt x="21600" y="0"/>
                    </a:cubicBezTo>
                    <a:cubicBezTo>
                      <a:pt x="30866" y="-1"/>
                      <a:pt x="39100" y="5910"/>
                      <a:pt x="42064" y="14690"/>
                    </a:cubicBezTo>
                  </a:path>
                  <a:path w="42065" h="24039" stroke="0" extrusionOk="0">
                    <a:moveTo>
                      <a:pt x="138" y="24038"/>
                    </a:moveTo>
                    <a:cubicBezTo>
                      <a:pt x="46" y="23229"/>
                      <a:pt x="0" y="22414"/>
                      <a:pt x="0" y="21600"/>
                    </a:cubicBezTo>
                    <a:cubicBezTo>
                      <a:pt x="0" y="9670"/>
                      <a:pt x="9670" y="0"/>
                      <a:pt x="21600" y="0"/>
                    </a:cubicBezTo>
                    <a:cubicBezTo>
                      <a:pt x="30866" y="-1"/>
                      <a:pt x="39100" y="5910"/>
                      <a:pt x="42064" y="14690"/>
                    </a:cubicBezTo>
                    <a:lnTo>
                      <a:pt x="21600" y="21600"/>
                    </a:lnTo>
                    <a:lnTo>
                      <a:pt x="138" y="24038"/>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2953" name="Freeform 124">
                <a:extLst>
                  <a:ext uri="{FF2B5EF4-FFF2-40B4-BE49-F238E27FC236}">
                    <a16:creationId xmlns:a16="http://schemas.microsoft.com/office/drawing/2014/main" id="{72A8B6B0-DF40-9A42-86EC-CE34549725CB}"/>
                  </a:ext>
                </a:extLst>
              </p:cNvPr>
              <p:cNvSpPr>
                <a:spLocks/>
              </p:cNvSpPr>
              <p:nvPr/>
            </p:nvSpPr>
            <p:spPr bwMode="auto">
              <a:xfrm>
                <a:off x="3008" y="2237"/>
                <a:ext cx="107" cy="207"/>
              </a:xfrm>
              <a:custGeom>
                <a:avLst/>
                <a:gdLst>
                  <a:gd name="T0" fmla="*/ 3 w 107"/>
                  <a:gd name="T1" fmla="*/ 96 h 207"/>
                  <a:gd name="T2" fmla="*/ 0 w 107"/>
                  <a:gd name="T3" fmla="*/ 82 h 207"/>
                  <a:gd name="T4" fmla="*/ 0 w 107"/>
                  <a:gd name="T5" fmla="*/ 69 h 207"/>
                  <a:gd name="T6" fmla="*/ 2 w 107"/>
                  <a:gd name="T7" fmla="*/ 58 h 207"/>
                  <a:gd name="T8" fmla="*/ 6 w 107"/>
                  <a:gd name="T9" fmla="*/ 42 h 207"/>
                  <a:gd name="T10" fmla="*/ 12 w 107"/>
                  <a:gd name="T11" fmla="*/ 29 h 207"/>
                  <a:gd name="T12" fmla="*/ 21 w 107"/>
                  <a:gd name="T13" fmla="*/ 17 h 207"/>
                  <a:gd name="T14" fmla="*/ 31 w 107"/>
                  <a:gd name="T15" fmla="*/ 7 h 207"/>
                  <a:gd name="T16" fmla="*/ 41 w 107"/>
                  <a:gd name="T17" fmla="*/ 0 h 207"/>
                  <a:gd name="T18" fmla="*/ 107 w 107"/>
                  <a:gd name="T19" fmla="*/ 112 h 207"/>
                  <a:gd name="T20" fmla="*/ 95 w 107"/>
                  <a:gd name="T21" fmla="*/ 119 h 207"/>
                  <a:gd name="T22" fmla="*/ 87 w 107"/>
                  <a:gd name="T23" fmla="*/ 127 h 207"/>
                  <a:gd name="T24" fmla="*/ 79 w 107"/>
                  <a:gd name="T25" fmla="*/ 135 h 207"/>
                  <a:gd name="T26" fmla="*/ 73 w 107"/>
                  <a:gd name="T27" fmla="*/ 145 h 207"/>
                  <a:gd name="T28" fmla="*/ 66 w 107"/>
                  <a:gd name="T29" fmla="*/ 163 h 207"/>
                  <a:gd name="T30" fmla="*/ 62 w 107"/>
                  <a:gd name="T31" fmla="*/ 187 h 207"/>
                  <a:gd name="T32" fmla="*/ 62 w 107"/>
                  <a:gd name="T33" fmla="*/ 207 h 207"/>
                  <a:gd name="T34" fmla="*/ 3 w 107"/>
                  <a:gd name="T35" fmla="*/ 96 h 20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7"/>
                  <a:gd name="T55" fmla="*/ 0 h 207"/>
                  <a:gd name="T56" fmla="*/ 107 w 107"/>
                  <a:gd name="T57" fmla="*/ 207 h 20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7" h="207">
                    <a:moveTo>
                      <a:pt x="3" y="96"/>
                    </a:moveTo>
                    <a:lnTo>
                      <a:pt x="0" y="82"/>
                    </a:lnTo>
                    <a:lnTo>
                      <a:pt x="0" y="69"/>
                    </a:lnTo>
                    <a:lnTo>
                      <a:pt x="2" y="58"/>
                    </a:lnTo>
                    <a:lnTo>
                      <a:pt x="6" y="42"/>
                    </a:lnTo>
                    <a:lnTo>
                      <a:pt x="12" y="29"/>
                    </a:lnTo>
                    <a:lnTo>
                      <a:pt x="21" y="17"/>
                    </a:lnTo>
                    <a:lnTo>
                      <a:pt x="31" y="7"/>
                    </a:lnTo>
                    <a:lnTo>
                      <a:pt x="41" y="0"/>
                    </a:lnTo>
                    <a:lnTo>
                      <a:pt x="107" y="112"/>
                    </a:lnTo>
                    <a:lnTo>
                      <a:pt x="95" y="119"/>
                    </a:lnTo>
                    <a:lnTo>
                      <a:pt x="87" y="127"/>
                    </a:lnTo>
                    <a:lnTo>
                      <a:pt x="79" y="135"/>
                    </a:lnTo>
                    <a:lnTo>
                      <a:pt x="73" y="145"/>
                    </a:lnTo>
                    <a:lnTo>
                      <a:pt x="66" y="163"/>
                    </a:lnTo>
                    <a:lnTo>
                      <a:pt x="62" y="187"/>
                    </a:lnTo>
                    <a:lnTo>
                      <a:pt x="62" y="207"/>
                    </a:lnTo>
                    <a:lnTo>
                      <a:pt x="3" y="96"/>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2954" name="Arc 125">
                <a:extLst>
                  <a:ext uri="{FF2B5EF4-FFF2-40B4-BE49-F238E27FC236}">
                    <a16:creationId xmlns:a16="http://schemas.microsoft.com/office/drawing/2014/main" id="{03AEC2BC-F96A-F84A-B1BB-1AE36AF3F14D}"/>
                  </a:ext>
                </a:extLst>
              </p:cNvPr>
              <p:cNvSpPr>
                <a:spLocks/>
              </p:cNvSpPr>
              <p:nvPr/>
            </p:nvSpPr>
            <p:spPr bwMode="auto">
              <a:xfrm>
                <a:off x="3009" y="2229"/>
                <a:ext cx="87" cy="99"/>
              </a:xfrm>
              <a:custGeom>
                <a:avLst/>
                <a:gdLst>
                  <a:gd name="T0" fmla="*/ 0 w 21600"/>
                  <a:gd name="T1" fmla="*/ 0 h 26092"/>
                  <a:gd name="T2" fmla="*/ 0 w 21600"/>
                  <a:gd name="T3" fmla="*/ 0 h 26092"/>
                  <a:gd name="T4" fmla="*/ 0 w 21600"/>
                  <a:gd name="T5" fmla="*/ 0 h 26092"/>
                  <a:gd name="T6" fmla="*/ 0 60000 65536"/>
                  <a:gd name="T7" fmla="*/ 0 60000 65536"/>
                  <a:gd name="T8" fmla="*/ 0 60000 65536"/>
                  <a:gd name="T9" fmla="*/ 0 w 21600"/>
                  <a:gd name="T10" fmla="*/ 0 h 26092"/>
                  <a:gd name="T11" fmla="*/ 21600 w 21600"/>
                  <a:gd name="T12" fmla="*/ 26092 h 26092"/>
                </a:gdLst>
                <a:ahLst/>
                <a:cxnLst>
                  <a:cxn ang="T6">
                    <a:pos x="T0" y="T1"/>
                  </a:cxn>
                  <a:cxn ang="T7">
                    <a:pos x="T2" y="T3"/>
                  </a:cxn>
                  <a:cxn ang="T8">
                    <a:pos x="T4" y="T5"/>
                  </a:cxn>
                </a:cxnLst>
                <a:rect l="T9" t="T10" r="T11" b="T12"/>
                <a:pathLst>
                  <a:path w="21600" h="26092" fill="none" extrusionOk="0">
                    <a:moveTo>
                      <a:pt x="806" y="26092"/>
                    </a:moveTo>
                    <a:cubicBezTo>
                      <a:pt x="271" y="24188"/>
                      <a:pt x="0" y="22221"/>
                      <a:pt x="0" y="20244"/>
                    </a:cubicBezTo>
                    <a:cubicBezTo>
                      <a:pt x="-1" y="11219"/>
                      <a:pt x="5610" y="3146"/>
                      <a:pt x="14067" y="-1"/>
                    </a:cubicBezTo>
                  </a:path>
                  <a:path w="21600" h="26092" stroke="0" extrusionOk="0">
                    <a:moveTo>
                      <a:pt x="806" y="26092"/>
                    </a:moveTo>
                    <a:cubicBezTo>
                      <a:pt x="271" y="24188"/>
                      <a:pt x="0" y="22221"/>
                      <a:pt x="0" y="20244"/>
                    </a:cubicBezTo>
                    <a:cubicBezTo>
                      <a:pt x="-1" y="11219"/>
                      <a:pt x="5610" y="3146"/>
                      <a:pt x="14067" y="-1"/>
                    </a:cubicBezTo>
                    <a:lnTo>
                      <a:pt x="21600" y="20244"/>
                    </a:lnTo>
                    <a:lnTo>
                      <a:pt x="806" y="26092"/>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82955" name="Arc 126">
                <a:extLst>
                  <a:ext uri="{FF2B5EF4-FFF2-40B4-BE49-F238E27FC236}">
                    <a16:creationId xmlns:a16="http://schemas.microsoft.com/office/drawing/2014/main" id="{3D671EF5-2BB2-4747-B5E1-8DAA30CFF715}"/>
                  </a:ext>
                </a:extLst>
              </p:cNvPr>
              <p:cNvSpPr>
                <a:spLocks/>
              </p:cNvSpPr>
              <p:nvPr/>
            </p:nvSpPr>
            <p:spPr bwMode="auto">
              <a:xfrm>
                <a:off x="3072" y="2338"/>
                <a:ext cx="171" cy="103"/>
              </a:xfrm>
              <a:custGeom>
                <a:avLst/>
                <a:gdLst>
                  <a:gd name="T0" fmla="*/ 0 w 42293"/>
                  <a:gd name="T1" fmla="*/ 0 h 27167"/>
                  <a:gd name="T2" fmla="*/ 0 w 42293"/>
                  <a:gd name="T3" fmla="*/ 0 h 27167"/>
                  <a:gd name="T4" fmla="*/ 0 w 42293"/>
                  <a:gd name="T5" fmla="*/ 0 h 27167"/>
                  <a:gd name="T6" fmla="*/ 0 60000 65536"/>
                  <a:gd name="T7" fmla="*/ 0 60000 65536"/>
                  <a:gd name="T8" fmla="*/ 0 60000 65536"/>
                  <a:gd name="T9" fmla="*/ 0 w 42293"/>
                  <a:gd name="T10" fmla="*/ 0 h 27167"/>
                  <a:gd name="T11" fmla="*/ 42293 w 42293"/>
                  <a:gd name="T12" fmla="*/ 27167 h 27167"/>
                </a:gdLst>
                <a:ahLst/>
                <a:cxnLst>
                  <a:cxn ang="T6">
                    <a:pos x="T0" y="T1"/>
                  </a:cxn>
                  <a:cxn ang="T7">
                    <a:pos x="T2" y="T3"/>
                  </a:cxn>
                  <a:cxn ang="T8">
                    <a:pos x="T4" y="T5"/>
                  </a:cxn>
                </a:cxnLst>
                <a:rect l="T9" t="T10" r="T11" b="T12"/>
                <a:pathLst>
                  <a:path w="42293" h="27167" fill="none" extrusionOk="0">
                    <a:moveTo>
                      <a:pt x="729" y="27167"/>
                    </a:moveTo>
                    <a:cubicBezTo>
                      <a:pt x="245" y="25351"/>
                      <a:pt x="0" y="23479"/>
                      <a:pt x="0" y="21600"/>
                    </a:cubicBezTo>
                    <a:cubicBezTo>
                      <a:pt x="0" y="9670"/>
                      <a:pt x="9670" y="0"/>
                      <a:pt x="21600" y="0"/>
                    </a:cubicBezTo>
                    <a:cubicBezTo>
                      <a:pt x="31144" y="-1"/>
                      <a:pt x="39556" y="6263"/>
                      <a:pt x="42293" y="15406"/>
                    </a:cubicBezTo>
                  </a:path>
                  <a:path w="42293" h="27167" stroke="0" extrusionOk="0">
                    <a:moveTo>
                      <a:pt x="729" y="27167"/>
                    </a:moveTo>
                    <a:cubicBezTo>
                      <a:pt x="245" y="25351"/>
                      <a:pt x="0" y="23479"/>
                      <a:pt x="0" y="21600"/>
                    </a:cubicBezTo>
                    <a:cubicBezTo>
                      <a:pt x="0" y="9670"/>
                      <a:pt x="9670" y="0"/>
                      <a:pt x="21600" y="0"/>
                    </a:cubicBezTo>
                    <a:cubicBezTo>
                      <a:pt x="31144" y="-1"/>
                      <a:pt x="39556" y="6263"/>
                      <a:pt x="42293" y="15406"/>
                    </a:cubicBezTo>
                    <a:lnTo>
                      <a:pt x="21600" y="21600"/>
                    </a:lnTo>
                    <a:lnTo>
                      <a:pt x="729" y="27167"/>
                    </a:lnTo>
                    <a:close/>
                  </a:path>
                </a:pathLst>
              </a:custGeom>
              <a:solidFill>
                <a:srgbClr val="7F3F00"/>
              </a:solidFill>
              <a:ln w="12700">
                <a:solidFill>
                  <a:srgbClr val="000000"/>
                </a:solidFill>
                <a:round/>
                <a:headEnd/>
                <a:tailEnd/>
              </a:ln>
            </p:spPr>
            <p:txBody>
              <a:bodyPr/>
              <a:lstStyle/>
              <a:p>
                <a:endParaRPr lang="pt-BR"/>
              </a:p>
            </p:txBody>
          </p:sp>
          <p:grpSp>
            <p:nvGrpSpPr>
              <p:cNvPr id="82956" name="Group 127">
                <a:extLst>
                  <a:ext uri="{FF2B5EF4-FFF2-40B4-BE49-F238E27FC236}">
                    <a16:creationId xmlns:a16="http://schemas.microsoft.com/office/drawing/2014/main" id="{E35585A2-19A3-A644-8779-8D37C6B576F1}"/>
                  </a:ext>
                </a:extLst>
              </p:cNvPr>
              <p:cNvGrpSpPr>
                <a:grpSpLocks/>
              </p:cNvGrpSpPr>
              <p:nvPr/>
            </p:nvGrpSpPr>
            <p:grpSpPr bwMode="auto">
              <a:xfrm>
                <a:off x="3078" y="2354"/>
                <a:ext cx="182" cy="119"/>
                <a:chOff x="3078" y="2354"/>
                <a:chExt cx="182" cy="119"/>
              </a:xfrm>
            </p:grpSpPr>
            <p:grpSp>
              <p:nvGrpSpPr>
                <p:cNvPr id="82980" name="Group 128">
                  <a:extLst>
                    <a:ext uri="{FF2B5EF4-FFF2-40B4-BE49-F238E27FC236}">
                      <a16:creationId xmlns:a16="http://schemas.microsoft.com/office/drawing/2014/main" id="{F23F8FAF-EBCB-EB41-B3B5-F75543DE2158}"/>
                    </a:ext>
                  </a:extLst>
                </p:cNvPr>
                <p:cNvGrpSpPr>
                  <a:grpSpLocks/>
                </p:cNvGrpSpPr>
                <p:nvPr/>
              </p:nvGrpSpPr>
              <p:grpSpPr bwMode="auto">
                <a:xfrm>
                  <a:off x="3078" y="2354"/>
                  <a:ext cx="173" cy="101"/>
                  <a:chOff x="3078" y="2354"/>
                  <a:chExt cx="173" cy="101"/>
                </a:xfrm>
              </p:grpSpPr>
              <p:sp>
                <p:nvSpPr>
                  <p:cNvPr id="82982" name="Arc 129">
                    <a:extLst>
                      <a:ext uri="{FF2B5EF4-FFF2-40B4-BE49-F238E27FC236}">
                        <a16:creationId xmlns:a16="http://schemas.microsoft.com/office/drawing/2014/main" id="{89E2D17B-2BE6-4A42-97CC-185C8958D5C6}"/>
                      </a:ext>
                    </a:extLst>
                  </p:cNvPr>
                  <p:cNvSpPr>
                    <a:spLocks/>
                  </p:cNvSpPr>
                  <p:nvPr/>
                </p:nvSpPr>
                <p:spPr bwMode="auto">
                  <a:xfrm>
                    <a:off x="3078" y="2354"/>
                    <a:ext cx="172" cy="100"/>
                  </a:xfrm>
                  <a:custGeom>
                    <a:avLst/>
                    <a:gdLst>
                      <a:gd name="T0" fmla="*/ 0 w 42520"/>
                      <a:gd name="T1" fmla="*/ 0 h 26361"/>
                      <a:gd name="T2" fmla="*/ 0 w 42520"/>
                      <a:gd name="T3" fmla="*/ 0 h 26361"/>
                      <a:gd name="T4" fmla="*/ 0 w 42520"/>
                      <a:gd name="T5" fmla="*/ 0 h 26361"/>
                      <a:gd name="T6" fmla="*/ 0 60000 65536"/>
                      <a:gd name="T7" fmla="*/ 0 60000 65536"/>
                      <a:gd name="T8" fmla="*/ 0 60000 65536"/>
                      <a:gd name="T9" fmla="*/ 0 w 42520"/>
                      <a:gd name="T10" fmla="*/ 0 h 26361"/>
                      <a:gd name="T11" fmla="*/ 42520 w 42520"/>
                      <a:gd name="T12" fmla="*/ 26361 h 26361"/>
                    </a:gdLst>
                    <a:ahLst/>
                    <a:cxnLst>
                      <a:cxn ang="T6">
                        <a:pos x="T0" y="T1"/>
                      </a:cxn>
                      <a:cxn ang="T7">
                        <a:pos x="T2" y="T3"/>
                      </a:cxn>
                      <a:cxn ang="T8">
                        <a:pos x="T4" y="T5"/>
                      </a:cxn>
                    </a:cxnLst>
                    <a:rect l="T9" t="T10" r="T11" b="T12"/>
                    <a:pathLst>
                      <a:path w="42520" h="26361" fill="none" extrusionOk="0">
                        <a:moveTo>
                          <a:pt x="531" y="26360"/>
                        </a:moveTo>
                        <a:cubicBezTo>
                          <a:pt x="178" y="24798"/>
                          <a:pt x="0" y="23201"/>
                          <a:pt x="0" y="21600"/>
                        </a:cubicBezTo>
                        <a:cubicBezTo>
                          <a:pt x="0" y="9670"/>
                          <a:pt x="9670" y="0"/>
                          <a:pt x="21600" y="0"/>
                        </a:cubicBezTo>
                        <a:cubicBezTo>
                          <a:pt x="31457" y="-1"/>
                          <a:pt x="40064" y="6673"/>
                          <a:pt x="42519" y="16221"/>
                        </a:cubicBezTo>
                      </a:path>
                      <a:path w="42520" h="26361" stroke="0" extrusionOk="0">
                        <a:moveTo>
                          <a:pt x="531" y="26360"/>
                        </a:moveTo>
                        <a:cubicBezTo>
                          <a:pt x="178" y="24798"/>
                          <a:pt x="0" y="23201"/>
                          <a:pt x="0" y="21600"/>
                        </a:cubicBezTo>
                        <a:cubicBezTo>
                          <a:pt x="0" y="9670"/>
                          <a:pt x="9670" y="0"/>
                          <a:pt x="21600" y="0"/>
                        </a:cubicBezTo>
                        <a:cubicBezTo>
                          <a:pt x="31457" y="-1"/>
                          <a:pt x="40064" y="6673"/>
                          <a:pt x="42519" y="16221"/>
                        </a:cubicBezTo>
                        <a:lnTo>
                          <a:pt x="21600" y="21600"/>
                        </a:lnTo>
                        <a:lnTo>
                          <a:pt x="531" y="26360"/>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2983" name="Arc 130">
                    <a:extLst>
                      <a:ext uri="{FF2B5EF4-FFF2-40B4-BE49-F238E27FC236}">
                        <a16:creationId xmlns:a16="http://schemas.microsoft.com/office/drawing/2014/main" id="{FA11340B-F598-584A-8278-D7FBB681B306}"/>
                      </a:ext>
                    </a:extLst>
                  </p:cNvPr>
                  <p:cNvSpPr>
                    <a:spLocks/>
                  </p:cNvSpPr>
                  <p:nvPr/>
                </p:nvSpPr>
                <p:spPr bwMode="auto">
                  <a:xfrm>
                    <a:off x="3078" y="2364"/>
                    <a:ext cx="88" cy="90"/>
                  </a:xfrm>
                  <a:custGeom>
                    <a:avLst/>
                    <a:gdLst>
                      <a:gd name="T0" fmla="*/ 0 w 21600"/>
                      <a:gd name="T1" fmla="*/ 0 h 23652"/>
                      <a:gd name="T2" fmla="*/ 0 w 21600"/>
                      <a:gd name="T3" fmla="*/ 0 h 23652"/>
                      <a:gd name="T4" fmla="*/ 0 w 21600"/>
                      <a:gd name="T5" fmla="*/ 0 h 23652"/>
                      <a:gd name="T6" fmla="*/ 0 60000 65536"/>
                      <a:gd name="T7" fmla="*/ 0 60000 65536"/>
                      <a:gd name="T8" fmla="*/ 0 60000 65536"/>
                      <a:gd name="T9" fmla="*/ 0 w 21600"/>
                      <a:gd name="T10" fmla="*/ 0 h 23652"/>
                      <a:gd name="T11" fmla="*/ 21600 w 21600"/>
                      <a:gd name="T12" fmla="*/ 23652 h 23652"/>
                    </a:gdLst>
                    <a:ahLst/>
                    <a:cxnLst>
                      <a:cxn ang="T6">
                        <a:pos x="T0" y="T1"/>
                      </a:cxn>
                      <a:cxn ang="T7">
                        <a:pos x="T2" y="T3"/>
                      </a:cxn>
                      <a:cxn ang="T8">
                        <a:pos x="T4" y="T5"/>
                      </a:cxn>
                    </a:cxnLst>
                    <a:rect l="T9" t="T10" r="T11" b="T12"/>
                    <a:pathLst>
                      <a:path w="21600" h="23652" fill="none" extrusionOk="0">
                        <a:moveTo>
                          <a:pt x="531" y="23651"/>
                        </a:moveTo>
                        <a:cubicBezTo>
                          <a:pt x="178" y="22089"/>
                          <a:pt x="0" y="20492"/>
                          <a:pt x="0" y="18891"/>
                        </a:cubicBezTo>
                        <a:cubicBezTo>
                          <a:pt x="-1" y="11039"/>
                          <a:pt x="4260" y="3806"/>
                          <a:pt x="11126" y="-1"/>
                        </a:cubicBezTo>
                      </a:path>
                      <a:path w="21600" h="23652" stroke="0" extrusionOk="0">
                        <a:moveTo>
                          <a:pt x="531" y="23651"/>
                        </a:moveTo>
                        <a:cubicBezTo>
                          <a:pt x="178" y="22089"/>
                          <a:pt x="0" y="20492"/>
                          <a:pt x="0" y="18891"/>
                        </a:cubicBezTo>
                        <a:cubicBezTo>
                          <a:pt x="-1" y="11039"/>
                          <a:pt x="4260" y="3806"/>
                          <a:pt x="11126" y="-1"/>
                        </a:cubicBezTo>
                        <a:lnTo>
                          <a:pt x="21600" y="18891"/>
                        </a:lnTo>
                        <a:lnTo>
                          <a:pt x="531" y="23651"/>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2984" name="Arc 131">
                    <a:extLst>
                      <a:ext uri="{FF2B5EF4-FFF2-40B4-BE49-F238E27FC236}">
                        <a16:creationId xmlns:a16="http://schemas.microsoft.com/office/drawing/2014/main" id="{2BEAA35E-17FC-2C4B-8D98-EACD6B83882D}"/>
                      </a:ext>
                    </a:extLst>
                  </p:cNvPr>
                  <p:cNvSpPr>
                    <a:spLocks/>
                  </p:cNvSpPr>
                  <p:nvPr/>
                </p:nvSpPr>
                <p:spPr bwMode="auto">
                  <a:xfrm>
                    <a:off x="3079" y="2354"/>
                    <a:ext cx="172" cy="101"/>
                  </a:xfrm>
                  <a:custGeom>
                    <a:avLst/>
                    <a:gdLst>
                      <a:gd name="T0" fmla="*/ 0 w 42453"/>
                      <a:gd name="T1" fmla="*/ 0 h 26668"/>
                      <a:gd name="T2" fmla="*/ 0 w 42453"/>
                      <a:gd name="T3" fmla="*/ 0 h 26668"/>
                      <a:gd name="T4" fmla="*/ 0 w 42453"/>
                      <a:gd name="T5" fmla="*/ 0 h 26668"/>
                      <a:gd name="T6" fmla="*/ 0 60000 65536"/>
                      <a:gd name="T7" fmla="*/ 0 60000 65536"/>
                      <a:gd name="T8" fmla="*/ 0 60000 65536"/>
                      <a:gd name="T9" fmla="*/ 0 w 42453"/>
                      <a:gd name="T10" fmla="*/ 0 h 26668"/>
                      <a:gd name="T11" fmla="*/ 42453 w 42453"/>
                      <a:gd name="T12" fmla="*/ 26668 h 26668"/>
                    </a:gdLst>
                    <a:ahLst/>
                    <a:cxnLst>
                      <a:cxn ang="T6">
                        <a:pos x="T0" y="T1"/>
                      </a:cxn>
                      <a:cxn ang="T7">
                        <a:pos x="T2" y="T3"/>
                      </a:cxn>
                      <a:cxn ang="T8">
                        <a:pos x="T4" y="T5"/>
                      </a:cxn>
                    </a:cxnLst>
                    <a:rect l="T9" t="T10" r="T11" b="T12"/>
                    <a:pathLst>
                      <a:path w="42453" h="26668" fill="none" extrusionOk="0">
                        <a:moveTo>
                          <a:pt x="602" y="26668"/>
                        </a:moveTo>
                        <a:cubicBezTo>
                          <a:pt x="202" y="25008"/>
                          <a:pt x="0" y="23307"/>
                          <a:pt x="0" y="21600"/>
                        </a:cubicBezTo>
                        <a:cubicBezTo>
                          <a:pt x="0" y="9670"/>
                          <a:pt x="9670" y="0"/>
                          <a:pt x="21600" y="0"/>
                        </a:cubicBezTo>
                        <a:cubicBezTo>
                          <a:pt x="31361" y="-1"/>
                          <a:pt x="39909" y="6546"/>
                          <a:pt x="42453" y="15969"/>
                        </a:cubicBezTo>
                      </a:path>
                      <a:path w="42453" h="26668" stroke="0" extrusionOk="0">
                        <a:moveTo>
                          <a:pt x="602" y="26668"/>
                        </a:moveTo>
                        <a:cubicBezTo>
                          <a:pt x="202" y="25008"/>
                          <a:pt x="0" y="23307"/>
                          <a:pt x="0" y="21600"/>
                        </a:cubicBezTo>
                        <a:cubicBezTo>
                          <a:pt x="0" y="9670"/>
                          <a:pt x="9670" y="0"/>
                          <a:pt x="21600" y="0"/>
                        </a:cubicBezTo>
                        <a:cubicBezTo>
                          <a:pt x="31361" y="-1"/>
                          <a:pt x="39909" y="6546"/>
                          <a:pt x="42453" y="15969"/>
                        </a:cubicBezTo>
                        <a:lnTo>
                          <a:pt x="21600" y="21600"/>
                        </a:lnTo>
                        <a:lnTo>
                          <a:pt x="602" y="26668"/>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grpSp>
            <p:sp>
              <p:nvSpPr>
                <p:cNvPr id="82981" name="Arc 132">
                  <a:extLst>
                    <a:ext uri="{FF2B5EF4-FFF2-40B4-BE49-F238E27FC236}">
                      <a16:creationId xmlns:a16="http://schemas.microsoft.com/office/drawing/2014/main" id="{76BD0CC5-EBFB-BE4B-AE8C-FF7C2E184E51}"/>
                    </a:ext>
                  </a:extLst>
                </p:cNvPr>
                <p:cNvSpPr>
                  <a:spLocks/>
                </p:cNvSpPr>
                <p:nvPr/>
              </p:nvSpPr>
              <p:spPr bwMode="auto">
                <a:xfrm>
                  <a:off x="3088" y="2372"/>
                  <a:ext cx="172" cy="101"/>
                </a:xfrm>
                <a:custGeom>
                  <a:avLst/>
                  <a:gdLst>
                    <a:gd name="T0" fmla="*/ 0 w 42453"/>
                    <a:gd name="T1" fmla="*/ 0 h 26668"/>
                    <a:gd name="T2" fmla="*/ 0 w 42453"/>
                    <a:gd name="T3" fmla="*/ 0 h 26668"/>
                    <a:gd name="T4" fmla="*/ 0 w 42453"/>
                    <a:gd name="T5" fmla="*/ 0 h 26668"/>
                    <a:gd name="T6" fmla="*/ 0 60000 65536"/>
                    <a:gd name="T7" fmla="*/ 0 60000 65536"/>
                    <a:gd name="T8" fmla="*/ 0 60000 65536"/>
                    <a:gd name="T9" fmla="*/ 0 w 42453"/>
                    <a:gd name="T10" fmla="*/ 0 h 26668"/>
                    <a:gd name="T11" fmla="*/ 42453 w 42453"/>
                    <a:gd name="T12" fmla="*/ 26668 h 26668"/>
                  </a:gdLst>
                  <a:ahLst/>
                  <a:cxnLst>
                    <a:cxn ang="T6">
                      <a:pos x="T0" y="T1"/>
                    </a:cxn>
                    <a:cxn ang="T7">
                      <a:pos x="T2" y="T3"/>
                    </a:cxn>
                    <a:cxn ang="T8">
                      <a:pos x="T4" y="T5"/>
                    </a:cxn>
                  </a:cxnLst>
                  <a:rect l="T9" t="T10" r="T11" b="T12"/>
                  <a:pathLst>
                    <a:path w="42453" h="26668" fill="none" extrusionOk="0">
                      <a:moveTo>
                        <a:pt x="602" y="26668"/>
                      </a:moveTo>
                      <a:cubicBezTo>
                        <a:pt x="202" y="25008"/>
                        <a:pt x="0" y="23307"/>
                        <a:pt x="0" y="21600"/>
                      </a:cubicBezTo>
                      <a:cubicBezTo>
                        <a:pt x="0" y="9670"/>
                        <a:pt x="9670" y="0"/>
                        <a:pt x="21600" y="0"/>
                      </a:cubicBezTo>
                      <a:cubicBezTo>
                        <a:pt x="31361" y="-1"/>
                        <a:pt x="39909" y="6546"/>
                        <a:pt x="42453" y="15969"/>
                      </a:cubicBezTo>
                    </a:path>
                    <a:path w="42453" h="26668" stroke="0" extrusionOk="0">
                      <a:moveTo>
                        <a:pt x="602" y="26668"/>
                      </a:moveTo>
                      <a:cubicBezTo>
                        <a:pt x="202" y="25008"/>
                        <a:pt x="0" y="23307"/>
                        <a:pt x="0" y="21600"/>
                      </a:cubicBezTo>
                      <a:cubicBezTo>
                        <a:pt x="0" y="9670"/>
                        <a:pt x="9670" y="0"/>
                        <a:pt x="21600" y="0"/>
                      </a:cubicBezTo>
                      <a:cubicBezTo>
                        <a:pt x="31361" y="-1"/>
                        <a:pt x="39909" y="6546"/>
                        <a:pt x="42453" y="15969"/>
                      </a:cubicBezTo>
                      <a:lnTo>
                        <a:pt x="21600" y="21600"/>
                      </a:lnTo>
                      <a:lnTo>
                        <a:pt x="602" y="26668"/>
                      </a:lnTo>
                      <a:close/>
                    </a:path>
                  </a:pathLst>
                </a:custGeom>
                <a:solidFill>
                  <a:srgbClr val="7F3F00"/>
                </a:solidFill>
                <a:ln w="12700">
                  <a:solidFill>
                    <a:srgbClr val="000000"/>
                  </a:solidFill>
                  <a:round/>
                  <a:headEnd/>
                  <a:tailEnd/>
                </a:ln>
              </p:spPr>
              <p:txBody>
                <a:bodyPr/>
                <a:lstStyle/>
                <a:p>
                  <a:endParaRPr lang="pt-BR"/>
                </a:p>
              </p:txBody>
            </p:sp>
          </p:grpSp>
          <p:grpSp>
            <p:nvGrpSpPr>
              <p:cNvPr id="82957" name="Group 133">
                <a:extLst>
                  <a:ext uri="{FF2B5EF4-FFF2-40B4-BE49-F238E27FC236}">
                    <a16:creationId xmlns:a16="http://schemas.microsoft.com/office/drawing/2014/main" id="{8302F324-30BD-AB42-9C7E-E6AC443E32FB}"/>
                  </a:ext>
                </a:extLst>
              </p:cNvPr>
              <p:cNvGrpSpPr>
                <a:grpSpLocks/>
              </p:cNvGrpSpPr>
              <p:nvPr/>
            </p:nvGrpSpPr>
            <p:grpSpPr bwMode="auto">
              <a:xfrm>
                <a:off x="3095" y="2388"/>
                <a:ext cx="182" cy="118"/>
                <a:chOff x="3095" y="2388"/>
                <a:chExt cx="182" cy="118"/>
              </a:xfrm>
            </p:grpSpPr>
            <p:grpSp>
              <p:nvGrpSpPr>
                <p:cNvPr id="82975" name="Group 134">
                  <a:extLst>
                    <a:ext uri="{FF2B5EF4-FFF2-40B4-BE49-F238E27FC236}">
                      <a16:creationId xmlns:a16="http://schemas.microsoft.com/office/drawing/2014/main" id="{41FAC7B6-1975-8E41-9B78-BFC7BCDD023D}"/>
                    </a:ext>
                  </a:extLst>
                </p:cNvPr>
                <p:cNvGrpSpPr>
                  <a:grpSpLocks/>
                </p:cNvGrpSpPr>
                <p:nvPr/>
              </p:nvGrpSpPr>
              <p:grpSpPr bwMode="auto">
                <a:xfrm>
                  <a:off x="3095" y="2388"/>
                  <a:ext cx="173" cy="100"/>
                  <a:chOff x="3095" y="2388"/>
                  <a:chExt cx="173" cy="100"/>
                </a:xfrm>
              </p:grpSpPr>
              <p:sp>
                <p:nvSpPr>
                  <p:cNvPr id="82977" name="Arc 135">
                    <a:extLst>
                      <a:ext uri="{FF2B5EF4-FFF2-40B4-BE49-F238E27FC236}">
                        <a16:creationId xmlns:a16="http://schemas.microsoft.com/office/drawing/2014/main" id="{288CF482-C5A7-004C-83BB-1DD4EF4D4A9E}"/>
                      </a:ext>
                    </a:extLst>
                  </p:cNvPr>
                  <p:cNvSpPr>
                    <a:spLocks/>
                  </p:cNvSpPr>
                  <p:nvPr/>
                </p:nvSpPr>
                <p:spPr bwMode="auto">
                  <a:xfrm>
                    <a:off x="3095" y="2388"/>
                    <a:ext cx="173" cy="99"/>
                  </a:xfrm>
                  <a:custGeom>
                    <a:avLst/>
                    <a:gdLst>
                      <a:gd name="T0" fmla="*/ 0 w 42583"/>
                      <a:gd name="T1" fmla="*/ 0 h 26108"/>
                      <a:gd name="T2" fmla="*/ 0 w 42583"/>
                      <a:gd name="T3" fmla="*/ 0 h 26108"/>
                      <a:gd name="T4" fmla="*/ 0 w 42583"/>
                      <a:gd name="T5" fmla="*/ 0 h 26108"/>
                      <a:gd name="T6" fmla="*/ 0 60000 65536"/>
                      <a:gd name="T7" fmla="*/ 0 60000 65536"/>
                      <a:gd name="T8" fmla="*/ 0 60000 65536"/>
                      <a:gd name="T9" fmla="*/ 0 w 42583"/>
                      <a:gd name="T10" fmla="*/ 0 h 26108"/>
                      <a:gd name="T11" fmla="*/ 42583 w 42583"/>
                      <a:gd name="T12" fmla="*/ 26108 h 26108"/>
                    </a:gdLst>
                    <a:ahLst/>
                    <a:cxnLst>
                      <a:cxn ang="T6">
                        <a:pos x="T0" y="T1"/>
                      </a:cxn>
                      <a:cxn ang="T7">
                        <a:pos x="T2" y="T3"/>
                      </a:cxn>
                      <a:cxn ang="T8">
                        <a:pos x="T4" y="T5"/>
                      </a:cxn>
                    </a:cxnLst>
                    <a:rect l="T9" t="T10" r="T11" b="T12"/>
                    <a:pathLst>
                      <a:path w="42583" h="26108" fill="none" extrusionOk="0">
                        <a:moveTo>
                          <a:pt x="475" y="26108"/>
                        </a:moveTo>
                        <a:cubicBezTo>
                          <a:pt x="159" y="24626"/>
                          <a:pt x="0" y="23115"/>
                          <a:pt x="0" y="21600"/>
                        </a:cubicBezTo>
                        <a:cubicBezTo>
                          <a:pt x="0" y="9670"/>
                          <a:pt x="9670" y="0"/>
                          <a:pt x="21600" y="0"/>
                        </a:cubicBezTo>
                        <a:cubicBezTo>
                          <a:pt x="31554" y="-1"/>
                          <a:pt x="40220" y="6803"/>
                          <a:pt x="42582" y="16474"/>
                        </a:cubicBezTo>
                      </a:path>
                      <a:path w="42583" h="26108" stroke="0" extrusionOk="0">
                        <a:moveTo>
                          <a:pt x="475" y="26108"/>
                        </a:moveTo>
                        <a:cubicBezTo>
                          <a:pt x="159" y="24626"/>
                          <a:pt x="0" y="23115"/>
                          <a:pt x="0" y="21600"/>
                        </a:cubicBezTo>
                        <a:cubicBezTo>
                          <a:pt x="0" y="9670"/>
                          <a:pt x="9670" y="0"/>
                          <a:pt x="21600" y="0"/>
                        </a:cubicBezTo>
                        <a:cubicBezTo>
                          <a:pt x="31554" y="-1"/>
                          <a:pt x="40220" y="6803"/>
                          <a:pt x="42582" y="16474"/>
                        </a:cubicBezTo>
                        <a:lnTo>
                          <a:pt x="21600" y="21600"/>
                        </a:lnTo>
                        <a:lnTo>
                          <a:pt x="475" y="26108"/>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2978" name="Arc 136">
                    <a:extLst>
                      <a:ext uri="{FF2B5EF4-FFF2-40B4-BE49-F238E27FC236}">
                        <a16:creationId xmlns:a16="http://schemas.microsoft.com/office/drawing/2014/main" id="{718504DE-F627-A040-8A9F-E9B52D14DC65}"/>
                      </a:ext>
                    </a:extLst>
                  </p:cNvPr>
                  <p:cNvSpPr>
                    <a:spLocks/>
                  </p:cNvSpPr>
                  <p:nvPr/>
                </p:nvSpPr>
                <p:spPr bwMode="auto">
                  <a:xfrm>
                    <a:off x="3095" y="2398"/>
                    <a:ext cx="88" cy="89"/>
                  </a:xfrm>
                  <a:custGeom>
                    <a:avLst/>
                    <a:gdLst>
                      <a:gd name="T0" fmla="*/ 0 w 21600"/>
                      <a:gd name="T1" fmla="*/ 0 h 23399"/>
                      <a:gd name="T2" fmla="*/ 0 w 21600"/>
                      <a:gd name="T3" fmla="*/ 0 h 23399"/>
                      <a:gd name="T4" fmla="*/ 0 w 21600"/>
                      <a:gd name="T5" fmla="*/ 0 h 23399"/>
                      <a:gd name="T6" fmla="*/ 0 60000 65536"/>
                      <a:gd name="T7" fmla="*/ 0 60000 65536"/>
                      <a:gd name="T8" fmla="*/ 0 60000 65536"/>
                      <a:gd name="T9" fmla="*/ 0 w 21600"/>
                      <a:gd name="T10" fmla="*/ 0 h 23399"/>
                      <a:gd name="T11" fmla="*/ 21600 w 21600"/>
                      <a:gd name="T12" fmla="*/ 23399 h 23399"/>
                    </a:gdLst>
                    <a:ahLst/>
                    <a:cxnLst>
                      <a:cxn ang="T6">
                        <a:pos x="T0" y="T1"/>
                      </a:cxn>
                      <a:cxn ang="T7">
                        <a:pos x="T2" y="T3"/>
                      </a:cxn>
                      <a:cxn ang="T8">
                        <a:pos x="T4" y="T5"/>
                      </a:cxn>
                    </a:cxnLst>
                    <a:rect l="T9" t="T10" r="T11" b="T12"/>
                    <a:pathLst>
                      <a:path w="21600" h="23399" fill="none" extrusionOk="0">
                        <a:moveTo>
                          <a:pt x="475" y="23399"/>
                        </a:moveTo>
                        <a:cubicBezTo>
                          <a:pt x="159" y="21917"/>
                          <a:pt x="0" y="20406"/>
                          <a:pt x="0" y="18891"/>
                        </a:cubicBezTo>
                        <a:cubicBezTo>
                          <a:pt x="-1" y="11039"/>
                          <a:pt x="4260" y="3806"/>
                          <a:pt x="11126" y="-1"/>
                        </a:cubicBezTo>
                      </a:path>
                      <a:path w="21600" h="23399" stroke="0" extrusionOk="0">
                        <a:moveTo>
                          <a:pt x="475" y="23399"/>
                        </a:moveTo>
                        <a:cubicBezTo>
                          <a:pt x="159" y="21917"/>
                          <a:pt x="0" y="20406"/>
                          <a:pt x="0" y="18891"/>
                        </a:cubicBezTo>
                        <a:cubicBezTo>
                          <a:pt x="-1" y="11039"/>
                          <a:pt x="4260" y="3806"/>
                          <a:pt x="11126" y="-1"/>
                        </a:cubicBezTo>
                        <a:lnTo>
                          <a:pt x="21600" y="18891"/>
                        </a:lnTo>
                        <a:lnTo>
                          <a:pt x="475" y="23399"/>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2979" name="Arc 137">
                    <a:extLst>
                      <a:ext uri="{FF2B5EF4-FFF2-40B4-BE49-F238E27FC236}">
                        <a16:creationId xmlns:a16="http://schemas.microsoft.com/office/drawing/2014/main" id="{B96F5620-A529-004F-AA66-741BDC25E53D}"/>
                      </a:ext>
                    </a:extLst>
                  </p:cNvPr>
                  <p:cNvSpPr>
                    <a:spLocks/>
                  </p:cNvSpPr>
                  <p:nvPr/>
                </p:nvSpPr>
                <p:spPr bwMode="auto">
                  <a:xfrm>
                    <a:off x="3096" y="2388"/>
                    <a:ext cx="172" cy="100"/>
                  </a:xfrm>
                  <a:custGeom>
                    <a:avLst/>
                    <a:gdLst>
                      <a:gd name="T0" fmla="*/ 0 w 42520"/>
                      <a:gd name="T1" fmla="*/ 0 h 26361"/>
                      <a:gd name="T2" fmla="*/ 0 w 42520"/>
                      <a:gd name="T3" fmla="*/ 0 h 26361"/>
                      <a:gd name="T4" fmla="*/ 0 w 42520"/>
                      <a:gd name="T5" fmla="*/ 0 h 26361"/>
                      <a:gd name="T6" fmla="*/ 0 60000 65536"/>
                      <a:gd name="T7" fmla="*/ 0 60000 65536"/>
                      <a:gd name="T8" fmla="*/ 0 60000 65536"/>
                      <a:gd name="T9" fmla="*/ 0 w 42520"/>
                      <a:gd name="T10" fmla="*/ 0 h 26361"/>
                      <a:gd name="T11" fmla="*/ 42520 w 42520"/>
                      <a:gd name="T12" fmla="*/ 26361 h 26361"/>
                    </a:gdLst>
                    <a:ahLst/>
                    <a:cxnLst>
                      <a:cxn ang="T6">
                        <a:pos x="T0" y="T1"/>
                      </a:cxn>
                      <a:cxn ang="T7">
                        <a:pos x="T2" y="T3"/>
                      </a:cxn>
                      <a:cxn ang="T8">
                        <a:pos x="T4" y="T5"/>
                      </a:cxn>
                    </a:cxnLst>
                    <a:rect l="T9" t="T10" r="T11" b="T12"/>
                    <a:pathLst>
                      <a:path w="42520" h="26361" fill="none" extrusionOk="0">
                        <a:moveTo>
                          <a:pt x="531" y="26360"/>
                        </a:moveTo>
                        <a:cubicBezTo>
                          <a:pt x="178" y="24798"/>
                          <a:pt x="0" y="23201"/>
                          <a:pt x="0" y="21600"/>
                        </a:cubicBezTo>
                        <a:cubicBezTo>
                          <a:pt x="0" y="9670"/>
                          <a:pt x="9670" y="0"/>
                          <a:pt x="21600" y="0"/>
                        </a:cubicBezTo>
                        <a:cubicBezTo>
                          <a:pt x="31457" y="-1"/>
                          <a:pt x="40064" y="6673"/>
                          <a:pt x="42519" y="16221"/>
                        </a:cubicBezTo>
                      </a:path>
                      <a:path w="42520" h="26361" stroke="0" extrusionOk="0">
                        <a:moveTo>
                          <a:pt x="531" y="26360"/>
                        </a:moveTo>
                        <a:cubicBezTo>
                          <a:pt x="178" y="24798"/>
                          <a:pt x="0" y="23201"/>
                          <a:pt x="0" y="21600"/>
                        </a:cubicBezTo>
                        <a:cubicBezTo>
                          <a:pt x="0" y="9670"/>
                          <a:pt x="9670" y="0"/>
                          <a:pt x="21600" y="0"/>
                        </a:cubicBezTo>
                        <a:cubicBezTo>
                          <a:pt x="31457" y="-1"/>
                          <a:pt x="40064" y="6673"/>
                          <a:pt x="42519" y="16221"/>
                        </a:cubicBezTo>
                        <a:lnTo>
                          <a:pt x="21600" y="21600"/>
                        </a:lnTo>
                        <a:lnTo>
                          <a:pt x="531" y="2636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grpSp>
            <p:sp>
              <p:nvSpPr>
                <p:cNvPr id="82976" name="Arc 138">
                  <a:extLst>
                    <a:ext uri="{FF2B5EF4-FFF2-40B4-BE49-F238E27FC236}">
                      <a16:creationId xmlns:a16="http://schemas.microsoft.com/office/drawing/2014/main" id="{EAE8C247-C9DE-DB44-BDC2-1412ABE2D0FA}"/>
                    </a:ext>
                  </a:extLst>
                </p:cNvPr>
                <p:cNvSpPr>
                  <a:spLocks/>
                </p:cNvSpPr>
                <p:nvPr/>
              </p:nvSpPr>
              <p:spPr bwMode="auto">
                <a:xfrm>
                  <a:off x="3105" y="2406"/>
                  <a:ext cx="172" cy="100"/>
                </a:xfrm>
                <a:custGeom>
                  <a:avLst/>
                  <a:gdLst>
                    <a:gd name="T0" fmla="*/ 0 w 42520"/>
                    <a:gd name="T1" fmla="*/ 0 h 26361"/>
                    <a:gd name="T2" fmla="*/ 0 w 42520"/>
                    <a:gd name="T3" fmla="*/ 0 h 26361"/>
                    <a:gd name="T4" fmla="*/ 0 w 42520"/>
                    <a:gd name="T5" fmla="*/ 0 h 26361"/>
                    <a:gd name="T6" fmla="*/ 0 60000 65536"/>
                    <a:gd name="T7" fmla="*/ 0 60000 65536"/>
                    <a:gd name="T8" fmla="*/ 0 60000 65536"/>
                    <a:gd name="T9" fmla="*/ 0 w 42520"/>
                    <a:gd name="T10" fmla="*/ 0 h 26361"/>
                    <a:gd name="T11" fmla="*/ 42520 w 42520"/>
                    <a:gd name="T12" fmla="*/ 26361 h 26361"/>
                  </a:gdLst>
                  <a:ahLst/>
                  <a:cxnLst>
                    <a:cxn ang="T6">
                      <a:pos x="T0" y="T1"/>
                    </a:cxn>
                    <a:cxn ang="T7">
                      <a:pos x="T2" y="T3"/>
                    </a:cxn>
                    <a:cxn ang="T8">
                      <a:pos x="T4" y="T5"/>
                    </a:cxn>
                  </a:cxnLst>
                  <a:rect l="T9" t="T10" r="T11" b="T12"/>
                  <a:pathLst>
                    <a:path w="42520" h="26361" fill="none" extrusionOk="0">
                      <a:moveTo>
                        <a:pt x="531" y="26360"/>
                      </a:moveTo>
                      <a:cubicBezTo>
                        <a:pt x="178" y="24798"/>
                        <a:pt x="0" y="23201"/>
                        <a:pt x="0" y="21600"/>
                      </a:cubicBezTo>
                      <a:cubicBezTo>
                        <a:pt x="0" y="9670"/>
                        <a:pt x="9670" y="0"/>
                        <a:pt x="21600" y="0"/>
                      </a:cubicBezTo>
                      <a:cubicBezTo>
                        <a:pt x="31457" y="-1"/>
                        <a:pt x="40064" y="6673"/>
                        <a:pt x="42519" y="16221"/>
                      </a:cubicBezTo>
                    </a:path>
                    <a:path w="42520" h="26361" stroke="0" extrusionOk="0">
                      <a:moveTo>
                        <a:pt x="531" y="26360"/>
                      </a:moveTo>
                      <a:cubicBezTo>
                        <a:pt x="178" y="24798"/>
                        <a:pt x="0" y="23201"/>
                        <a:pt x="0" y="21600"/>
                      </a:cubicBezTo>
                      <a:cubicBezTo>
                        <a:pt x="0" y="9670"/>
                        <a:pt x="9670" y="0"/>
                        <a:pt x="21600" y="0"/>
                      </a:cubicBezTo>
                      <a:cubicBezTo>
                        <a:pt x="31457" y="-1"/>
                        <a:pt x="40064" y="6673"/>
                        <a:pt x="42519" y="16221"/>
                      </a:cubicBezTo>
                      <a:lnTo>
                        <a:pt x="21600" y="21600"/>
                      </a:lnTo>
                      <a:lnTo>
                        <a:pt x="531" y="26360"/>
                      </a:lnTo>
                      <a:close/>
                    </a:path>
                  </a:pathLst>
                </a:custGeom>
                <a:solidFill>
                  <a:srgbClr val="7F3F00"/>
                </a:solidFill>
                <a:ln w="12700">
                  <a:solidFill>
                    <a:srgbClr val="000000"/>
                  </a:solidFill>
                  <a:round/>
                  <a:headEnd/>
                  <a:tailEnd/>
                </a:ln>
              </p:spPr>
              <p:txBody>
                <a:bodyPr/>
                <a:lstStyle/>
                <a:p>
                  <a:endParaRPr lang="pt-BR"/>
                </a:p>
              </p:txBody>
            </p:sp>
          </p:grpSp>
          <p:grpSp>
            <p:nvGrpSpPr>
              <p:cNvPr id="82958" name="Group 139">
                <a:extLst>
                  <a:ext uri="{FF2B5EF4-FFF2-40B4-BE49-F238E27FC236}">
                    <a16:creationId xmlns:a16="http://schemas.microsoft.com/office/drawing/2014/main" id="{7FE32D01-CEF8-E64F-99F6-AF14B7939755}"/>
                  </a:ext>
                </a:extLst>
              </p:cNvPr>
              <p:cNvGrpSpPr>
                <a:grpSpLocks/>
              </p:cNvGrpSpPr>
              <p:nvPr/>
            </p:nvGrpSpPr>
            <p:grpSpPr bwMode="auto">
              <a:xfrm>
                <a:off x="3113" y="2420"/>
                <a:ext cx="173" cy="98"/>
                <a:chOff x="3113" y="2420"/>
                <a:chExt cx="173" cy="98"/>
              </a:xfrm>
            </p:grpSpPr>
            <p:sp>
              <p:nvSpPr>
                <p:cNvPr id="82973" name="Arc 140">
                  <a:extLst>
                    <a:ext uri="{FF2B5EF4-FFF2-40B4-BE49-F238E27FC236}">
                      <a16:creationId xmlns:a16="http://schemas.microsoft.com/office/drawing/2014/main" id="{AB0BC499-992B-3241-8348-1B2FD75945B0}"/>
                    </a:ext>
                  </a:extLst>
                </p:cNvPr>
                <p:cNvSpPr>
                  <a:spLocks/>
                </p:cNvSpPr>
                <p:nvPr/>
              </p:nvSpPr>
              <p:spPr bwMode="auto">
                <a:xfrm>
                  <a:off x="3113" y="2420"/>
                  <a:ext cx="173" cy="98"/>
                </a:xfrm>
                <a:custGeom>
                  <a:avLst/>
                  <a:gdLst>
                    <a:gd name="T0" fmla="*/ 0 w 42657"/>
                    <a:gd name="T1" fmla="*/ 0 h 25854"/>
                    <a:gd name="T2" fmla="*/ 0 w 42657"/>
                    <a:gd name="T3" fmla="*/ 0 h 25854"/>
                    <a:gd name="T4" fmla="*/ 0 w 42657"/>
                    <a:gd name="T5" fmla="*/ 0 h 25854"/>
                    <a:gd name="T6" fmla="*/ 0 60000 65536"/>
                    <a:gd name="T7" fmla="*/ 0 60000 65536"/>
                    <a:gd name="T8" fmla="*/ 0 60000 65536"/>
                    <a:gd name="T9" fmla="*/ 0 w 42657"/>
                    <a:gd name="T10" fmla="*/ 0 h 25854"/>
                    <a:gd name="T11" fmla="*/ 42657 w 42657"/>
                    <a:gd name="T12" fmla="*/ 25854 h 25854"/>
                  </a:gdLst>
                  <a:ahLst/>
                  <a:cxnLst>
                    <a:cxn ang="T6">
                      <a:pos x="T0" y="T1"/>
                    </a:cxn>
                    <a:cxn ang="T7">
                      <a:pos x="T2" y="T3"/>
                    </a:cxn>
                    <a:cxn ang="T8">
                      <a:pos x="T4" y="T5"/>
                    </a:cxn>
                  </a:cxnLst>
                  <a:rect l="T9" t="T10" r="T11" b="T12"/>
                  <a:pathLst>
                    <a:path w="42657" h="25854" fill="none" extrusionOk="0">
                      <a:moveTo>
                        <a:pt x="423" y="25853"/>
                      </a:moveTo>
                      <a:cubicBezTo>
                        <a:pt x="141" y="24453"/>
                        <a:pt x="0" y="23028"/>
                        <a:pt x="0" y="21600"/>
                      </a:cubicBezTo>
                      <a:cubicBezTo>
                        <a:pt x="0" y="9670"/>
                        <a:pt x="9670" y="0"/>
                        <a:pt x="21600" y="0"/>
                      </a:cubicBezTo>
                      <a:cubicBezTo>
                        <a:pt x="31674" y="-1"/>
                        <a:pt x="40410" y="6964"/>
                        <a:pt x="42656" y="16785"/>
                      </a:cubicBezTo>
                    </a:path>
                    <a:path w="42657" h="25854" stroke="0" extrusionOk="0">
                      <a:moveTo>
                        <a:pt x="423" y="25853"/>
                      </a:moveTo>
                      <a:cubicBezTo>
                        <a:pt x="141" y="24453"/>
                        <a:pt x="0" y="23028"/>
                        <a:pt x="0" y="21600"/>
                      </a:cubicBezTo>
                      <a:cubicBezTo>
                        <a:pt x="0" y="9670"/>
                        <a:pt x="9670" y="0"/>
                        <a:pt x="21600" y="0"/>
                      </a:cubicBezTo>
                      <a:cubicBezTo>
                        <a:pt x="31674" y="-1"/>
                        <a:pt x="40410" y="6964"/>
                        <a:pt x="42656" y="16785"/>
                      </a:cubicBezTo>
                      <a:lnTo>
                        <a:pt x="21600" y="21600"/>
                      </a:lnTo>
                      <a:lnTo>
                        <a:pt x="423" y="25853"/>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2974" name="Arc 141">
                  <a:extLst>
                    <a:ext uri="{FF2B5EF4-FFF2-40B4-BE49-F238E27FC236}">
                      <a16:creationId xmlns:a16="http://schemas.microsoft.com/office/drawing/2014/main" id="{66FF7216-6D6D-CC40-A960-E59529811D3F}"/>
                    </a:ext>
                  </a:extLst>
                </p:cNvPr>
                <p:cNvSpPr>
                  <a:spLocks/>
                </p:cNvSpPr>
                <p:nvPr/>
              </p:nvSpPr>
              <p:spPr bwMode="auto">
                <a:xfrm>
                  <a:off x="3113" y="2430"/>
                  <a:ext cx="88" cy="88"/>
                </a:xfrm>
                <a:custGeom>
                  <a:avLst/>
                  <a:gdLst>
                    <a:gd name="T0" fmla="*/ 0 w 21600"/>
                    <a:gd name="T1" fmla="*/ 0 h 23145"/>
                    <a:gd name="T2" fmla="*/ 0 w 21600"/>
                    <a:gd name="T3" fmla="*/ 0 h 23145"/>
                    <a:gd name="T4" fmla="*/ 0 w 21600"/>
                    <a:gd name="T5" fmla="*/ 0 h 23145"/>
                    <a:gd name="T6" fmla="*/ 0 60000 65536"/>
                    <a:gd name="T7" fmla="*/ 0 60000 65536"/>
                    <a:gd name="T8" fmla="*/ 0 60000 65536"/>
                    <a:gd name="T9" fmla="*/ 0 w 21600"/>
                    <a:gd name="T10" fmla="*/ 0 h 23145"/>
                    <a:gd name="T11" fmla="*/ 21600 w 21600"/>
                    <a:gd name="T12" fmla="*/ 23145 h 23145"/>
                  </a:gdLst>
                  <a:ahLst/>
                  <a:cxnLst>
                    <a:cxn ang="T6">
                      <a:pos x="T0" y="T1"/>
                    </a:cxn>
                    <a:cxn ang="T7">
                      <a:pos x="T2" y="T3"/>
                    </a:cxn>
                    <a:cxn ang="T8">
                      <a:pos x="T4" y="T5"/>
                    </a:cxn>
                  </a:cxnLst>
                  <a:rect l="T9" t="T10" r="T11" b="T12"/>
                  <a:pathLst>
                    <a:path w="21600" h="23145" fill="none" extrusionOk="0">
                      <a:moveTo>
                        <a:pt x="423" y="23144"/>
                      </a:moveTo>
                      <a:cubicBezTo>
                        <a:pt x="141" y="21744"/>
                        <a:pt x="0" y="20319"/>
                        <a:pt x="0" y="18891"/>
                      </a:cubicBezTo>
                      <a:cubicBezTo>
                        <a:pt x="-1" y="11039"/>
                        <a:pt x="4260" y="3806"/>
                        <a:pt x="11126" y="-1"/>
                      </a:cubicBezTo>
                    </a:path>
                    <a:path w="21600" h="23145" stroke="0" extrusionOk="0">
                      <a:moveTo>
                        <a:pt x="423" y="23144"/>
                      </a:moveTo>
                      <a:cubicBezTo>
                        <a:pt x="141" y="21744"/>
                        <a:pt x="0" y="20319"/>
                        <a:pt x="0" y="18891"/>
                      </a:cubicBezTo>
                      <a:cubicBezTo>
                        <a:pt x="-1" y="11039"/>
                        <a:pt x="4260" y="3806"/>
                        <a:pt x="11126" y="-1"/>
                      </a:cubicBezTo>
                      <a:lnTo>
                        <a:pt x="21600" y="18891"/>
                      </a:lnTo>
                      <a:lnTo>
                        <a:pt x="423" y="23144"/>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grpSp>
            <p:nvGrpSpPr>
              <p:cNvPr id="82959" name="Group 142">
                <a:extLst>
                  <a:ext uri="{FF2B5EF4-FFF2-40B4-BE49-F238E27FC236}">
                    <a16:creationId xmlns:a16="http://schemas.microsoft.com/office/drawing/2014/main" id="{26F200BD-A22C-864B-8070-E424802AC411}"/>
                  </a:ext>
                </a:extLst>
              </p:cNvPr>
              <p:cNvGrpSpPr>
                <a:grpSpLocks/>
              </p:cNvGrpSpPr>
              <p:nvPr/>
            </p:nvGrpSpPr>
            <p:grpSpPr bwMode="auto">
              <a:xfrm>
                <a:off x="3114" y="2420"/>
                <a:ext cx="182" cy="117"/>
                <a:chOff x="3114" y="2420"/>
                <a:chExt cx="182" cy="117"/>
              </a:xfrm>
            </p:grpSpPr>
            <p:sp>
              <p:nvSpPr>
                <p:cNvPr id="82971" name="Arc 143">
                  <a:extLst>
                    <a:ext uri="{FF2B5EF4-FFF2-40B4-BE49-F238E27FC236}">
                      <a16:creationId xmlns:a16="http://schemas.microsoft.com/office/drawing/2014/main" id="{C681DEE4-D7CE-9B47-AC28-98E06B478979}"/>
                    </a:ext>
                  </a:extLst>
                </p:cNvPr>
                <p:cNvSpPr>
                  <a:spLocks/>
                </p:cNvSpPr>
                <p:nvPr/>
              </p:nvSpPr>
              <p:spPr bwMode="auto">
                <a:xfrm>
                  <a:off x="3114" y="2420"/>
                  <a:ext cx="173" cy="99"/>
                </a:xfrm>
                <a:custGeom>
                  <a:avLst/>
                  <a:gdLst>
                    <a:gd name="T0" fmla="*/ 0 w 42583"/>
                    <a:gd name="T1" fmla="*/ 0 h 26108"/>
                    <a:gd name="T2" fmla="*/ 0 w 42583"/>
                    <a:gd name="T3" fmla="*/ 0 h 26108"/>
                    <a:gd name="T4" fmla="*/ 0 w 42583"/>
                    <a:gd name="T5" fmla="*/ 0 h 26108"/>
                    <a:gd name="T6" fmla="*/ 0 60000 65536"/>
                    <a:gd name="T7" fmla="*/ 0 60000 65536"/>
                    <a:gd name="T8" fmla="*/ 0 60000 65536"/>
                    <a:gd name="T9" fmla="*/ 0 w 42583"/>
                    <a:gd name="T10" fmla="*/ 0 h 26108"/>
                    <a:gd name="T11" fmla="*/ 42583 w 42583"/>
                    <a:gd name="T12" fmla="*/ 26108 h 26108"/>
                  </a:gdLst>
                  <a:ahLst/>
                  <a:cxnLst>
                    <a:cxn ang="T6">
                      <a:pos x="T0" y="T1"/>
                    </a:cxn>
                    <a:cxn ang="T7">
                      <a:pos x="T2" y="T3"/>
                    </a:cxn>
                    <a:cxn ang="T8">
                      <a:pos x="T4" y="T5"/>
                    </a:cxn>
                  </a:cxnLst>
                  <a:rect l="T9" t="T10" r="T11" b="T12"/>
                  <a:pathLst>
                    <a:path w="42583" h="26108" fill="none" extrusionOk="0">
                      <a:moveTo>
                        <a:pt x="475" y="26108"/>
                      </a:moveTo>
                      <a:cubicBezTo>
                        <a:pt x="159" y="24626"/>
                        <a:pt x="0" y="23115"/>
                        <a:pt x="0" y="21600"/>
                      </a:cubicBezTo>
                      <a:cubicBezTo>
                        <a:pt x="0" y="9670"/>
                        <a:pt x="9670" y="0"/>
                        <a:pt x="21600" y="0"/>
                      </a:cubicBezTo>
                      <a:cubicBezTo>
                        <a:pt x="31554" y="-1"/>
                        <a:pt x="40220" y="6803"/>
                        <a:pt x="42582" y="16474"/>
                      </a:cubicBezTo>
                    </a:path>
                    <a:path w="42583" h="26108" stroke="0" extrusionOk="0">
                      <a:moveTo>
                        <a:pt x="475" y="26108"/>
                      </a:moveTo>
                      <a:cubicBezTo>
                        <a:pt x="159" y="24626"/>
                        <a:pt x="0" y="23115"/>
                        <a:pt x="0" y="21600"/>
                      </a:cubicBezTo>
                      <a:cubicBezTo>
                        <a:pt x="0" y="9670"/>
                        <a:pt x="9670" y="0"/>
                        <a:pt x="21600" y="0"/>
                      </a:cubicBezTo>
                      <a:cubicBezTo>
                        <a:pt x="31554" y="-1"/>
                        <a:pt x="40220" y="6803"/>
                        <a:pt x="42582" y="16474"/>
                      </a:cubicBezTo>
                      <a:lnTo>
                        <a:pt x="21600" y="21600"/>
                      </a:lnTo>
                      <a:lnTo>
                        <a:pt x="475" y="26108"/>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82972" name="Arc 144">
                  <a:extLst>
                    <a:ext uri="{FF2B5EF4-FFF2-40B4-BE49-F238E27FC236}">
                      <a16:creationId xmlns:a16="http://schemas.microsoft.com/office/drawing/2014/main" id="{5FB4F8D0-29C9-3643-AE81-5CF645B81360}"/>
                    </a:ext>
                  </a:extLst>
                </p:cNvPr>
                <p:cNvSpPr>
                  <a:spLocks/>
                </p:cNvSpPr>
                <p:nvPr/>
              </p:nvSpPr>
              <p:spPr bwMode="auto">
                <a:xfrm>
                  <a:off x="3123" y="2438"/>
                  <a:ext cx="173" cy="99"/>
                </a:xfrm>
                <a:custGeom>
                  <a:avLst/>
                  <a:gdLst>
                    <a:gd name="T0" fmla="*/ 0 w 42583"/>
                    <a:gd name="T1" fmla="*/ 0 h 26108"/>
                    <a:gd name="T2" fmla="*/ 0 w 42583"/>
                    <a:gd name="T3" fmla="*/ 0 h 26108"/>
                    <a:gd name="T4" fmla="*/ 0 w 42583"/>
                    <a:gd name="T5" fmla="*/ 0 h 26108"/>
                    <a:gd name="T6" fmla="*/ 0 60000 65536"/>
                    <a:gd name="T7" fmla="*/ 0 60000 65536"/>
                    <a:gd name="T8" fmla="*/ 0 60000 65536"/>
                    <a:gd name="T9" fmla="*/ 0 w 42583"/>
                    <a:gd name="T10" fmla="*/ 0 h 26108"/>
                    <a:gd name="T11" fmla="*/ 42583 w 42583"/>
                    <a:gd name="T12" fmla="*/ 26108 h 26108"/>
                  </a:gdLst>
                  <a:ahLst/>
                  <a:cxnLst>
                    <a:cxn ang="T6">
                      <a:pos x="T0" y="T1"/>
                    </a:cxn>
                    <a:cxn ang="T7">
                      <a:pos x="T2" y="T3"/>
                    </a:cxn>
                    <a:cxn ang="T8">
                      <a:pos x="T4" y="T5"/>
                    </a:cxn>
                  </a:cxnLst>
                  <a:rect l="T9" t="T10" r="T11" b="T12"/>
                  <a:pathLst>
                    <a:path w="42583" h="26108" fill="none" extrusionOk="0">
                      <a:moveTo>
                        <a:pt x="475" y="26108"/>
                      </a:moveTo>
                      <a:cubicBezTo>
                        <a:pt x="159" y="24626"/>
                        <a:pt x="0" y="23115"/>
                        <a:pt x="0" y="21600"/>
                      </a:cubicBezTo>
                      <a:cubicBezTo>
                        <a:pt x="0" y="9670"/>
                        <a:pt x="9670" y="0"/>
                        <a:pt x="21600" y="0"/>
                      </a:cubicBezTo>
                      <a:cubicBezTo>
                        <a:pt x="31554" y="-1"/>
                        <a:pt x="40220" y="6803"/>
                        <a:pt x="42582" y="16474"/>
                      </a:cubicBezTo>
                    </a:path>
                    <a:path w="42583" h="26108" stroke="0" extrusionOk="0">
                      <a:moveTo>
                        <a:pt x="475" y="26108"/>
                      </a:moveTo>
                      <a:cubicBezTo>
                        <a:pt x="159" y="24626"/>
                        <a:pt x="0" y="23115"/>
                        <a:pt x="0" y="21600"/>
                      </a:cubicBezTo>
                      <a:cubicBezTo>
                        <a:pt x="0" y="9670"/>
                        <a:pt x="9670" y="0"/>
                        <a:pt x="21600" y="0"/>
                      </a:cubicBezTo>
                      <a:cubicBezTo>
                        <a:pt x="31554" y="-1"/>
                        <a:pt x="40220" y="6803"/>
                        <a:pt x="42582" y="16474"/>
                      </a:cubicBezTo>
                      <a:lnTo>
                        <a:pt x="21600" y="21600"/>
                      </a:lnTo>
                      <a:lnTo>
                        <a:pt x="475" y="26108"/>
                      </a:lnTo>
                      <a:close/>
                    </a:path>
                  </a:pathLst>
                </a:custGeom>
                <a:solidFill>
                  <a:srgbClr val="7F3F00"/>
                </a:solidFill>
                <a:ln w="12700">
                  <a:solidFill>
                    <a:srgbClr val="000000"/>
                  </a:solidFill>
                  <a:round/>
                  <a:headEnd/>
                  <a:tailEnd/>
                </a:ln>
              </p:spPr>
              <p:txBody>
                <a:bodyPr/>
                <a:lstStyle/>
                <a:p>
                  <a:endParaRPr lang="pt-BR"/>
                </a:p>
              </p:txBody>
            </p:sp>
          </p:grpSp>
          <p:grpSp>
            <p:nvGrpSpPr>
              <p:cNvPr id="82960" name="Group 145">
                <a:extLst>
                  <a:ext uri="{FF2B5EF4-FFF2-40B4-BE49-F238E27FC236}">
                    <a16:creationId xmlns:a16="http://schemas.microsoft.com/office/drawing/2014/main" id="{775FB3CC-A068-1645-B48E-996DCF69D45F}"/>
                  </a:ext>
                </a:extLst>
              </p:cNvPr>
              <p:cNvGrpSpPr>
                <a:grpSpLocks/>
              </p:cNvGrpSpPr>
              <p:nvPr/>
            </p:nvGrpSpPr>
            <p:grpSpPr bwMode="auto">
              <a:xfrm>
                <a:off x="3014" y="2275"/>
                <a:ext cx="565" cy="811"/>
                <a:chOff x="3014" y="2275"/>
                <a:chExt cx="565" cy="811"/>
              </a:xfrm>
            </p:grpSpPr>
            <p:sp>
              <p:nvSpPr>
                <p:cNvPr id="82969" name="Line 146">
                  <a:extLst>
                    <a:ext uri="{FF2B5EF4-FFF2-40B4-BE49-F238E27FC236}">
                      <a16:creationId xmlns:a16="http://schemas.microsoft.com/office/drawing/2014/main" id="{C89C7AF2-37F7-DA45-9779-EBC155ABBE49}"/>
                    </a:ext>
                  </a:extLst>
                </p:cNvPr>
                <p:cNvSpPr>
                  <a:spLocks noChangeShapeType="1"/>
                </p:cNvSpPr>
                <p:nvPr/>
              </p:nvSpPr>
              <p:spPr bwMode="auto">
                <a:xfrm>
                  <a:off x="3178" y="2275"/>
                  <a:ext cx="401" cy="72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82970" name="Line 147">
                  <a:extLst>
                    <a:ext uri="{FF2B5EF4-FFF2-40B4-BE49-F238E27FC236}">
                      <a16:creationId xmlns:a16="http://schemas.microsoft.com/office/drawing/2014/main" id="{5403DC6D-AA0F-1142-8515-075B2CBFE294}"/>
                    </a:ext>
                  </a:extLst>
                </p:cNvPr>
                <p:cNvSpPr>
                  <a:spLocks noChangeShapeType="1"/>
                </p:cNvSpPr>
                <p:nvPr/>
              </p:nvSpPr>
              <p:spPr bwMode="auto">
                <a:xfrm>
                  <a:off x="3014" y="2333"/>
                  <a:ext cx="402" cy="75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pt-BR"/>
                </a:p>
              </p:txBody>
            </p:sp>
          </p:grpSp>
          <p:grpSp>
            <p:nvGrpSpPr>
              <p:cNvPr id="82961" name="Group 148">
                <a:extLst>
                  <a:ext uri="{FF2B5EF4-FFF2-40B4-BE49-F238E27FC236}">
                    <a16:creationId xmlns:a16="http://schemas.microsoft.com/office/drawing/2014/main" id="{662443CE-C5CD-0347-A574-20A05C359EF7}"/>
                  </a:ext>
                </a:extLst>
              </p:cNvPr>
              <p:cNvGrpSpPr>
                <a:grpSpLocks/>
              </p:cNvGrpSpPr>
              <p:nvPr/>
            </p:nvGrpSpPr>
            <p:grpSpPr bwMode="auto">
              <a:xfrm>
                <a:off x="3131" y="2452"/>
                <a:ext cx="181" cy="116"/>
                <a:chOff x="3131" y="2452"/>
                <a:chExt cx="181" cy="116"/>
              </a:xfrm>
            </p:grpSpPr>
            <p:grpSp>
              <p:nvGrpSpPr>
                <p:cNvPr id="82964" name="Group 149">
                  <a:extLst>
                    <a:ext uri="{FF2B5EF4-FFF2-40B4-BE49-F238E27FC236}">
                      <a16:creationId xmlns:a16="http://schemas.microsoft.com/office/drawing/2014/main" id="{51109257-E017-AB42-AAB7-8DBF00718320}"/>
                    </a:ext>
                  </a:extLst>
                </p:cNvPr>
                <p:cNvGrpSpPr>
                  <a:grpSpLocks/>
                </p:cNvGrpSpPr>
                <p:nvPr/>
              </p:nvGrpSpPr>
              <p:grpSpPr bwMode="auto">
                <a:xfrm>
                  <a:off x="3131" y="2452"/>
                  <a:ext cx="173" cy="97"/>
                  <a:chOff x="3131" y="2452"/>
                  <a:chExt cx="173" cy="97"/>
                </a:xfrm>
              </p:grpSpPr>
              <p:sp>
                <p:nvSpPr>
                  <p:cNvPr id="82967" name="Arc 150">
                    <a:extLst>
                      <a:ext uri="{FF2B5EF4-FFF2-40B4-BE49-F238E27FC236}">
                        <a16:creationId xmlns:a16="http://schemas.microsoft.com/office/drawing/2014/main" id="{8DD95EB3-E540-2D49-8992-BFAE5834FC1D}"/>
                      </a:ext>
                    </a:extLst>
                  </p:cNvPr>
                  <p:cNvSpPr>
                    <a:spLocks/>
                  </p:cNvSpPr>
                  <p:nvPr/>
                </p:nvSpPr>
                <p:spPr bwMode="auto">
                  <a:xfrm>
                    <a:off x="3131" y="2452"/>
                    <a:ext cx="173" cy="97"/>
                  </a:xfrm>
                  <a:custGeom>
                    <a:avLst/>
                    <a:gdLst>
                      <a:gd name="T0" fmla="*/ 0 w 42713"/>
                      <a:gd name="T1" fmla="*/ 0 h 25597"/>
                      <a:gd name="T2" fmla="*/ 0 w 42713"/>
                      <a:gd name="T3" fmla="*/ 0 h 25597"/>
                      <a:gd name="T4" fmla="*/ 0 w 42713"/>
                      <a:gd name="T5" fmla="*/ 0 h 25597"/>
                      <a:gd name="T6" fmla="*/ 0 60000 65536"/>
                      <a:gd name="T7" fmla="*/ 0 60000 65536"/>
                      <a:gd name="T8" fmla="*/ 0 60000 65536"/>
                      <a:gd name="T9" fmla="*/ 0 w 42713"/>
                      <a:gd name="T10" fmla="*/ 0 h 25597"/>
                      <a:gd name="T11" fmla="*/ 42713 w 42713"/>
                      <a:gd name="T12" fmla="*/ 25597 h 25597"/>
                    </a:gdLst>
                    <a:ahLst/>
                    <a:cxnLst>
                      <a:cxn ang="T6">
                        <a:pos x="T0" y="T1"/>
                      </a:cxn>
                      <a:cxn ang="T7">
                        <a:pos x="T2" y="T3"/>
                      </a:cxn>
                      <a:cxn ang="T8">
                        <a:pos x="T4" y="T5"/>
                      </a:cxn>
                    </a:cxnLst>
                    <a:rect l="T9" t="T10" r="T11" b="T12"/>
                    <a:pathLst>
                      <a:path w="42713" h="25597" fill="none" extrusionOk="0">
                        <a:moveTo>
                          <a:pt x="373" y="25596"/>
                        </a:moveTo>
                        <a:cubicBezTo>
                          <a:pt x="124" y="24279"/>
                          <a:pt x="0" y="22941"/>
                          <a:pt x="0" y="21600"/>
                        </a:cubicBezTo>
                        <a:cubicBezTo>
                          <a:pt x="0" y="9670"/>
                          <a:pt x="9670" y="0"/>
                          <a:pt x="21600" y="0"/>
                        </a:cubicBezTo>
                        <a:cubicBezTo>
                          <a:pt x="31772" y="-1"/>
                          <a:pt x="40565" y="7097"/>
                          <a:pt x="42713" y="17039"/>
                        </a:cubicBezTo>
                      </a:path>
                      <a:path w="42713" h="25597" stroke="0" extrusionOk="0">
                        <a:moveTo>
                          <a:pt x="373" y="25596"/>
                        </a:moveTo>
                        <a:cubicBezTo>
                          <a:pt x="124" y="24279"/>
                          <a:pt x="0" y="22941"/>
                          <a:pt x="0" y="21600"/>
                        </a:cubicBezTo>
                        <a:cubicBezTo>
                          <a:pt x="0" y="9670"/>
                          <a:pt x="9670" y="0"/>
                          <a:pt x="21600" y="0"/>
                        </a:cubicBezTo>
                        <a:cubicBezTo>
                          <a:pt x="31772" y="-1"/>
                          <a:pt x="40565" y="7097"/>
                          <a:pt x="42713" y="17039"/>
                        </a:cubicBezTo>
                        <a:lnTo>
                          <a:pt x="21600" y="21600"/>
                        </a:lnTo>
                        <a:lnTo>
                          <a:pt x="373" y="25596"/>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2968" name="Arc 151">
                    <a:extLst>
                      <a:ext uri="{FF2B5EF4-FFF2-40B4-BE49-F238E27FC236}">
                        <a16:creationId xmlns:a16="http://schemas.microsoft.com/office/drawing/2014/main" id="{F512BE2B-5D97-0F40-9B74-0ACC69668111}"/>
                      </a:ext>
                    </a:extLst>
                  </p:cNvPr>
                  <p:cNvSpPr>
                    <a:spLocks/>
                  </p:cNvSpPr>
                  <p:nvPr/>
                </p:nvSpPr>
                <p:spPr bwMode="auto">
                  <a:xfrm>
                    <a:off x="3131" y="2462"/>
                    <a:ext cx="88" cy="87"/>
                  </a:xfrm>
                  <a:custGeom>
                    <a:avLst/>
                    <a:gdLst>
                      <a:gd name="T0" fmla="*/ 0 w 21600"/>
                      <a:gd name="T1" fmla="*/ 0 h 22888"/>
                      <a:gd name="T2" fmla="*/ 0 w 21600"/>
                      <a:gd name="T3" fmla="*/ 0 h 22888"/>
                      <a:gd name="T4" fmla="*/ 0 w 21600"/>
                      <a:gd name="T5" fmla="*/ 0 h 22888"/>
                      <a:gd name="T6" fmla="*/ 0 60000 65536"/>
                      <a:gd name="T7" fmla="*/ 0 60000 65536"/>
                      <a:gd name="T8" fmla="*/ 0 60000 65536"/>
                      <a:gd name="T9" fmla="*/ 0 w 21600"/>
                      <a:gd name="T10" fmla="*/ 0 h 22888"/>
                      <a:gd name="T11" fmla="*/ 21600 w 21600"/>
                      <a:gd name="T12" fmla="*/ 22888 h 22888"/>
                    </a:gdLst>
                    <a:ahLst/>
                    <a:cxnLst>
                      <a:cxn ang="T6">
                        <a:pos x="T0" y="T1"/>
                      </a:cxn>
                      <a:cxn ang="T7">
                        <a:pos x="T2" y="T3"/>
                      </a:cxn>
                      <a:cxn ang="T8">
                        <a:pos x="T4" y="T5"/>
                      </a:cxn>
                    </a:cxnLst>
                    <a:rect l="T9" t="T10" r="T11" b="T12"/>
                    <a:pathLst>
                      <a:path w="21600" h="22888" fill="none" extrusionOk="0">
                        <a:moveTo>
                          <a:pt x="373" y="22887"/>
                        </a:moveTo>
                        <a:cubicBezTo>
                          <a:pt x="124" y="21570"/>
                          <a:pt x="0" y="20232"/>
                          <a:pt x="0" y="18891"/>
                        </a:cubicBezTo>
                        <a:cubicBezTo>
                          <a:pt x="-1" y="11039"/>
                          <a:pt x="4260" y="3806"/>
                          <a:pt x="11126" y="-1"/>
                        </a:cubicBezTo>
                      </a:path>
                      <a:path w="21600" h="22888" stroke="0" extrusionOk="0">
                        <a:moveTo>
                          <a:pt x="373" y="22887"/>
                        </a:moveTo>
                        <a:cubicBezTo>
                          <a:pt x="124" y="21570"/>
                          <a:pt x="0" y="20232"/>
                          <a:pt x="0" y="18891"/>
                        </a:cubicBezTo>
                        <a:cubicBezTo>
                          <a:pt x="-1" y="11039"/>
                          <a:pt x="4260" y="3806"/>
                          <a:pt x="11126" y="-1"/>
                        </a:cubicBezTo>
                        <a:lnTo>
                          <a:pt x="21600" y="18891"/>
                        </a:lnTo>
                        <a:lnTo>
                          <a:pt x="373" y="22887"/>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sp>
              <p:nvSpPr>
                <p:cNvPr id="82965" name="Arc 152">
                  <a:extLst>
                    <a:ext uri="{FF2B5EF4-FFF2-40B4-BE49-F238E27FC236}">
                      <a16:creationId xmlns:a16="http://schemas.microsoft.com/office/drawing/2014/main" id="{AFFD7139-A1ED-F946-ACEA-850614EF0239}"/>
                    </a:ext>
                  </a:extLst>
                </p:cNvPr>
                <p:cNvSpPr>
                  <a:spLocks/>
                </p:cNvSpPr>
                <p:nvPr/>
              </p:nvSpPr>
              <p:spPr bwMode="auto">
                <a:xfrm>
                  <a:off x="3132" y="2452"/>
                  <a:ext cx="173" cy="98"/>
                </a:xfrm>
                <a:custGeom>
                  <a:avLst/>
                  <a:gdLst>
                    <a:gd name="T0" fmla="*/ 0 w 42657"/>
                    <a:gd name="T1" fmla="*/ 0 h 25854"/>
                    <a:gd name="T2" fmla="*/ 0 w 42657"/>
                    <a:gd name="T3" fmla="*/ 0 h 25854"/>
                    <a:gd name="T4" fmla="*/ 0 w 42657"/>
                    <a:gd name="T5" fmla="*/ 0 h 25854"/>
                    <a:gd name="T6" fmla="*/ 0 60000 65536"/>
                    <a:gd name="T7" fmla="*/ 0 60000 65536"/>
                    <a:gd name="T8" fmla="*/ 0 60000 65536"/>
                    <a:gd name="T9" fmla="*/ 0 w 42657"/>
                    <a:gd name="T10" fmla="*/ 0 h 25854"/>
                    <a:gd name="T11" fmla="*/ 42657 w 42657"/>
                    <a:gd name="T12" fmla="*/ 25854 h 25854"/>
                  </a:gdLst>
                  <a:ahLst/>
                  <a:cxnLst>
                    <a:cxn ang="T6">
                      <a:pos x="T0" y="T1"/>
                    </a:cxn>
                    <a:cxn ang="T7">
                      <a:pos x="T2" y="T3"/>
                    </a:cxn>
                    <a:cxn ang="T8">
                      <a:pos x="T4" y="T5"/>
                    </a:cxn>
                  </a:cxnLst>
                  <a:rect l="T9" t="T10" r="T11" b="T12"/>
                  <a:pathLst>
                    <a:path w="42657" h="25854" fill="none" extrusionOk="0">
                      <a:moveTo>
                        <a:pt x="423" y="25853"/>
                      </a:moveTo>
                      <a:cubicBezTo>
                        <a:pt x="141" y="24453"/>
                        <a:pt x="0" y="23028"/>
                        <a:pt x="0" y="21600"/>
                      </a:cubicBezTo>
                      <a:cubicBezTo>
                        <a:pt x="0" y="9670"/>
                        <a:pt x="9670" y="0"/>
                        <a:pt x="21600" y="0"/>
                      </a:cubicBezTo>
                      <a:cubicBezTo>
                        <a:pt x="31674" y="-1"/>
                        <a:pt x="40410" y="6964"/>
                        <a:pt x="42656" y="16785"/>
                      </a:cubicBezTo>
                    </a:path>
                    <a:path w="42657" h="25854" stroke="0" extrusionOk="0">
                      <a:moveTo>
                        <a:pt x="423" y="25853"/>
                      </a:moveTo>
                      <a:cubicBezTo>
                        <a:pt x="141" y="24453"/>
                        <a:pt x="0" y="23028"/>
                        <a:pt x="0" y="21600"/>
                      </a:cubicBezTo>
                      <a:cubicBezTo>
                        <a:pt x="0" y="9670"/>
                        <a:pt x="9670" y="0"/>
                        <a:pt x="21600" y="0"/>
                      </a:cubicBezTo>
                      <a:cubicBezTo>
                        <a:pt x="31674" y="-1"/>
                        <a:pt x="40410" y="6964"/>
                        <a:pt x="42656" y="16785"/>
                      </a:cubicBezTo>
                      <a:lnTo>
                        <a:pt x="21600" y="21600"/>
                      </a:lnTo>
                      <a:lnTo>
                        <a:pt x="423" y="25853"/>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82966" name="Arc 153">
                  <a:extLst>
                    <a:ext uri="{FF2B5EF4-FFF2-40B4-BE49-F238E27FC236}">
                      <a16:creationId xmlns:a16="http://schemas.microsoft.com/office/drawing/2014/main" id="{09D039EA-C9FC-9E4E-97A1-A087493FEF4B}"/>
                    </a:ext>
                  </a:extLst>
                </p:cNvPr>
                <p:cNvSpPr>
                  <a:spLocks/>
                </p:cNvSpPr>
                <p:nvPr/>
              </p:nvSpPr>
              <p:spPr bwMode="auto">
                <a:xfrm>
                  <a:off x="3140" y="2467"/>
                  <a:ext cx="172" cy="101"/>
                </a:xfrm>
                <a:custGeom>
                  <a:avLst/>
                  <a:gdLst>
                    <a:gd name="T0" fmla="*/ 0 w 42453"/>
                    <a:gd name="T1" fmla="*/ 0 h 26668"/>
                    <a:gd name="T2" fmla="*/ 0 w 42453"/>
                    <a:gd name="T3" fmla="*/ 0 h 26668"/>
                    <a:gd name="T4" fmla="*/ 0 w 42453"/>
                    <a:gd name="T5" fmla="*/ 0 h 26668"/>
                    <a:gd name="T6" fmla="*/ 0 60000 65536"/>
                    <a:gd name="T7" fmla="*/ 0 60000 65536"/>
                    <a:gd name="T8" fmla="*/ 0 60000 65536"/>
                    <a:gd name="T9" fmla="*/ 0 w 42453"/>
                    <a:gd name="T10" fmla="*/ 0 h 26668"/>
                    <a:gd name="T11" fmla="*/ 42453 w 42453"/>
                    <a:gd name="T12" fmla="*/ 26668 h 26668"/>
                  </a:gdLst>
                  <a:ahLst/>
                  <a:cxnLst>
                    <a:cxn ang="T6">
                      <a:pos x="T0" y="T1"/>
                    </a:cxn>
                    <a:cxn ang="T7">
                      <a:pos x="T2" y="T3"/>
                    </a:cxn>
                    <a:cxn ang="T8">
                      <a:pos x="T4" y="T5"/>
                    </a:cxn>
                  </a:cxnLst>
                  <a:rect l="T9" t="T10" r="T11" b="T12"/>
                  <a:pathLst>
                    <a:path w="42453" h="26668" fill="none" extrusionOk="0">
                      <a:moveTo>
                        <a:pt x="602" y="26668"/>
                      </a:moveTo>
                      <a:cubicBezTo>
                        <a:pt x="202" y="25008"/>
                        <a:pt x="0" y="23307"/>
                        <a:pt x="0" y="21600"/>
                      </a:cubicBezTo>
                      <a:cubicBezTo>
                        <a:pt x="0" y="9670"/>
                        <a:pt x="9670" y="0"/>
                        <a:pt x="21600" y="0"/>
                      </a:cubicBezTo>
                      <a:cubicBezTo>
                        <a:pt x="31361" y="-1"/>
                        <a:pt x="39909" y="6546"/>
                        <a:pt x="42453" y="15969"/>
                      </a:cubicBezTo>
                    </a:path>
                    <a:path w="42453" h="26668" stroke="0" extrusionOk="0">
                      <a:moveTo>
                        <a:pt x="602" y="26668"/>
                      </a:moveTo>
                      <a:cubicBezTo>
                        <a:pt x="202" y="25008"/>
                        <a:pt x="0" y="23307"/>
                        <a:pt x="0" y="21600"/>
                      </a:cubicBezTo>
                      <a:cubicBezTo>
                        <a:pt x="0" y="9670"/>
                        <a:pt x="9670" y="0"/>
                        <a:pt x="21600" y="0"/>
                      </a:cubicBezTo>
                      <a:cubicBezTo>
                        <a:pt x="31361" y="-1"/>
                        <a:pt x="39909" y="6546"/>
                        <a:pt x="42453" y="15969"/>
                      </a:cubicBezTo>
                      <a:lnTo>
                        <a:pt x="21600" y="21600"/>
                      </a:lnTo>
                      <a:lnTo>
                        <a:pt x="602" y="26668"/>
                      </a:lnTo>
                      <a:close/>
                    </a:path>
                  </a:pathLst>
                </a:custGeom>
                <a:solidFill>
                  <a:srgbClr val="5F3F1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grpSp>
          <p:sp>
            <p:nvSpPr>
              <p:cNvPr id="82962" name="Freeform 154">
                <a:extLst>
                  <a:ext uri="{FF2B5EF4-FFF2-40B4-BE49-F238E27FC236}">
                    <a16:creationId xmlns:a16="http://schemas.microsoft.com/office/drawing/2014/main" id="{97354FB7-C47D-064D-B78E-45935FF469E6}"/>
                  </a:ext>
                </a:extLst>
              </p:cNvPr>
              <p:cNvSpPr>
                <a:spLocks/>
              </p:cNvSpPr>
              <p:nvPr/>
            </p:nvSpPr>
            <p:spPr bwMode="auto">
              <a:xfrm>
                <a:off x="3136" y="2471"/>
                <a:ext cx="348" cy="597"/>
              </a:xfrm>
              <a:custGeom>
                <a:avLst/>
                <a:gdLst>
                  <a:gd name="T0" fmla="*/ 44 w 348"/>
                  <a:gd name="T1" fmla="*/ 0 h 597"/>
                  <a:gd name="T2" fmla="*/ 31 w 348"/>
                  <a:gd name="T3" fmla="*/ 8 h 597"/>
                  <a:gd name="T4" fmla="*/ 21 w 348"/>
                  <a:gd name="T5" fmla="*/ 16 h 597"/>
                  <a:gd name="T6" fmla="*/ 12 w 348"/>
                  <a:gd name="T7" fmla="*/ 26 h 597"/>
                  <a:gd name="T8" fmla="*/ 8 w 348"/>
                  <a:gd name="T9" fmla="*/ 36 h 597"/>
                  <a:gd name="T10" fmla="*/ 4 w 348"/>
                  <a:gd name="T11" fmla="*/ 47 h 597"/>
                  <a:gd name="T12" fmla="*/ 1 w 348"/>
                  <a:gd name="T13" fmla="*/ 58 h 597"/>
                  <a:gd name="T14" fmla="*/ 0 w 348"/>
                  <a:gd name="T15" fmla="*/ 71 h 597"/>
                  <a:gd name="T16" fmla="*/ 0 w 348"/>
                  <a:gd name="T17" fmla="*/ 86 h 597"/>
                  <a:gd name="T18" fmla="*/ 270 w 348"/>
                  <a:gd name="T19" fmla="*/ 597 h 597"/>
                  <a:gd name="T20" fmla="*/ 348 w 348"/>
                  <a:gd name="T21" fmla="*/ 543 h 597"/>
                  <a:gd name="T22" fmla="*/ 44 w 348"/>
                  <a:gd name="T23" fmla="*/ 0 h 59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8"/>
                  <a:gd name="T37" fmla="*/ 0 h 597"/>
                  <a:gd name="T38" fmla="*/ 348 w 348"/>
                  <a:gd name="T39" fmla="*/ 597 h 59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8" h="597">
                    <a:moveTo>
                      <a:pt x="44" y="0"/>
                    </a:moveTo>
                    <a:lnTo>
                      <a:pt x="31" y="8"/>
                    </a:lnTo>
                    <a:lnTo>
                      <a:pt x="21" y="16"/>
                    </a:lnTo>
                    <a:lnTo>
                      <a:pt x="12" y="26"/>
                    </a:lnTo>
                    <a:lnTo>
                      <a:pt x="8" y="36"/>
                    </a:lnTo>
                    <a:lnTo>
                      <a:pt x="4" y="47"/>
                    </a:lnTo>
                    <a:lnTo>
                      <a:pt x="1" y="58"/>
                    </a:lnTo>
                    <a:lnTo>
                      <a:pt x="0" y="71"/>
                    </a:lnTo>
                    <a:lnTo>
                      <a:pt x="0" y="86"/>
                    </a:lnTo>
                    <a:lnTo>
                      <a:pt x="270" y="597"/>
                    </a:lnTo>
                    <a:lnTo>
                      <a:pt x="348" y="543"/>
                    </a:lnTo>
                    <a:lnTo>
                      <a:pt x="44" y="0"/>
                    </a:lnTo>
                    <a:close/>
                  </a:path>
                </a:pathLst>
              </a:custGeom>
              <a:solidFill>
                <a:srgbClr val="3F1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pt-BR"/>
              </a:p>
            </p:txBody>
          </p:sp>
          <p:sp>
            <p:nvSpPr>
              <p:cNvPr id="82963" name="Oval 155">
                <a:extLst>
                  <a:ext uri="{FF2B5EF4-FFF2-40B4-BE49-F238E27FC236}">
                    <a16:creationId xmlns:a16="http://schemas.microsoft.com/office/drawing/2014/main" id="{EE1B2076-4A37-F84E-BB77-211B0D54B22A}"/>
                  </a:ext>
                </a:extLst>
              </p:cNvPr>
              <p:cNvSpPr>
                <a:spLocks noChangeArrowheads="1"/>
              </p:cNvSpPr>
              <p:nvPr/>
            </p:nvSpPr>
            <p:spPr bwMode="auto">
              <a:xfrm>
                <a:off x="3410" y="2966"/>
                <a:ext cx="190" cy="183"/>
              </a:xfrm>
              <a:prstGeom prst="ellipse">
                <a:avLst/>
              </a:prstGeom>
              <a:solidFill>
                <a:srgbClr val="7F5F3F"/>
              </a:solidFill>
              <a:ln w="12700">
                <a:solidFill>
                  <a:srgbClr val="000000"/>
                </a:solidFill>
                <a:round/>
                <a:headEnd/>
                <a:tailEnd/>
              </a:ln>
            </p:spPr>
            <p:txBody>
              <a:bodyPr/>
              <a:lstStyle>
                <a:lvl1pPr>
                  <a:spcBef>
                    <a:spcPct val="20000"/>
                  </a:spcBef>
                  <a:buChar char="•"/>
                  <a:defRPr sz="28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endParaRPr lang="en-US" altLang="pt-BR" sz="2000"/>
              </a:p>
            </p:txBody>
          </p:sp>
        </p:grpSp>
      </p:grpSp>
    </p:spTree>
  </p:cSld>
  <p:clrMapOvr>
    <a:masterClrMapping/>
  </p:clrMapOvr>
  <p:transition>
    <p:cover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nodeType="after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p:cTn id="7" dur="1000" fill="hold"/>
                                        <p:tgtEl>
                                          <p:spTgt spid="28"/>
                                        </p:tgtEl>
                                        <p:attrNameLst>
                                          <p:attrName>ppt_w</p:attrName>
                                        </p:attrNameLst>
                                      </p:cBhvr>
                                      <p:tavLst>
                                        <p:tav tm="0">
                                          <p:val>
                                            <p:fltVal val="0"/>
                                          </p:val>
                                        </p:tav>
                                        <p:tav tm="100000">
                                          <p:val>
                                            <p:strVal val="#ppt_w"/>
                                          </p:val>
                                        </p:tav>
                                      </p:tavLst>
                                    </p:anim>
                                    <p:anim calcmode="lin" valueType="num">
                                      <p:cBhvr>
                                        <p:cTn id="8" dur="1000" fill="hold"/>
                                        <p:tgtEl>
                                          <p:spTgt spid="28"/>
                                        </p:tgtEl>
                                        <p:attrNameLst>
                                          <p:attrName>ppt_h</p:attrName>
                                        </p:attrNameLst>
                                      </p:cBhvr>
                                      <p:tavLst>
                                        <p:tav tm="0">
                                          <p:val>
                                            <p:fltVal val="0"/>
                                          </p:val>
                                        </p:tav>
                                        <p:tav tm="100000">
                                          <p:val>
                                            <p:strVal val="#ppt_h"/>
                                          </p:val>
                                        </p:tav>
                                      </p:tavLst>
                                    </p:anim>
                                    <p:anim calcmode="lin" valueType="num">
                                      <p:cBhvr>
                                        <p:cTn id="9" dur="1000" fill="hold"/>
                                        <p:tgtEl>
                                          <p:spTgt spid="28"/>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8"/>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esign padrão">
  <a:themeElements>
    <a:clrScheme name="Design padrã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sign padrão">
      <a:majorFont>
        <a:latin typeface="Arial"/>
        <a:ea typeface=""/>
        <a:cs typeface=""/>
      </a:majorFont>
      <a:minorFont>
        <a:latin typeface="Arial"/>
        <a:ea typeface=""/>
        <a:cs typeface=""/>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pt-BR" sz="20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pt-BR" sz="2000" b="0" i="0" u="none" strike="noStrike" cap="none" normalizeH="0" baseline="0" smtClean="0">
            <a:ln>
              <a:noFill/>
            </a:ln>
            <a:solidFill>
              <a:schemeClr val="tx1"/>
            </a:solidFill>
            <a:effectLst/>
            <a:latin typeface="Arial" charset="0"/>
          </a:defRPr>
        </a:defPPr>
      </a:lstStyle>
    </a:lnDef>
  </a:objectDefaults>
  <a:extraClrSchemeLst>
    <a:extraClrScheme>
      <a:clrScheme name="Design padrã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sign padrã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sign padrã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sign padrã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sign padrã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sign padrã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sign padrã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sign padrã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sign padrã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sign padrã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sign padrã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sign padrã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o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FFB952CF52B7DE4ABAC1D5EF85AB9ACF" ma:contentTypeVersion="5" ma:contentTypeDescription="Crie um novo documento." ma:contentTypeScope="" ma:versionID="03a2bb3a47b51376378bf08e532d75c6">
  <xsd:schema xmlns:xsd="http://www.w3.org/2001/XMLSchema" xmlns:xs="http://www.w3.org/2001/XMLSchema" xmlns:p="http://schemas.microsoft.com/office/2006/metadata/properties" xmlns:ns2="0616edac-8b85-431d-b1bb-a5cc9cdccc91" targetNamespace="http://schemas.microsoft.com/office/2006/metadata/properties" ma:root="true" ma:fieldsID="fa73517d4a9523936914bab2fc4498b3" ns2:_="">
    <xsd:import namespace="0616edac-8b85-431d-b1bb-a5cc9cdccc91"/>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616edac-8b85-431d-b1bb-a5cc9cdccc9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196030C-2B15-4703-B53E-ED3A163FB68B}"/>
</file>

<file path=customXml/itemProps2.xml><?xml version="1.0" encoding="utf-8"?>
<ds:datastoreItem xmlns:ds="http://schemas.openxmlformats.org/officeDocument/2006/customXml" ds:itemID="{59DE9AA6-50D9-453B-8A83-075D7F8E1BE4}"/>
</file>

<file path=customXml/itemProps3.xml><?xml version="1.0" encoding="utf-8"?>
<ds:datastoreItem xmlns:ds="http://schemas.openxmlformats.org/officeDocument/2006/customXml" ds:itemID="{ED95C0A3-2971-479B-8AB8-0C7A8CA4F205}"/>
</file>

<file path=docProps/app.xml><?xml version="1.0" encoding="utf-8"?>
<Properties xmlns="http://schemas.openxmlformats.org/officeDocument/2006/extended-properties" xmlns:vt="http://schemas.openxmlformats.org/officeDocument/2006/docPropsVTypes">
  <TotalTime>4105</TotalTime>
  <Words>2381</Words>
  <Application>Microsoft Macintosh PowerPoint</Application>
  <PresentationFormat>Apresentação na tela (4:3)</PresentationFormat>
  <Paragraphs>667</Paragraphs>
  <Slides>41</Slides>
  <Notes>27</Notes>
  <HiddenSlides>0</HiddenSlides>
  <MMClips>0</MMClips>
  <ScaleCrop>false</ScaleCrop>
  <HeadingPairs>
    <vt:vector size="8" baseType="variant">
      <vt:variant>
        <vt:lpstr>Fontes usadas</vt:lpstr>
      </vt:variant>
      <vt:variant>
        <vt:i4>3</vt:i4>
      </vt:variant>
      <vt:variant>
        <vt:lpstr>Tema</vt:lpstr>
      </vt:variant>
      <vt:variant>
        <vt:i4>1</vt:i4>
      </vt:variant>
      <vt:variant>
        <vt:lpstr>Servidores OLE inseridos</vt:lpstr>
      </vt:variant>
      <vt:variant>
        <vt:i4>2</vt:i4>
      </vt:variant>
      <vt:variant>
        <vt:lpstr>Títulos de slides</vt:lpstr>
      </vt:variant>
      <vt:variant>
        <vt:i4>41</vt:i4>
      </vt:variant>
    </vt:vector>
  </HeadingPairs>
  <TitlesOfParts>
    <vt:vector size="47" baseType="lpstr">
      <vt:lpstr>Arial</vt:lpstr>
      <vt:lpstr>Tahoma</vt:lpstr>
      <vt:lpstr>Times New Roman</vt:lpstr>
      <vt:lpstr>Design padrão</vt:lpstr>
      <vt:lpstr>Figura</vt:lpstr>
      <vt:lpstr>Bitmap Image</vt:lpstr>
      <vt:lpstr>Apresentação do PowerPoint</vt:lpstr>
      <vt:lpstr>Localização da fase de projeto conceitual</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Principais resultados das fases </vt:lpstr>
      <vt:lpstr>Próxima fase: projeto detalhado</vt:lpstr>
      <vt:lpstr>Relação entre o projeto conceitual e detalhado</vt:lpstr>
      <vt:lpstr>Conceitos básicos para entendimento da fase de projeto detalhado</vt:lpstr>
      <vt:lpstr>CICLOS DO PROJETO DETALHADO</vt:lpstr>
      <vt:lpstr>Outra forma de representar os ciclos do projeto detalhado</vt:lpstr>
      <vt:lpstr>Informações principais e dependência entre as atividades da fase de Projeto Detalhado</vt:lpstr>
      <vt:lpstr>Informações principais e dependência entre as atividades da fase de Projeto Detalhado</vt:lpstr>
      <vt:lpstr>Conceitos básicos para entendimento da fase de projeto detalhado</vt:lpstr>
      <vt:lpstr>Grau de novidade e complexidade do produto influenciando a relação entre projeto conceitual e detalhado 1/2</vt:lpstr>
      <vt:lpstr>Grau de novidade e complexidade do produto influenciando a relação entre projeto conceitual e detalhado 1/2</vt:lpstr>
      <vt:lpstr>Atividades podem ultrapassar as fases</vt:lpstr>
      <vt:lpstr>Apresentação do PowerPoint</vt:lpstr>
      <vt:lpstr>Apresentação do PowerPoint</vt:lpstr>
      <vt:lpstr>Conceitos básicos para entendimento da fase de projeto detalhado</vt:lpstr>
      <vt:lpstr>Apresentação do PowerPoint</vt:lpstr>
      <vt:lpstr>Apresentação do PowerPoint</vt:lpstr>
      <vt:lpstr>Conceitos básicos para entendimento da fase de projeto detalhado</vt:lpstr>
      <vt:lpstr>Definição de papéis na cadeia de suprimentos</vt:lpstr>
      <vt:lpstr>Tipos de parcerias</vt:lpstr>
      <vt:lpstr>Tipos de sistemas, subsistemas e componentes</vt:lpstr>
      <vt:lpstr>Lógica das tarefas de criar, reutilizar e procurar item</vt:lpstr>
      <vt:lpstr>Exemplo de uma estrutura resultante da concepção </vt:lpstr>
      <vt:lpstr>Critérios que diferenciam as atividades de cálculo e detalhamento do desenho no projeto detalhado</vt:lpstr>
      <vt:lpstr>Vantagem do paralelismo de atividades na engenharia simultânea</vt:lpstr>
      <vt:lpstr>Resultados do planejamento de processo: dois níveis de planejamento</vt:lpstr>
      <vt:lpstr>Tipos de sistemas CAPP (computer aided process planning) integrado em uma solução híbrida única </vt:lpstr>
      <vt:lpstr>Apresentação do PowerPoint</vt:lpstr>
      <vt:lpstr>Próxima fase: lançamento do produto</vt:lpstr>
    </vt:vector>
  </TitlesOfParts>
  <Company>UFSC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Forcellini</dc:creator>
  <cp:lastModifiedBy>Andrea Cristina dos Santos</cp:lastModifiedBy>
  <cp:revision>153</cp:revision>
  <cp:lastPrinted>2018-11-26T12:48:09Z</cp:lastPrinted>
  <dcterms:created xsi:type="dcterms:W3CDTF">2005-02-20T23:18:54Z</dcterms:created>
  <dcterms:modified xsi:type="dcterms:W3CDTF">2021-04-28T16:39:58Z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0x010100FFB952CF52B7DE4ABAC1D5EF85AB9ACF</vt:lpwstr>
  </property>
</Properties>
</file>